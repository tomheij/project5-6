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68" r:id="rId6"/>
    <p:sldId id="270" r:id="rId7"/>
    <p:sldId id="269" r:id="rId8"/>
    <p:sldId id="259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8"/>
    <p:restoredTop sz="94635"/>
  </p:normalViewPr>
  <p:slideViewPr>
    <p:cSldViewPr snapToGrid="0">
      <p:cViewPr varScale="1">
        <p:scale>
          <a:sx n="59" d="100"/>
          <a:sy n="59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4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Veel </a:t>
            </a:r>
            <a:r>
              <a:rPr lang="en-US" sz="1600" dirty="0" err="1">
                <a:solidFill>
                  <a:schemeClr val="accent6"/>
                </a:solidFill>
              </a:rPr>
              <a:t>Debuggen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Een </a:t>
            </a:r>
            <a:r>
              <a:rPr lang="en-US" sz="1600" dirty="0" err="1">
                <a:solidFill>
                  <a:schemeClr val="accent6"/>
                </a:solidFill>
              </a:rPr>
              <a:t>nieuwe</a:t>
            </a:r>
            <a:r>
              <a:rPr lang="en-US" sz="1600" dirty="0">
                <a:solidFill>
                  <a:schemeClr val="accent6"/>
                </a:solidFill>
              </a:rPr>
              <a:t> camera </a:t>
            </a:r>
            <a:r>
              <a:rPr lang="en-US" sz="1600" dirty="0" err="1">
                <a:solidFill>
                  <a:schemeClr val="accent6"/>
                </a:solidFill>
              </a:rPr>
              <a:t>inzetten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Behuizing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voor</a:t>
            </a:r>
            <a:r>
              <a:rPr lang="en-US" sz="1600" dirty="0">
                <a:solidFill>
                  <a:schemeClr val="accent6"/>
                </a:solidFill>
              </a:rPr>
              <a:t> de camera </a:t>
            </a:r>
            <a:r>
              <a:rPr lang="en-US" sz="1600" dirty="0" err="1">
                <a:solidFill>
                  <a:schemeClr val="accent6"/>
                </a:solidFill>
              </a:rPr>
              <a:t>ontworpen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Doorwerken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de </a:t>
            </a:r>
            <a:r>
              <a:rPr lang="en-US" sz="1600" dirty="0" err="1">
                <a:solidFill>
                  <a:schemeClr val="accent6"/>
                </a:solidFill>
              </a:rPr>
              <a:t>documentatie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Elechtrisch</a:t>
            </a:r>
            <a:r>
              <a:rPr lang="en-US" sz="1600" dirty="0">
                <a:solidFill>
                  <a:schemeClr val="accent6"/>
                </a:solidFill>
              </a:rPr>
              <a:t> Schema</a:t>
            </a: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5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4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1F8FAA-5C4F-F987-A908-87A9C260F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227DC-0F41-28BB-075F-49F10D07A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150" y="1208569"/>
            <a:ext cx="7863699" cy="494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A180-57D8-F614-1149-5C437CC0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64"/>
            <a:ext cx="4816929" cy="1293028"/>
          </a:xfrm>
        </p:spPr>
        <p:txBody>
          <a:bodyPr/>
          <a:lstStyle/>
          <a:p>
            <a:r>
              <a:rPr lang="en-US" dirty="0" err="1"/>
              <a:t>Nieuwe</a:t>
            </a:r>
            <a:r>
              <a:rPr lang="en-US" dirty="0"/>
              <a:t> camera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AA093-ADA5-8B22-E46F-F97AB0DBD3A6}"/>
              </a:ext>
            </a:extLst>
          </p:cNvPr>
          <p:cNvSpPr txBox="1"/>
          <p:nvPr/>
        </p:nvSpPr>
        <p:spPr>
          <a:xfrm>
            <a:off x="7056048" y="1834079"/>
            <a:ext cx="3332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Arducam</a:t>
            </a:r>
            <a:r>
              <a:rPr lang="en-US" sz="1600" b="1" dirty="0"/>
              <a:t> USB Cameras</a:t>
            </a:r>
            <a:endParaRPr lang="hu-HU" sz="1600" b="1" dirty="0"/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2C6D41B2-08E1-8292-B0EA-D999288C7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0900" y="2287864"/>
            <a:ext cx="4024313" cy="40243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2EEE49-1085-95D9-7B30-D5B0D58C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90525" y="2287864"/>
            <a:ext cx="3839951" cy="41023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40264B9-350A-B1C7-DEF9-52CF2A4A0284}"/>
              </a:ext>
            </a:extLst>
          </p:cNvPr>
          <p:cNvSpPr txBox="1"/>
          <p:nvPr/>
        </p:nvSpPr>
        <p:spPr>
          <a:xfrm>
            <a:off x="390524" y="186513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IMX219-83 Stereo Camera</a:t>
            </a:r>
            <a:endParaRPr lang="hu-HU" sz="1800" b="1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3803A6D4-7A79-9EF8-15C1-2E5F0F6A3155}"/>
              </a:ext>
            </a:extLst>
          </p:cNvPr>
          <p:cNvSpPr/>
          <p:nvPr/>
        </p:nvSpPr>
        <p:spPr>
          <a:xfrm>
            <a:off x="5192486" y="3759929"/>
            <a:ext cx="1447800" cy="964797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321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717"/>
            <a:ext cx="5362652" cy="1293028"/>
          </a:xfrm>
        </p:spPr>
        <p:txBody>
          <a:bodyPr/>
          <a:lstStyle/>
          <a:p>
            <a:r>
              <a:rPr lang="en-US" dirty="0"/>
              <a:t>Frame Ontwerpen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1B8BA0-445E-A334-0496-8075988CE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4319" y="2606824"/>
            <a:ext cx="5362652" cy="40243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1284B-217C-8401-207B-FC19A4E1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7" y="2606824"/>
            <a:ext cx="5496692" cy="412490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08838E-CF59-5D47-497B-65F2EDE7552F}"/>
              </a:ext>
            </a:extLst>
          </p:cNvPr>
          <p:cNvCxnSpPr>
            <a:cxnSpLocks/>
          </p:cNvCxnSpPr>
          <p:nvPr/>
        </p:nvCxnSpPr>
        <p:spPr>
          <a:xfrm flipH="1">
            <a:off x="3702702" y="2797629"/>
            <a:ext cx="216155" cy="1157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E7A1F4-75DE-AEE6-CD58-DDB0FA7DC5F5}"/>
              </a:ext>
            </a:extLst>
          </p:cNvPr>
          <p:cNvSpPr txBox="1"/>
          <p:nvPr/>
        </p:nvSpPr>
        <p:spPr>
          <a:xfrm>
            <a:off x="2462277" y="2287864"/>
            <a:ext cx="3332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Frame - </a:t>
            </a:r>
            <a:r>
              <a:rPr lang="en-US" sz="1600" b="1" dirty="0" err="1"/>
              <a:t>Arducam</a:t>
            </a:r>
            <a:r>
              <a:rPr lang="en-US" sz="1600" b="1" dirty="0"/>
              <a:t> Cameras</a:t>
            </a:r>
            <a:endParaRPr lang="hu-HU" sz="1600" b="1" dirty="0"/>
          </a:p>
        </p:txBody>
      </p:sp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F323-2AF0-0501-8948-D8F945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946-F247-488C-2DD0-FD70679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1514" y="89458"/>
            <a:ext cx="6596742" cy="1293028"/>
          </a:xfrm>
        </p:spPr>
        <p:txBody>
          <a:bodyPr/>
          <a:lstStyle/>
          <a:p>
            <a:r>
              <a:rPr lang="en-US" dirty="0" err="1"/>
              <a:t>Documentatie</a:t>
            </a:r>
            <a:r>
              <a:rPr lang="en-US" dirty="0"/>
              <a:t> updates</a:t>
            </a:r>
          </a:p>
        </p:txBody>
      </p:sp>
    </p:spTree>
    <p:extLst>
      <p:ext uri="{BB962C8B-B14F-4D97-AF65-F5344CB8AC3E}">
        <p14:creationId xmlns:p14="http://schemas.microsoft.com/office/powerpoint/2010/main" val="49131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63" y="183471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 err="1"/>
              <a:t>Electrsch</a:t>
            </a:r>
            <a:r>
              <a:rPr lang="en-US" sz="2400" dirty="0"/>
              <a:t> Schema</a:t>
            </a:r>
          </a:p>
        </p:txBody>
      </p:sp>
      <p:pic>
        <p:nvPicPr>
          <p:cNvPr id="12" name="Content Placeholder 11" descr="A diagram of a computer&#10;&#10;AI-generated content may be incorrect.">
            <a:extLst>
              <a:ext uri="{FF2B5EF4-FFF2-40B4-BE49-F238E27FC236}">
                <a16:creationId xmlns:a16="http://schemas.microsoft.com/office/drawing/2014/main" id="{C0CA15F5-7EE6-0DA6-4F3E-E225D8AA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449" y="793999"/>
            <a:ext cx="8331407" cy="589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C4C24B-BA90-EE2D-83D4-74F071D7B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91" y="248785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 err="1"/>
              <a:t>Systeem</a:t>
            </a:r>
            <a:r>
              <a:rPr lang="en-US" sz="2400" dirty="0"/>
              <a:t> </a:t>
            </a:r>
            <a:r>
              <a:rPr lang="en-US" sz="2400" dirty="0" err="1"/>
              <a:t>overzicht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A48416-7663-A1D4-5EC8-C41C4AEA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347" y="1533069"/>
            <a:ext cx="6382622" cy="4513433"/>
          </a:xfrm>
          <a:prstGeom prst="rect">
            <a:avLst/>
          </a:prstGeom>
        </p:spPr>
      </p:pic>
      <p:pic>
        <p:nvPicPr>
          <p:cNvPr id="17" name="Picture 1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6D5219EF-147E-D556-04A0-674181E6E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33068"/>
            <a:ext cx="6382622" cy="45134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99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5</a:t>
            </a:r>
          </a:p>
        </p:txBody>
      </p:sp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239</TotalTime>
  <Words>80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Sprint meeting 5</vt:lpstr>
      <vt:lpstr>Inhoudsopgave</vt:lpstr>
      <vt:lpstr>Sprint 4 review</vt:lpstr>
      <vt:lpstr>Nieuwe camera </vt:lpstr>
      <vt:lpstr>Frame Ontwerpen</vt:lpstr>
      <vt:lpstr>Documentatie updates</vt:lpstr>
      <vt:lpstr>Electrsch Schema</vt:lpstr>
      <vt:lpstr>Systeem overzicht</vt:lpstr>
      <vt:lpstr>Sprint planning 5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Ali Haimed (1103776)</cp:lastModifiedBy>
  <cp:revision>7</cp:revision>
  <dcterms:created xsi:type="dcterms:W3CDTF">2025-11-18T11:21:54Z</dcterms:created>
  <dcterms:modified xsi:type="dcterms:W3CDTF">2025-12-02T11:45:57Z</dcterms:modified>
</cp:coreProperties>
</file>