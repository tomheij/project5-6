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68" r:id="rId6"/>
    <p:sldId id="270" r:id="rId7"/>
    <p:sldId id="269" r:id="rId8"/>
    <p:sldId id="259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5"/>
    <p:restoredTop sz="94626"/>
  </p:normalViewPr>
  <p:slideViewPr>
    <p:cSldViewPr snapToGrid="0">
      <p:cViewPr varScale="1">
        <p:scale>
          <a:sx n="68" d="100"/>
          <a:sy n="68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Heijmans" userId="518c28196cba6f70" providerId="LiveId" clId="{FA6F39FC-D521-45F9-AF7F-2F800D332BAA}"/>
    <pc:docChg chg="modSld">
      <pc:chgData name="Tom Heijmans" userId="518c28196cba6f70" providerId="LiveId" clId="{FA6F39FC-D521-45F9-AF7F-2F800D332BAA}" dt="2026-01-13T11:34:00.333" v="1" actId="20577"/>
      <pc:docMkLst>
        <pc:docMk/>
      </pc:docMkLst>
      <pc:sldChg chg="modSp mod">
        <pc:chgData name="Tom Heijmans" userId="518c28196cba6f70" providerId="LiveId" clId="{FA6F39FC-D521-45F9-AF7F-2F800D332BAA}" dt="2026-01-13T11:34:00.333" v="1" actId="20577"/>
        <pc:sldMkLst>
          <pc:docMk/>
          <pc:sldMk cId="3074721445" sldId="256"/>
        </pc:sldMkLst>
        <pc:spChg chg="mod">
          <ac:chgData name="Tom Heijmans" userId="518c28196cba6f70" providerId="LiveId" clId="{FA6F39FC-D521-45F9-AF7F-2F800D332BAA}" dt="2026-01-13T11:34:00.333" v="1" actId="20577"/>
          <ac:spMkLst>
            <pc:docMk/>
            <pc:sldMk cId="3074721445" sldId="256"/>
            <ac:spMk id="2" creationId="{6729A642-FB0A-0982-405F-D42A2A567D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F0468-2597-D746-9057-86C491C393D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28F3C-FAFC-9E43-8007-12F4204BD97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81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28F3C-FAFC-9E43-8007-12F4204BD9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2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7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1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7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7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3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7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6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4277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15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34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37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2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39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A642-FB0A-0982-405F-D42A2A567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665514"/>
            <a:ext cx="9448800" cy="1331615"/>
          </a:xfrm>
        </p:spPr>
        <p:txBody>
          <a:bodyPr/>
          <a:lstStyle/>
          <a:p>
            <a:r>
              <a:rPr lang="en-US" b="1" dirty="0"/>
              <a:t>Sprint meeting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192A0-C08E-D9AF-15AA-1332C2826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4231758" cy="1825095"/>
          </a:xfrm>
        </p:spPr>
        <p:txBody>
          <a:bodyPr>
            <a:normAutofit/>
          </a:bodyPr>
          <a:lstStyle/>
          <a:p>
            <a:r>
              <a:rPr lang="en-US" dirty="0"/>
              <a:t>Dennis Zejnilovic	1098617</a:t>
            </a:r>
          </a:p>
          <a:p>
            <a:r>
              <a:rPr lang="en-US" dirty="0"/>
              <a:t>Fabio Wolthuis		1093379</a:t>
            </a:r>
          </a:p>
          <a:p>
            <a:r>
              <a:rPr lang="en-US" dirty="0"/>
              <a:t>Ali </a:t>
            </a:r>
            <a:r>
              <a:rPr lang="en-US" dirty="0" err="1"/>
              <a:t>Haimed</a:t>
            </a:r>
            <a:r>
              <a:rPr lang="en-US" dirty="0"/>
              <a:t>		1103776</a:t>
            </a:r>
          </a:p>
          <a:p>
            <a:r>
              <a:rPr lang="en-US" dirty="0"/>
              <a:t>Tom </a:t>
            </a:r>
            <a:r>
              <a:rPr lang="en-US" dirty="0" err="1"/>
              <a:t>Heijmans</a:t>
            </a:r>
            <a:r>
              <a:rPr lang="en-US" dirty="0"/>
              <a:t>	 	1079471</a:t>
            </a:r>
          </a:p>
        </p:txBody>
      </p:sp>
    </p:spTree>
    <p:extLst>
      <p:ext uri="{BB962C8B-B14F-4D97-AF65-F5344CB8AC3E}">
        <p14:creationId xmlns:p14="http://schemas.microsoft.com/office/powerpoint/2010/main" val="307472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9C88-9EC4-29E0-62EE-61004211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Inhoudsopgave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8D1E8-2F9C-58D8-953E-E2BB2001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4 review</a:t>
            </a:r>
          </a:p>
          <a:p>
            <a:r>
              <a:rPr lang="en-US" dirty="0"/>
              <a:t>Wat we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gedaan</a:t>
            </a:r>
            <a:r>
              <a:rPr lang="en-US" dirty="0"/>
              <a:t>: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Veel </a:t>
            </a:r>
            <a:r>
              <a:rPr lang="en-US" sz="1600" dirty="0" err="1">
                <a:solidFill>
                  <a:schemeClr val="accent6"/>
                </a:solidFill>
              </a:rPr>
              <a:t>Debuggen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Verandering</a:t>
            </a:r>
            <a:r>
              <a:rPr lang="en-US" sz="1600" dirty="0">
                <a:solidFill>
                  <a:schemeClr val="accent6"/>
                </a:solidFill>
              </a:rPr>
              <a:t> van camera</a:t>
            </a: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Behuizing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voor</a:t>
            </a:r>
            <a:r>
              <a:rPr lang="en-US" sz="1600" dirty="0">
                <a:solidFill>
                  <a:schemeClr val="accent6"/>
                </a:solidFill>
              </a:rPr>
              <a:t> de camera </a:t>
            </a:r>
            <a:r>
              <a:rPr lang="en-US" sz="1600" dirty="0" err="1">
                <a:solidFill>
                  <a:schemeClr val="accent6"/>
                </a:solidFill>
              </a:rPr>
              <a:t>ontworpen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Doorwerken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aan</a:t>
            </a:r>
            <a:r>
              <a:rPr lang="en-US" sz="1600" dirty="0">
                <a:solidFill>
                  <a:schemeClr val="accent6"/>
                </a:solidFill>
              </a:rPr>
              <a:t> de </a:t>
            </a:r>
            <a:r>
              <a:rPr lang="en-US" sz="1600" dirty="0" err="1">
                <a:solidFill>
                  <a:schemeClr val="accent6"/>
                </a:solidFill>
              </a:rPr>
              <a:t>documentatie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Elektrisch</a:t>
            </a:r>
            <a:r>
              <a:rPr lang="en-US" sz="1600" dirty="0">
                <a:solidFill>
                  <a:schemeClr val="accent6"/>
                </a:solidFill>
              </a:rPr>
              <a:t> Schema</a:t>
            </a:r>
          </a:p>
          <a:p>
            <a:pPr lvl="1"/>
            <a:endParaRPr lang="en-US" sz="1600" dirty="0">
              <a:solidFill>
                <a:schemeClr val="accent6"/>
              </a:solidFill>
            </a:endParaRPr>
          </a:p>
          <a:p>
            <a:r>
              <a:rPr lang="en-US" dirty="0"/>
              <a:t>Sprint 5 planning </a:t>
            </a:r>
          </a:p>
          <a:p>
            <a:r>
              <a:rPr lang="en-US" dirty="0"/>
              <a:t>Retrospective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1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E7B321-5074-24F2-7D97-3DF68BD6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14" y="265577"/>
            <a:ext cx="3977639" cy="677415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Sprint 4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1F8FAA-5C4F-F987-A908-87A9C260F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227DC-0F41-28BB-075F-49F10D07A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150" y="1208569"/>
            <a:ext cx="7863699" cy="494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8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A180-57D8-F614-1149-5C437CC0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7356" y="147715"/>
            <a:ext cx="8909824" cy="1293028"/>
          </a:xfrm>
        </p:spPr>
        <p:txBody>
          <a:bodyPr/>
          <a:lstStyle/>
          <a:p>
            <a:r>
              <a:rPr lang="en-US" dirty="0" err="1"/>
              <a:t>Verandering</a:t>
            </a:r>
            <a:r>
              <a:rPr lang="en-US" dirty="0"/>
              <a:t> van camera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BAA093-ADA5-8B22-E46F-F97AB0DBD3A6}"/>
              </a:ext>
            </a:extLst>
          </p:cNvPr>
          <p:cNvSpPr txBox="1"/>
          <p:nvPr/>
        </p:nvSpPr>
        <p:spPr>
          <a:xfrm>
            <a:off x="7056048" y="1834079"/>
            <a:ext cx="3332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Arducam</a:t>
            </a:r>
            <a:r>
              <a:rPr lang="en-US" sz="1600" b="1" dirty="0"/>
              <a:t> USB Cameras</a:t>
            </a:r>
            <a:endParaRPr lang="hu-HU" sz="1600" b="1" dirty="0"/>
          </a:p>
        </p:txBody>
      </p:sp>
      <p:pic>
        <p:nvPicPr>
          <p:cNvPr id="28" name="Content Placeholder 27">
            <a:extLst>
              <a:ext uri="{FF2B5EF4-FFF2-40B4-BE49-F238E27FC236}">
                <a16:creationId xmlns:a16="http://schemas.microsoft.com/office/drawing/2014/main" id="{2C6D41B2-08E1-8292-B0EA-D999288C7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0900" y="2287864"/>
            <a:ext cx="4024313" cy="40243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72EEE49-1085-95D9-7B30-D5B0D58CD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90525" y="2287864"/>
            <a:ext cx="3839951" cy="41023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40264B9-350A-B1C7-DEF9-52CF2A4A0284}"/>
              </a:ext>
            </a:extLst>
          </p:cNvPr>
          <p:cNvSpPr txBox="1"/>
          <p:nvPr/>
        </p:nvSpPr>
        <p:spPr>
          <a:xfrm>
            <a:off x="390524" y="186513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IMX219-83 Stereo Camera</a:t>
            </a:r>
            <a:endParaRPr lang="hu-HU" sz="1800" b="1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3803A6D4-7A79-9EF8-15C1-2E5F0F6A3155}"/>
              </a:ext>
            </a:extLst>
          </p:cNvPr>
          <p:cNvSpPr/>
          <p:nvPr/>
        </p:nvSpPr>
        <p:spPr>
          <a:xfrm>
            <a:off x="5192486" y="3759929"/>
            <a:ext cx="1447800" cy="964797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321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F2CF-C616-2599-E240-79D8692B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5683-123E-FC03-8AC0-A5F49078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2717"/>
            <a:ext cx="5362652" cy="1293028"/>
          </a:xfrm>
        </p:spPr>
        <p:txBody>
          <a:bodyPr/>
          <a:lstStyle/>
          <a:p>
            <a:r>
              <a:rPr lang="en-US" dirty="0"/>
              <a:t>Frame </a:t>
            </a:r>
            <a:r>
              <a:rPr lang="en-US" dirty="0" err="1"/>
              <a:t>Ontwerp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1B8BA0-445E-A334-0496-8075988CE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4319" y="2606824"/>
            <a:ext cx="5362652" cy="40243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1284B-217C-8401-207B-FC19A4E11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27" y="2606824"/>
            <a:ext cx="5496692" cy="412490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08838E-CF59-5D47-497B-65F2EDE7552F}"/>
              </a:ext>
            </a:extLst>
          </p:cNvPr>
          <p:cNvCxnSpPr>
            <a:cxnSpLocks/>
          </p:cNvCxnSpPr>
          <p:nvPr/>
        </p:nvCxnSpPr>
        <p:spPr>
          <a:xfrm flipH="1">
            <a:off x="3702702" y="2797629"/>
            <a:ext cx="216155" cy="11576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EE7A1F4-75DE-AEE6-CD58-DDB0FA7DC5F5}"/>
              </a:ext>
            </a:extLst>
          </p:cNvPr>
          <p:cNvSpPr txBox="1"/>
          <p:nvPr/>
        </p:nvSpPr>
        <p:spPr>
          <a:xfrm>
            <a:off x="2462277" y="2287864"/>
            <a:ext cx="3332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Frame - </a:t>
            </a:r>
            <a:r>
              <a:rPr lang="en-US" sz="1600" b="1" dirty="0" err="1"/>
              <a:t>Arducam</a:t>
            </a:r>
            <a:r>
              <a:rPr lang="en-US" sz="1600" b="1" dirty="0"/>
              <a:t> Cameras</a:t>
            </a:r>
            <a:endParaRPr lang="hu-HU" sz="1600" b="1" dirty="0"/>
          </a:p>
        </p:txBody>
      </p:sp>
    </p:spTree>
    <p:extLst>
      <p:ext uri="{BB962C8B-B14F-4D97-AF65-F5344CB8AC3E}">
        <p14:creationId xmlns:p14="http://schemas.microsoft.com/office/powerpoint/2010/main" val="410387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F323-2AF0-0501-8948-D8F945B4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D946-F247-488C-2DD0-FD706792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1514" y="89458"/>
            <a:ext cx="6596742" cy="1293028"/>
          </a:xfrm>
        </p:spPr>
        <p:txBody>
          <a:bodyPr/>
          <a:lstStyle/>
          <a:p>
            <a:r>
              <a:rPr lang="en-US" dirty="0" err="1"/>
              <a:t>Documentatie</a:t>
            </a:r>
            <a:r>
              <a:rPr lang="en-US" dirty="0"/>
              <a:t> updates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095F47-C323-97C4-A850-2AC2CAF0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15047"/>
            <a:ext cx="10820400" cy="4024125"/>
          </a:xfrm>
        </p:spPr>
        <p:txBody>
          <a:bodyPr>
            <a:normAutofit/>
          </a:bodyPr>
          <a:lstStyle/>
          <a:p>
            <a:r>
              <a:rPr lang="en-US" dirty="0" err="1"/>
              <a:t>Gebruikersonderzoek</a:t>
            </a:r>
            <a:endParaRPr lang="en-US" dirty="0"/>
          </a:p>
          <a:p>
            <a:r>
              <a:rPr lang="en-US" dirty="0" err="1"/>
              <a:t>Literatuuronderzoek</a:t>
            </a:r>
            <a:r>
              <a:rPr lang="en-US" dirty="0"/>
              <a:t> per document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31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0998D-DF67-6E5F-B3FB-1677DC85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19E766-A219-ECA9-B0C2-CFC30CC59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333D87-4B9E-1AC8-7556-21E4AD22F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D684B3-7CD1-34E1-D8BE-38146E41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63" y="183471"/>
            <a:ext cx="4800601" cy="59659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 err="1"/>
              <a:t>Elektrisch</a:t>
            </a:r>
            <a:r>
              <a:rPr lang="en-US" sz="2400" dirty="0"/>
              <a:t> Schema</a:t>
            </a:r>
          </a:p>
        </p:txBody>
      </p:sp>
      <p:pic>
        <p:nvPicPr>
          <p:cNvPr id="12" name="Content Placeholder 11" descr="A diagram of a computer&#10;&#10;AI-generated content may be incorrect.">
            <a:extLst>
              <a:ext uri="{FF2B5EF4-FFF2-40B4-BE49-F238E27FC236}">
                <a16:creationId xmlns:a16="http://schemas.microsoft.com/office/drawing/2014/main" id="{C0CA15F5-7EE6-0DA6-4F3E-E225D8AAD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449" y="793999"/>
            <a:ext cx="8331407" cy="589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C4C24B-BA90-EE2D-83D4-74F071D7B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91" y="248785"/>
            <a:ext cx="4800601" cy="59659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 err="1"/>
              <a:t>Systeem</a:t>
            </a:r>
            <a:r>
              <a:rPr lang="en-US" sz="2400" dirty="0"/>
              <a:t> </a:t>
            </a:r>
            <a:r>
              <a:rPr lang="en-US" sz="2400" dirty="0" err="1"/>
              <a:t>overzicht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A48416-7663-A1D4-5EC8-C41C4AEAA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347" y="1533069"/>
            <a:ext cx="6382622" cy="4513433"/>
          </a:xfrm>
          <a:prstGeom prst="rect">
            <a:avLst/>
          </a:prstGeom>
        </p:spPr>
      </p:pic>
      <p:pic>
        <p:nvPicPr>
          <p:cNvPr id="17" name="Picture 16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6D5219EF-147E-D556-04A0-674181E6E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33068"/>
            <a:ext cx="6382622" cy="45134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499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F3CC-6179-A794-5F67-87B448E2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4" y="198315"/>
            <a:ext cx="5279571" cy="1293028"/>
          </a:xfrm>
        </p:spPr>
        <p:txBody>
          <a:bodyPr/>
          <a:lstStyle/>
          <a:p>
            <a:r>
              <a:rPr lang="en-US" dirty="0"/>
              <a:t>Sprint planning 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3792B9-F330-ED4C-4361-B6950EF52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322" y="1588006"/>
            <a:ext cx="7772400" cy="433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6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D6B3-AE8C-AE86-F4D4-2E68C21B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029"/>
            <a:ext cx="4484914" cy="1175658"/>
          </a:xfrm>
        </p:spPr>
        <p:txBody>
          <a:bodyPr/>
          <a:lstStyle/>
          <a:p>
            <a:r>
              <a:rPr lang="en-US" dirty="0"/>
              <a:t>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40A04-2729-704F-2530-E916CD9BD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15047"/>
            <a:ext cx="10820400" cy="402412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Goed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Positieve</a:t>
            </a:r>
            <a:r>
              <a:rPr lang="en-US" dirty="0"/>
              <a:t> </a:t>
            </a:r>
            <a:r>
              <a:rPr lang="en-US" dirty="0" err="1"/>
              <a:t>inzet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Fout:</a:t>
            </a:r>
          </a:p>
          <a:p>
            <a:pPr lvl="1"/>
            <a:r>
              <a:rPr lang="en-US" dirty="0" err="1"/>
              <a:t>Componenten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Kan </a:t>
            </a:r>
            <a:r>
              <a:rPr lang="en-US" dirty="0" err="1"/>
              <a:t>beter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Communicatie</a:t>
            </a:r>
            <a:r>
              <a:rPr lang="en-US" dirty="0"/>
              <a:t> </a:t>
            </a:r>
            <a:r>
              <a:rPr lang="en-US" dirty="0" err="1"/>
              <a:t>rondom</a:t>
            </a:r>
            <a:r>
              <a:rPr lang="en-US" dirty="0"/>
              <a:t> taken</a:t>
            </a:r>
          </a:p>
          <a:p>
            <a:pPr lvl="1"/>
            <a:endParaRPr lang="en-US" dirty="0"/>
          </a:p>
          <a:p>
            <a:r>
              <a:rPr lang="en-US" dirty="0"/>
              <a:t>Hoe:</a:t>
            </a:r>
          </a:p>
          <a:p>
            <a:pPr lvl="1"/>
            <a:r>
              <a:rPr lang="en-US" dirty="0"/>
              <a:t>Meer </a:t>
            </a:r>
            <a:r>
              <a:rPr lang="en-US" dirty="0" err="1"/>
              <a:t>aandacht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stand-ups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5117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336</TotalTime>
  <Words>104</Words>
  <Application>Microsoft Office PowerPoint</Application>
  <PresentationFormat>Breedbeeld</PresentationFormat>
  <Paragraphs>42</Paragraphs>
  <Slides>10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4" baseType="lpstr">
      <vt:lpstr>Aptos</vt:lpstr>
      <vt:lpstr>Arial</vt:lpstr>
      <vt:lpstr>Century Gothic</vt:lpstr>
      <vt:lpstr>Vapor Trail</vt:lpstr>
      <vt:lpstr>Sprint meeting 4</vt:lpstr>
      <vt:lpstr>Inhoudsopgave</vt:lpstr>
      <vt:lpstr>Sprint 4 review</vt:lpstr>
      <vt:lpstr>Verandering van camera</vt:lpstr>
      <vt:lpstr>Frame Ontwerp</vt:lpstr>
      <vt:lpstr>Documentatie updates</vt:lpstr>
      <vt:lpstr>Elektrisch Schema</vt:lpstr>
      <vt:lpstr>Systeem overzicht</vt:lpstr>
      <vt:lpstr>Sprint planning 5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Zejnilovic (1098617)</dc:creator>
  <cp:lastModifiedBy>Tom Heijmans</cp:lastModifiedBy>
  <cp:revision>10</cp:revision>
  <dcterms:created xsi:type="dcterms:W3CDTF">2025-11-18T11:21:54Z</dcterms:created>
  <dcterms:modified xsi:type="dcterms:W3CDTF">2026-01-13T11:34:05Z</dcterms:modified>
</cp:coreProperties>
</file>