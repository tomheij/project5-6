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74" r:id="rId5"/>
    <p:sldId id="273" r:id="rId6"/>
    <p:sldId id="272" r:id="rId7"/>
    <p:sldId id="268" r:id="rId8"/>
    <p:sldId id="275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5D2437-F965-4959-9368-4CD8193ACD5A}" v="8" dt="2026-01-13T12:47:13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8"/>
    <p:restoredTop sz="94626"/>
  </p:normalViewPr>
  <p:slideViewPr>
    <p:cSldViewPr snapToGrid="0">
      <p:cViewPr varScale="1">
        <p:scale>
          <a:sx n="111" d="100"/>
          <a:sy n="111" d="100"/>
        </p:scale>
        <p:origin x="248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095D2437-F965-4959-9368-4CD8193ACD5A}"/>
    <pc:docChg chg="undo custSel addSld delSld modSld sldOrd">
      <pc:chgData name="Tom Heijmans" userId="518c28196cba6f70" providerId="LiveId" clId="{095D2437-F965-4959-9368-4CD8193ACD5A}" dt="2026-01-13T12:47:52.970" v="192" actId="20577"/>
      <pc:docMkLst>
        <pc:docMk/>
      </pc:docMkLst>
      <pc:sldChg chg="modSp mod">
        <pc:chgData name="Tom Heijmans" userId="518c28196cba6f70" providerId="LiveId" clId="{095D2437-F965-4959-9368-4CD8193ACD5A}" dt="2026-01-13T12:47:52.970" v="192" actId="20577"/>
        <pc:sldMkLst>
          <pc:docMk/>
          <pc:sldMk cId="1207612870" sldId="257"/>
        </pc:sldMkLst>
        <pc:spChg chg="mod">
          <ac:chgData name="Tom Heijmans" userId="518c28196cba6f70" providerId="LiveId" clId="{095D2437-F965-4959-9368-4CD8193ACD5A}" dt="2026-01-13T12:47:52.970" v="192" actId="20577"/>
          <ac:spMkLst>
            <pc:docMk/>
            <pc:sldMk cId="1207612870" sldId="257"/>
            <ac:spMk id="3" creationId="{3B98D1E8-2F9C-58D8-953E-E2BB2001677C}"/>
          </ac:spMkLst>
        </pc:spChg>
      </pc:sldChg>
      <pc:sldChg chg="del mod ord modShow">
        <pc:chgData name="Tom Heijmans" userId="518c28196cba6f70" providerId="LiveId" clId="{095D2437-F965-4959-9368-4CD8193ACD5A}" dt="2026-01-13T12:17:52.654" v="3" actId="2696"/>
        <pc:sldMkLst>
          <pc:docMk/>
          <pc:sldMk cId="1393219665" sldId="263"/>
        </pc:sldMkLst>
      </pc:sldChg>
      <pc:sldChg chg="del mod modShow">
        <pc:chgData name="Tom Heijmans" userId="518c28196cba6f70" providerId="LiveId" clId="{095D2437-F965-4959-9368-4CD8193ACD5A}" dt="2026-01-13T12:46:47.128" v="155" actId="2696"/>
        <pc:sldMkLst>
          <pc:docMk/>
          <pc:sldMk cId="76556226" sldId="269"/>
        </pc:sldMkLst>
      </pc:sldChg>
      <pc:sldChg chg="del">
        <pc:chgData name="Tom Heijmans" userId="518c28196cba6f70" providerId="LiveId" clId="{095D2437-F965-4959-9368-4CD8193ACD5A}" dt="2026-01-13T12:18:03.019" v="5" actId="2696"/>
        <pc:sldMkLst>
          <pc:docMk/>
          <pc:sldMk cId="491311255" sldId="270"/>
        </pc:sldMkLst>
      </pc:sldChg>
      <pc:sldChg chg="del">
        <pc:chgData name="Tom Heijmans" userId="518c28196cba6f70" providerId="LiveId" clId="{095D2437-F965-4959-9368-4CD8193ACD5A}" dt="2026-01-13T12:17:56.077" v="4" actId="2696"/>
        <pc:sldMkLst>
          <pc:docMk/>
          <pc:sldMk cId="827783333" sldId="271"/>
        </pc:sldMkLst>
      </pc:sldChg>
      <pc:sldChg chg="modSp mod">
        <pc:chgData name="Tom Heijmans" userId="518c28196cba6f70" providerId="LiveId" clId="{095D2437-F965-4959-9368-4CD8193ACD5A}" dt="2026-01-13T12:22:06.220" v="45" actId="20577"/>
        <pc:sldMkLst>
          <pc:docMk/>
          <pc:sldMk cId="1169100567" sldId="272"/>
        </pc:sldMkLst>
        <pc:spChg chg="mod">
          <ac:chgData name="Tom Heijmans" userId="518c28196cba6f70" providerId="LiveId" clId="{095D2437-F965-4959-9368-4CD8193ACD5A}" dt="2026-01-13T12:22:06.220" v="45" actId="20577"/>
          <ac:spMkLst>
            <pc:docMk/>
            <pc:sldMk cId="1169100567" sldId="272"/>
            <ac:spMk id="3" creationId="{DE8C8864-117E-0BFA-88AB-31AB17D039AF}"/>
          </ac:spMkLst>
        </pc:spChg>
      </pc:sldChg>
      <pc:sldChg chg="addSp delSp modSp new mod ord">
        <pc:chgData name="Tom Heijmans" userId="518c28196cba6f70" providerId="LiveId" clId="{095D2437-F965-4959-9368-4CD8193ACD5A}" dt="2026-01-13T12:46:25.818" v="124"/>
        <pc:sldMkLst>
          <pc:docMk/>
          <pc:sldMk cId="2719948226" sldId="273"/>
        </pc:sldMkLst>
        <pc:spChg chg="mod">
          <ac:chgData name="Tom Heijmans" userId="518c28196cba6f70" providerId="LiveId" clId="{095D2437-F965-4959-9368-4CD8193ACD5A}" dt="2026-01-13T12:22:15.349" v="59" actId="20577"/>
          <ac:spMkLst>
            <pc:docMk/>
            <pc:sldMk cId="2719948226" sldId="273"/>
            <ac:spMk id="2" creationId="{050E5E72-795C-A6CF-74D4-A8B121A3CF54}"/>
          </ac:spMkLst>
        </pc:spChg>
        <pc:spChg chg="del">
          <ac:chgData name="Tom Heijmans" userId="518c28196cba6f70" providerId="LiveId" clId="{095D2437-F965-4959-9368-4CD8193ACD5A}" dt="2026-01-13T12:23:16.572" v="60"/>
          <ac:spMkLst>
            <pc:docMk/>
            <pc:sldMk cId="2719948226" sldId="273"/>
            <ac:spMk id="3" creationId="{239F50EF-EF54-2CB5-C459-7F5B35507080}"/>
          </ac:spMkLst>
        </pc:spChg>
        <pc:picChg chg="add mod">
          <ac:chgData name="Tom Heijmans" userId="518c28196cba6f70" providerId="LiveId" clId="{095D2437-F965-4959-9368-4CD8193ACD5A}" dt="2026-01-13T12:24:59.640" v="67" actId="1076"/>
          <ac:picMkLst>
            <pc:docMk/>
            <pc:sldMk cId="2719948226" sldId="273"/>
            <ac:picMk id="5" creationId="{B5A63C5E-C87B-EFF7-9451-A90046B39C44}"/>
          </ac:picMkLst>
        </pc:picChg>
      </pc:sldChg>
      <pc:sldChg chg="addSp delSp modSp new mod ord">
        <pc:chgData name="Tom Heijmans" userId="518c28196cba6f70" providerId="LiveId" clId="{095D2437-F965-4959-9368-4CD8193ACD5A}" dt="2026-01-13T12:28:52.840" v="121" actId="1076"/>
        <pc:sldMkLst>
          <pc:docMk/>
          <pc:sldMk cId="982289788" sldId="274"/>
        </pc:sldMkLst>
        <pc:spChg chg="mod">
          <ac:chgData name="Tom Heijmans" userId="518c28196cba6f70" providerId="LiveId" clId="{095D2437-F965-4959-9368-4CD8193ACD5A}" dt="2026-01-13T12:28:31.080" v="116" actId="20577"/>
          <ac:spMkLst>
            <pc:docMk/>
            <pc:sldMk cId="982289788" sldId="274"/>
            <ac:spMk id="2" creationId="{D26049DD-C632-F5B3-CF4B-73D484034B82}"/>
          </ac:spMkLst>
        </pc:spChg>
        <pc:spChg chg="del mod">
          <ac:chgData name="Tom Heijmans" userId="518c28196cba6f70" providerId="LiveId" clId="{095D2437-F965-4959-9368-4CD8193ACD5A}" dt="2026-01-13T12:27:12.177" v="74"/>
          <ac:spMkLst>
            <pc:docMk/>
            <pc:sldMk cId="982289788" sldId="274"/>
            <ac:spMk id="3" creationId="{D4D4EDDE-A27F-F83C-D40E-8B71B6445147}"/>
          </ac:spMkLst>
        </pc:spChg>
        <pc:spChg chg="add del">
          <ac:chgData name="Tom Heijmans" userId="518c28196cba6f70" providerId="LiveId" clId="{095D2437-F965-4959-9368-4CD8193ACD5A}" dt="2026-01-13T12:26:57.916" v="73" actId="478"/>
          <ac:spMkLst>
            <pc:docMk/>
            <pc:sldMk cId="982289788" sldId="274"/>
            <ac:spMk id="4" creationId="{1ADE4F66-5D77-0777-F4C7-EA4FB6059288}"/>
          </ac:spMkLst>
        </pc:spChg>
        <pc:spChg chg="add del mod">
          <ac:chgData name="Tom Heijmans" userId="518c28196cba6f70" providerId="LiveId" clId="{095D2437-F965-4959-9368-4CD8193ACD5A}" dt="2026-01-13T12:27:56.427" v="86" actId="478"/>
          <ac:spMkLst>
            <pc:docMk/>
            <pc:sldMk cId="982289788" sldId="274"/>
            <ac:spMk id="10" creationId="{B33F1B49-9DE7-B128-A374-3FCEBFDFE47F}"/>
          </ac:spMkLst>
        </pc:spChg>
        <pc:spChg chg="add mod">
          <ac:chgData name="Tom Heijmans" userId="518c28196cba6f70" providerId="LiveId" clId="{095D2437-F965-4959-9368-4CD8193ACD5A}" dt="2026-01-13T12:28:47.734" v="119" actId="1076"/>
          <ac:spMkLst>
            <pc:docMk/>
            <pc:sldMk cId="982289788" sldId="274"/>
            <ac:spMk id="12" creationId="{A3CD5AEE-D860-679E-B1CF-4ED114ABC73A}"/>
          </ac:spMkLst>
        </pc:spChg>
        <pc:picChg chg="add del mod">
          <ac:chgData name="Tom Heijmans" userId="518c28196cba6f70" providerId="LiveId" clId="{095D2437-F965-4959-9368-4CD8193ACD5A}" dt="2026-01-13T12:28:01.132" v="89" actId="478"/>
          <ac:picMkLst>
            <pc:docMk/>
            <pc:sldMk cId="982289788" sldId="274"/>
            <ac:picMk id="6" creationId="{D3558A04-20BF-E0A0-150B-F4B06B369BC5}"/>
          </ac:picMkLst>
        </pc:picChg>
        <pc:picChg chg="add mod">
          <ac:chgData name="Tom Heijmans" userId="518c28196cba6f70" providerId="LiveId" clId="{095D2437-F965-4959-9368-4CD8193ACD5A}" dt="2026-01-13T12:28:52.840" v="121" actId="1076"/>
          <ac:picMkLst>
            <pc:docMk/>
            <pc:sldMk cId="982289788" sldId="274"/>
            <ac:picMk id="8" creationId="{9A039B83-5B6C-AC7C-D01B-78356F29B175}"/>
          </ac:picMkLst>
        </pc:picChg>
      </pc:sldChg>
      <pc:sldChg chg="addSp delSp modSp new mod modAnim">
        <pc:chgData name="Tom Heijmans" userId="518c28196cba6f70" providerId="LiveId" clId="{095D2437-F965-4959-9368-4CD8193ACD5A}" dt="2026-01-13T12:47:46.254" v="191" actId="20577"/>
        <pc:sldMkLst>
          <pc:docMk/>
          <pc:sldMk cId="2687830593" sldId="275"/>
        </pc:sldMkLst>
        <pc:spChg chg="mod">
          <ac:chgData name="Tom Heijmans" userId="518c28196cba6f70" providerId="LiveId" clId="{095D2437-F965-4959-9368-4CD8193ACD5A}" dt="2026-01-13T12:47:46.254" v="191" actId="20577"/>
          <ac:spMkLst>
            <pc:docMk/>
            <pc:sldMk cId="2687830593" sldId="275"/>
            <ac:spMk id="2" creationId="{47DD673C-8692-A1A5-3CE9-F5FC856BFABD}"/>
          </ac:spMkLst>
        </pc:spChg>
        <pc:spChg chg="del">
          <ac:chgData name="Tom Heijmans" userId="518c28196cba6f70" providerId="LiveId" clId="{095D2437-F965-4959-9368-4CD8193ACD5A}" dt="2026-01-13T12:46:58.545" v="157"/>
          <ac:spMkLst>
            <pc:docMk/>
            <pc:sldMk cId="2687830593" sldId="275"/>
            <ac:spMk id="3" creationId="{496DBBAE-4B01-6E39-D25B-C7ADF617FE49}"/>
          </ac:spMkLst>
        </pc:spChg>
        <pc:picChg chg="add mod">
          <ac:chgData name="Tom Heijmans" userId="518c28196cba6f70" providerId="LiveId" clId="{095D2437-F965-4959-9368-4CD8193ACD5A}" dt="2026-01-13T12:47:01.794" v="158" actId="1076"/>
          <ac:picMkLst>
            <pc:docMk/>
            <pc:sldMk cId="2687830593" sldId="275"/>
            <ac:picMk id="4" creationId="{A699057E-7B58-4216-FD5D-A4E8F5E5974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Concept GUI</a:t>
            </a: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049DD-C632-F5B3-CF4B-73D48403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AI HAT+</a:t>
            </a:r>
          </a:p>
        </p:txBody>
      </p:sp>
      <p:pic>
        <p:nvPicPr>
          <p:cNvPr id="8" name="Afbeelding 7" descr="Afbeelding met elektronica, Elektronische engineering, Stroomkringonderdeel, Elektronisch onderdeel&#10;&#10;Door AI gegenereerde inhoud is mogelijk onjuist.">
            <a:extLst>
              <a:ext uri="{FF2B5EF4-FFF2-40B4-BE49-F238E27FC236}">
                <a16:creationId xmlns:a16="http://schemas.microsoft.com/office/drawing/2014/main" id="{9A039B83-5B6C-AC7C-D01B-78356F29B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080" y="1845215"/>
            <a:ext cx="8393839" cy="4725731"/>
          </a:xfrm>
          <a:prstGeom prst="rect">
            <a:avLst/>
          </a:prstGeom>
        </p:spPr>
      </p:pic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A3CD5AEE-D860-679E-B1CF-4ED114ABC73A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0" y="1799496"/>
            <a:ext cx="487392" cy="45719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82289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E5E72-795C-A6CF-74D4-A8B121A3C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Camera houder Design Update</a:t>
            </a:r>
          </a:p>
        </p:txBody>
      </p:sp>
      <p:pic>
        <p:nvPicPr>
          <p:cNvPr id="5" name="Tijdelijke aanduiding voor inhoud 4" descr="Afbeelding met Elektrische bedrading, elektronica, Elektronische engineering, Elektriciteitsnetwerk&#10;&#10;Door AI gegenereerde inhoud is mogelijk onjuist.">
            <a:extLst>
              <a:ext uri="{FF2B5EF4-FFF2-40B4-BE49-F238E27FC236}">
                <a16:creationId xmlns:a16="http://schemas.microsoft.com/office/drawing/2014/main" id="{B5A63C5E-C87B-EFF7-9451-A90046B39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010" y="2057401"/>
            <a:ext cx="7147980" cy="4024313"/>
          </a:xfrm>
        </p:spPr>
      </p:pic>
    </p:spTree>
    <p:extLst>
      <p:ext uri="{BB962C8B-B14F-4D97-AF65-F5344CB8AC3E}">
        <p14:creationId xmlns:p14="http://schemas.microsoft.com/office/powerpoint/2010/main" val="2719948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332573"/>
            <a:ext cx="4775200" cy="1293028"/>
          </a:xfrm>
        </p:spPr>
        <p:txBody>
          <a:bodyPr>
            <a:normAutofit/>
          </a:bodyPr>
          <a:lstStyle/>
          <a:p>
            <a:r>
              <a:rPr lang="en-US" sz="3600" dirty="0" err="1"/>
              <a:t>afstandsbepaling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813560"/>
            <a:ext cx="5367867" cy="1447225"/>
          </a:xfrm>
        </p:spPr>
        <p:txBody>
          <a:bodyPr>
            <a:normAutofit/>
          </a:bodyPr>
          <a:lstStyle/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Bevindingen</a:t>
            </a:r>
            <a:r>
              <a:rPr lang="en-US" dirty="0"/>
              <a:t> Testen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3" name="map">
            <a:hlinkClick r:id="" action="ppaction://media"/>
            <a:extLst>
              <a:ext uri="{FF2B5EF4-FFF2-40B4-BE49-F238E27FC236}">
                <a16:creationId xmlns:a16="http://schemas.microsoft.com/office/drawing/2014/main" id="{7CE6F67F-35BE-0099-A12F-6FC0BE1AB7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7834" y="1018116"/>
            <a:ext cx="855980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D673C-8692-A1A5-3CE9-F5FC856BF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Concept GUI</a:t>
            </a:r>
          </a:p>
        </p:txBody>
      </p:sp>
      <p:pic>
        <p:nvPicPr>
          <p:cNvPr id="4" name="stereo">
            <a:hlinkClick r:id="" action="ppaction://media"/>
            <a:extLst>
              <a:ext uri="{FF2B5EF4-FFF2-40B4-BE49-F238E27FC236}">
                <a16:creationId xmlns:a16="http://schemas.microsoft.com/office/drawing/2014/main" id="{A699057E-7B58-4216-FD5D-A4E8F5E59745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21693" y="2239645"/>
            <a:ext cx="7948613" cy="4024313"/>
          </a:xfrm>
        </p:spPr>
      </p:pic>
    </p:spTree>
    <p:extLst>
      <p:ext uri="{BB962C8B-B14F-4D97-AF65-F5344CB8AC3E}">
        <p14:creationId xmlns:p14="http://schemas.microsoft.com/office/powerpoint/2010/main" val="268783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7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31466B-4992-0F2D-A9FE-7107BC24C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336" y="1491343"/>
            <a:ext cx="7772400" cy="442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Afmaken</a:t>
            </a:r>
            <a:r>
              <a:rPr lang="en-US" dirty="0"/>
              <a:t> van </a:t>
            </a:r>
            <a:r>
              <a:rPr lang="en-US" dirty="0" err="1"/>
              <a:t>functionaliteit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Realiseren</a:t>
            </a:r>
            <a:r>
              <a:rPr lang="en-US" dirty="0"/>
              <a:t> van </a:t>
            </a:r>
            <a:r>
              <a:rPr lang="en-US" dirty="0" err="1"/>
              <a:t>einddoel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/>
              <a:t>Plan </a:t>
            </a:r>
            <a:r>
              <a:rPr lang="en-US" dirty="0" err="1"/>
              <a:t>maken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</a:t>
            </a:r>
            <a:r>
              <a:rPr lang="en-US" dirty="0" err="1"/>
              <a:t>laatste</a:t>
            </a:r>
            <a:r>
              <a:rPr lang="en-US" dirty="0"/>
              <a:t> 2/3 </a:t>
            </a:r>
            <a:r>
              <a:rPr lang="en-US" dirty="0" err="1"/>
              <a:t>weken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482</TotalTime>
  <Words>111</Words>
  <Application>Microsoft Macintosh PowerPoint</Application>
  <PresentationFormat>Widescreen</PresentationFormat>
  <Paragraphs>38</Paragraphs>
  <Slides>10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Century Gothic</vt:lpstr>
      <vt:lpstr>Vapor Trail</vt:lpstr>
      <vt:lpstr>Sprint meeting 6</vt:lpstr>
      <vt:lpstr>Inhoudsopgave</vt:lpstr>
      <vt:lpstr>Sprint 6 review</vt:lpstr>
      <vt:lpstr>Raspberry PI AI HAT+</vt:lpstr>
      <vt:lpstr>Camera houder Design Update</vt:lpstr>
      <vt:lpstr>afstandsbepaling</vt:lpstr>
      <vt:lpstr>2D Kaart</vt:lpstr>
      <vt:lpstr>Concept GUI</vt:lpstr>
      <vt:lpstr>Sprint planning 7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Dennis Zejnilovic (1098617)</cp:lastModifiedBy>
  <cp:revision>19</cp:revision>
  <dcterms:created xsi:type="dcterms:W3CDTF">2025-11-18T11:21:54Z</dcterms:created>
  <dcterms:modified xsi:type="dcterms:W3CDTF">2026-01-13T13:35:01Z</dcterms:modified>
</cp:coreProperties>
</file>