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74" r:id="rId5"/>
    <p:sldId id="272" r:id="rId6"/>
    <p:sldId id="268" r:id="rId7"/>
    <p:sldId id="273" r:id="rId8"/>
    <p:sldId id="269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D2437-F965-4959-9368-4CD8193ACD5A}" v="6" dt="2026-01-13T12:27:48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09"/>
    <p:restoredTop sz="94626"/>
  </p:normalViewPr>
  <p:slideViewPr>
    <p:cSldViewPr snapToGrid="0">
      <p:cViewPr varScale="1">
        <p:scale>
          <a:sx n="56" d="100"/>
          <a:sy n="56" d="100"/>
        </p:scale>
        <p:origin x="90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Heijmans" userId="518c28196cba6f70" providerId="LiveId" clId="{095D2437-F965-4959-9368-4CD8193ACD5A}"/>
    <pc:docChg chg="undo custSel addSld delSld modSld sldOrd">
      <pc:chgData name="Tom Heijmans" userId="518c28196cba6f70" providerId="LiveId" clId="{095D2437-F965-4959-9368-4CD8193ACD5A}" dt="2026-01-13T12:28:52.840" v="121" actId="1076"/>
      <pc:docMkLst>
        <pc:docMk/>
      </pc:docMkLst>
      <pc:sldChg chg="del mod ord modShow">
        <pc:chgData name="Tom Heijmans" userId="518c28196cba6f70" providerId="LiveId" clId="{095D2437-F965-4959-9368-4CD8193ACD5A}" dt="2026-01-13T12:17:52.654" v="3" actId="2696"/>
        <pc:sldMkLst>
          <pc:docMk/>
          <pc:sldMk cId="1393219665" sldId="263"/>
        </pc:sldMkLst>
      </pc:sldChg>
      <pc:sldChg chg="mod modShow">
        <pc:chgData name="Tom Heijmans" userId="518c28196cba6f70" providerId="LiveId" clId="{095D2437-F965-4959-9368-4CD8193ACD5A}" dt="2026-01-13T12:18:24.724" v="6" actId="729"/>
        <pc:sldMkLst>
          <pc:docMk/>
          <pc:sldMk cId="76556226" sldId="269"/>
        </pc:sldMkLst>
      </pc:sldChg>
      <pc:sldChg chg="del">
        <pc:chgData name="Tom Heijmans" userId="518c28196cba6f70" providerId="LiveId" clId="{095D2437-F965-4959-9368-4CD8193ACD5A}" dt="2026-01-13T12:18:03.019" v="5" actId="2696"/>
        <pc:sldMkLst>
          <pc:docMk/>
          <pc:sldMk cId="491311255" sldId="270"/>
        </pc:sldMkLst>
      </pc:sldChg>
      <pc:sldChg chg="del">
        <pc:chgData name="Tom Heijmans" userId="518c28196cba6f70" providerId="LiveId" clId="{095D2437-F965-4959-9368-4CD8193ACD5A}" dt="2026-01-13T12:17:56.077" v="4" actId="2696"/>
        <pc:sldMkLst>
          <pc:docMk/>
          <pc:sldMk cId="827783333" sldId="271"/>
        </pc:sldMkLst>
      </pc:sldChg>
      <pc:sldChg chg="modSp mod">
        <pc:chgData name="Tom Heijmans" userId="518c28196cba6f70" providerId="LiveId" clId="{095D2437-F965-4959-9368-4CD8193ACD5A}" dt="2026-01-13T12:22:06.220" v="45" actId="20577"/>
        <pc:sldMkLst>
          <pc:docMk/>
          <pc:sldMk cId="1169100567" sldId="272"/>
        </pc:sldMkLst>
        <pc:spChg chg="mod">
          <ac:chgData name="Tom Heijmans" userId="518c28196cba6f70" providerId="LiveId" clId="{095D2437-F965-4959-9368-4CD8193ACD5A}" dt="2026-01-13T12:22:06.220" v="45" actId="20577"/>
          <ac:spMkLst>
            <pc:docMk/>
            <pc:sldMk cId="1169100567" sldId="272"/>
            <ac:spMk id="3" creationId="{DE8C8864-117E-0BFA-88AB-31AB17D039AF}"/>
          </ac:spMkLst>
        </pc:spChg>
      </pc:sldChg>
      <pc:sldChg chg="addSp delSp modSp new mod">
        <pc:chgData name="Tom Heijmans" userId="518c28196cba6f70" providerId="LiveId" clId="{095D2437-F965-4959-9368-4CD8193ACD5A}" dt="2026-01-13T12:24:59.640" v="67" actId="1076"/>
        <pc:sldMkLst>
          <pc:docMk/>
          <pc:sldMk cId="2719948226" sldId="273"/>
        </pc:sldMkLst>
        <pc:spChg chg="mod">
          <ac:chgData name="Tom Heijmans" userId="518c28196cba6f70" providerId="LiveId" clId="{095D2437-F965-4959-9368-4CD8193ACD5A}" dt="2026-01-13T12:22:15.349" v="59" actId="20577"/>
          <ac:spMkLst>
            <pc:docMk/>
            <pc:sldMk cId="2719948226" sldId="273"/>
            <ac:spMk id="2" creationId="{050E5E72-795C-A6CF-74D4-A8B121A3CF54}"/>
          </ac:spMkLst>
        </pc:spChg>
        <pc:spChg chg="del">
          <ac:chgData name="Tom Heijmans" userId="518c28196cba6f70" providerId="LiveId" clId="{095D2437-F965-4959-9368-4CD8193ACD5A}" dt="2026-01-13T12:23:16.572" v="60"/>
          <ac:spMkLst>
            <pc:docMk/>
            <pc:sldMk cId="2719948226" sldId="273"/>
            <ac:spMk id="3" creationId="{239F50EF-EF54-2CB5-C459-7F5B35507080}"/>
          </ac:spMkLst>
        </pc:spChg>
        <pc:picChg chg="add mod">
          <ac:chgData name="Tom Heijmans" userId="518c28196cba6f70" providerId="LiveId" clId="{095D2437-F965-4959-9368-4CD8193ACD5A}" dt="2026-01-13T12:24:59.640" v="67" actId="1076"/>
          <ac:picMkLst>
            <pc:docMk/>
            <pc:sldMk cId="2719948226" sldId="273"/>
            <ac:picMk id="5" creationId="{B5A63C5E-C87B-EFF7-9451-A90046B39C44}"/>
          </ac:picMkLst>
        </pc:picChg>
      </pc:sldChg>
      <pc:sldChg chg="addSp delSp modSp new mod ord">
        <pc:chgData name="Tom Heijmans" userId="518c28196cba6f70" providerId="LiveId" clId="{095D2437-F965-4959-9368-4CD8193ACD5A}" dt="2026-01-13T12:28:52.840" v="121" actId="1076"/>
        <pc:sldMkLst>
          <pc:docMk/>
          <pc:sldMk cId="982289788" sldId="274"/>
        </pc:sldMkLst>
        <pc:spChg chg="mod">
          <ac:chgData name="Tom Heijmans" userId="518c28196cba6f70" providerId="LiveId" clId="{095D2437-F965-4959-9368-4CD8193ACD5A}" dt="2026-01-13T12:28:31.080" v="116" actId="20577"/>
          <ac:spMkLst>
            <pc:docMk/>
            <pc:sldMk cId="982289788" sldId="274"/>
            <ac:spMk id="2" creationId="{D26049DD-C632-F5B3-CF4B-73D484034B82}"/>
          </ac:spMkLst>
        </pc:spChg>
        <pc:spChg chg="del mod">
          <ac:chgData name="Tom Heijmans" userId="518c28196cba6f70" providerId="LiveId" clId="{095D2437-F965-4959-9368-4CD8193ACD5A}" dt="2026-01-13T12:27:12.177" v="74"/>
          <ac:spMkLst>
            <pc:docMk/>
            <pc:sldMk cId="982289788" sldId="274"/>
            <ac:spMk id="3" creationId="{D4D4EDDE-A27F-F83C-D40E-8B71B6445147}"/>
          </ac:spMkLst>
        </pc:spChg>
        <pc:spChg chg="add del">
          <ac:chgData name="Tom Heijmans" userId="518c28196cba6f70" providerId="LiveId" clId="{095D2437-F965-4959-9368-4CD8193ACD5A}" dt="2026-01-13T12:26:57.916" v="73" actId="478"/>
          <ac:spMkLst>
            <pc:docMk/>
            <pc:sldMk cId="982289788" sldId="274"/>
            <ac:spMk id="4" creationId="{1ADE4F66-5D77-0777-F4C7-EA4FB6059288}"/>
          </ac:spMkLst>
        </pc:spChg>
        <pc:spChg chg="add del mod">
          <ac:chgData name="Tom Heijmans" userId="518c28196cba6f70" providerId="LiveId" clId="{095D2437-F965-4959-9368-4CD8193ACD5A}" dt="2026-01-13T12:27:56.427" v="86" actId="478"/>
          <ac:spMkLst>
            <pc:docMk/>
            <pc:sldMk cId="982289788" sldId="274"/>
            <ac:spMk id="10" creationId="{B33F1B49-9DE7-B128-A374-3FCEBFDFE47F}"/>
          </ac:spMkLst>
        </pc:spChg>
        <pc:spChg chg="add mod">
          <ac:chgData name="Tom Heijmans" userId="518c28196cba6f70" providerId="LiveId" clId="{095D2437-F965-4959-9368-4CD8193ACD5A}" dt="2026-01-13T12:28:47.734" v="119" actId="1076"/>
          <ac:spMkLst>
            <pc:docMk/>
            <pc:sldMk cId="982289788" sldId="274"/>
            <ac:spMk id="12" creationId="{A3CD5AEE-D860-679E-B1CF-4ED114ABC73A}"/>
          </ac:spMkLst>
        </pc:spChg>
        <pc:picChg chg="add del mod">
          <ac:chgData name="Tom Heijmans" userId="518c28196cba6f70" providerId="LiveId" clId="{095D2437-F965-4959-9368-4CD8193ACD5A}" dt="2026-01-13T12:28:01.132" v="89" actId="478"/>
          <ac:picMkLst>
            <pc:docMk/>
            <pc:sldMk cId="982289788" sldId="274"/>
            <ac:picMk id="6" creationId="{D3558A04-20BF-E0A0-150B-F4B06B369BC5}"/>
          </ac:picMkLst>
        </pc:picChg>
        <pc:picChg chg="add mod">
          <ac:chgData name="Tom Heijmans" userId="518c28196cba6f70" providerId="LiveId" clId="{095D2437-F965-4959-9368-4CD8193ACD5A}" dt="2026-01-13T12:28:52.840" v="121" actId="1076"/>
          <ac:picMkLst>
            <pc:docMk/>
            <pc:sldMk cId="982289788" sldId="274"/>
            <ac:picMk id="8" creationId="{9A039B83-5B6C-AC7C-D01B-78356F29B1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DA3F3-9868-8245-B3FF-65DDF84A916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C1CD0-4888-0941-98BC-540E360D3A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C1CD0-4888-0941-98BC-540E360D3A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94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7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1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7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7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3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7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6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4277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15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34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37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2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D1A74-31CA-714C-9307-283D852E88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39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A642-FB0A-0982-405F-D42A2A567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665514"/>
            <a:ext cx="9448800" cy="1331615"/>
          </a:xfrm>
        </p:spPr>
        <p:txBody>
          <a:bodyPr/>
          <a:lstStyle/>
          <a:p>
            <a:r>
              <a:rPr lang="en-US" b="1" dirty="0"/>
              <a:t>Sprint meeting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192A0-C08E-D9AF-15AA-1332C2826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4231758" cy="1825095"/>
          </a:xfrm>
        </p:spPr>
        <p:txBody>
          <a:bodyPr>
            <a:normAutofit/>
          </a:bodyPr>
          <a:lstStyle/>
          <a:p>
            <a:r>
              <a:rPr lang="en-US" dirty="0"/>
              <a:t>Dennis Zejnilovic	1098617</a:t>
            </a:r>
          </a:p>
          <a:p>
            <a:r>
              <a:rPr lang="en-US" dirty="0"/>
              <a:t>Fabio Wolthuis		1093379</a:t>
            </a:r>
          </a:p>
          <a:p>
            <a:r>
              <a:rPr lang="en-US" dirty="0"/>
              <a:t>Ali </a:t>
            </a:r>
            <a:r>
              <a:rPr lang="en-US" dirty="0" err="1"/>
              <a:t>Haimed</a:t>
            </a:r>
            <a:r>
              <a:rPr lang="en-US" dirty="0"/>
              <a:t>		1103776</a:t>
            </a:r>
          </a:p>
          <a:p>
            <a:r>
              <a:rPr lang="en-US" dirty="0"/>
              <a:t>Tom </a:t>
            </a:r>
            <a:r>
              <a:rPr lang="en-US" dirty="0" err="1"/>
              <a:t>Heijmans</a:t>
            </a:r>
            <a:r>
              <a:rPr lang="en-US" dirty="0"/>
              <a:t>	 	1079471</a:t>
            </a:r>
          </a:p>
        </p:txBody>
      </p:sp>
    </p:spTree>
    <p:extLst>
      <p:ext uri="{BB962C8B-B14F-4D97-AF65-F5344CB8AC3E}">
        <p14:creationId xmlns:p14="http://schemas.microsoft.com/office/powerpoint/2010/main" val="307472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9C88-9EC4-29E0-62EE-61004211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Inhoudsopgave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8D1E8-2F9C-58D8-953E-E2BB2001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6 review</a:t>
            </a:r>
          </a:p>
          <a:p>
            <a:r>
              <a:rPr lang="en-US" dirty="0"/>
              <a:t>Wat we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gedaan</a:t>
            </a:r>
            <a:r>
              <a:rPr lang="en-US" dirty="0"/>
              <a:t>:</a:t>
            </a:r>
            <a:endParaRPr lang="en-US" sz="2000" dirty="0"/>
          </a:p>
          <a:p>
            <a:pPr marL="0" indent="0">
              <a:buNone/>
            </a:pP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Ai HATI+ </a:t>
            </a:r>
            <a:r>
              <a:rPr lang="en-US" sz="1600" dirty="0" err="1">
                <a:solidFill>
                  <a:schemeClr val="accent6"/>
                </a:solidFill>
              </a:rPr>
              <a:t>toevoegen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Camera </a:t>
            </a:r>
            <a:r>
              <a:rPr lang="en-US" sz="1600" dirty="0" err="1">
                <a:solidFill>
                  <a:schemeClr val="accent6"/>
                </a:solidFill>
              </a:rPr>
              <a:t>houder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opnieuw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ontwerpen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 Stereo-</a:t>
            </a:r>
            <a:r>
              <a:rPr lang="en-US" sz="1600" dirty="0" err="1">
                <a:solidFill>
                  <a:schemeClr val="accent6"/>
                </a:solidFill>
              </a:rPr>
              <a:t>visie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verslag</a:t>
            </a:r>
            <a:r>
              <a:rPr lang="en-US" sz="1600" dirty="0">
                <a:solidFill>
                  <a:schemeClr val="accent6"/>
                </a:solidFill>
              </a:rPr>
              <a:t> is </a:t>
            </a:r>
            <a:r>
              <a:rPr lang="en-US" sz="1600" dirty="0" err="1">
                <a:solidFill>
                  <a:schemeClr val="accent6"/>
                </a:solidFill>
              </a:rPr>
              <a:t>af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Optimalisatie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onderzoeksverslag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Verder </a:t>
            </a:r>
            <a:r>
              <a:rPr lang="en-US" sz="1600" dirty="0" err="1">
                <a:solidFill>
                  <a:schemeClr val="accent6"/>
                </a:solidFill>
              </a:rPr>
              <a:t>werken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aan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Kalibratie</a:t>
            </a:r>
            <a:r>
              <a:rPr lang="en-US" sz="1600" dirty="0">
                <a:solidFill>
                  <a:schemeClr val="accent6"/>
                </a:solidFill>
              </a:rPr>
              <a:t>/</a:t>
            </a:r>
            <a:r>
              <a:rPr lang="en-US" sz="1600" dirty="0" err="1">
                <a:solidFill>
                  <a:schemeClr val="accent6"/>
                </a:solidFill>
              </a:rPr>
              <a:t>afstandsbepaling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Verder </a:t>
            </a:r>
            <a:r>
              <a:rPr lang="en-US" sz="1600" dirty="0" err="1">
                <a:solidFill>
                  <a:schemeClr val="accent6"/>
                </a:solidFill>
              </a:rPr>
              <a:t>werken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aan</a:t>
            </a:r>
            <a:r>
              <a:rPr lang="en-US" sz="1600" dirty="0">
                <a:solidFill>
                  <a:schemeClr val="accent6"/>
                </a:solidFill>
              </a:rPr>
              <a:t> de 2D </a:t>
            </a:r>
            <a:r>
              <a:rPr lang="en-US" sz="1600" dirty="0" err="1">
                <a:solidFill>
                  <a:schemeClr val="accent6"/>
                </a:solidFill>
              </a:rPr>
              <a:t>grafiek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endParaRPr lang="en-US" sz="1600" dirty="0">
              <a:solidFill>
                <a:schemeClr val="accent6"/>
              </a:solidFill>
            </a:endParaRPr>
          </a:p>
          <a:p>
            <a:r>
              <a:rPr lang="en-US" dirty="0"/>
              <a:t>Sprint 7 planning </a:t>
            </a:r>
          </a:p>
          <a:p>
            <a:r>
              <a:rPr lang="en-US" dirty="0"/>
              <a:t>Retrospective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1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E7B321-5074-24F2-7D97-3DF68BD6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14" y="265577"/>
            <a:ext cx="3977639" cy="677415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Sprint 6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06289-D700-18AA-C40E-CD2B8F76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65" y="1289049"/>
            <a:ext cx="8319635" cy="490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8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049DD-C632-F5B3-CF4B-73D48403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Raspberry</a:t>
            </a:r>
            <a:r>
              <a:rPr lang="nl-NL" dirty="0"/>
              <a:t> PI AI HAT+</a:t>
            </a:r>
          </a:p>
        </p:txBody>
      </p:sp>
      <p:pic>
        <p:nvPicPr>
          <p:cNvPr id="8" name="Afbeelding 7" descr="Afbeelding met elektronica, Elektronische engineering, Stroomkringonderdeel, Elektronisch onderdeel&#10;&#10;Door AI gegenereerde inhoud is mogelijk onjuist.">
            <a:extLst>
              <a:ext uri="{FF2B5EF4-FFF2-40B4-BE49-F238E27FC236}">
                <a16:creationId xmlns:a16="http://schemas.microsoft.com/office/drawing/2014/main" id="{9A039B83-5B6C-AC7C-D01B-78356F29B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080" y="1845215"/>
            <a:ext cx="8393839" cy="4725731"/>
          </a:xfrm>
          <a:prstGeom prst="rect">
            <a:avLst/>
          </a:prstGeom>
        </p:spPr>
      </p:pic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A3CD5AEE-D860-679E-B1CF-4ED114ABC73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0" y="1799496"/>
            <a:ext cx="487392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82289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5835-CCF2-56B2-5FD0-AA5BBB1A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B9BF-7CA1-6ED1-F8B2-5C6331D12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133" y="332573"/>
            <a:ext cx="4775200" cy="1293028"/>
          </a:xfrm>
        </p:spPr>
        <p:txBody>
          <a:bodyPr>
            <a:normAutofit/>
          </a:bodyPr>
          <a:lstStyle/>
          <a:p>
            <a:r>
              <a:rPr lang="en-US" sz="3600" dirty="0" err="1"/>
              <a:t>afstandsbepaling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8864-117E-0BFA-88AB-31AB17D03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33" y="1813560"/>
            <a:ext cx="5367867" cy="1447225"/>
          </a:xfrm>
        </p:spPr>
        <p:txBody>
          <a:bodyPr>
            <a:normAutofit/>
          </a:bodyPr>
          <a:lstStyle/>
          <a:p>
            <a:r>
              <a:rPr lang="en-US" dirty="0" err="1"/>
              <a:t>Afstand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beter</a:t>
            </a:r>
            <a:r>
              <a:rPr lang="en-US" dirty="0"/>
              <a:t> </a:t>
            </a:r>
            <a:r>
              <a:rPr lang="en-US" dirty="0" err="1"/>
              <a:t>bepaald</a:t>
            </a:r>
            <a:r>
              <a:rPr lang="en-US" dirty="0"/>
              <a:t> </a:t>
            </a:r>
            <a:r>
              <a:rPr lang="en-US" dirty="0" err="1"/>
              <a:t>worden</a:t>
            </a:r>
            <a:endParaRPr lang="en-US" dirty="0"/>
          </a:p>
          <a:p>
            <a:r>
              <a:rPr lang="en-US" dirty="0" err="1"/>
              <a:t>Bevindingen</a:t>
            </a:r>
            <a:r>
              <a:rPr lang="en-US" dirty="0"/>
              <a:t> Testen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10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F2CF-C616-2599-E240-79D8692B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5683-123E-FC03-8AC0-A5F49078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70" y="0"/>
            <a:ext cx="2619452" cy="1293028"/>
          </a:xfrm>
        </p:spPr>
        <p:txBody>
          <a:bodyPr/>
          <a:lstStyle/>
          <a:p>
            <a:r>
              <a:rPr lang="en-US" dirty="0"/>
              <a:t>2D </a:t>
            </a:r>
            <a:r>
              <a:rPr lang="en-US" dirty="0" err="1"/>
              <a:t>Kaart</a:t>
            </a:r>
            <a:endParaRPr lang="en-US" dirty="0"/>
          </a:p>
        </p:txBody>
      </p:sp>
      <p:pic>
        <p:nvPicPr>
          <p:cNvPr id="3" name="map">
            <a:hlinkClick r:id="" action="ppaction://media"/>
            <a:extLst>
              <a:ext uri="{FF2B5EF4-FFF2-40B4-BE49-F238E27FC236}">
                <a16:creationId xmlns:a16="http://schemas.microsoft.com/office/drawing/2014/main" id="{7CE6F67F-35BE-0099-A12F-6FC0BE1AB78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7834" y="1018116"/>
            <a:ext cx="85598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0E5E72-795C-A6CF-74D4-A8B121A3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Camera houder Design Update</a:t>
            </a:r>
          </a:p>
        </p:txBody>
      </p:sp>
      <p:pic>
        <p:nvPicPr>
          <p:cNvPr id="5" name="Tijdelijke aanduiding voor inhoud 4" descr="Afbeelding met Elektrische bedrading, elektronica, Elektronische engineering, Elektriciteitsnetwerk&#10;&#10;Door AI gegenereerde inhoud is mogelijk onjuist.">
            <a:extLst>
              <a:ext uri="{FF2B5EF4-FFF2-40B4-BE49-F238E27FC236}">
                <a16:creationId xmlns:a16="http://schemas.microsoft.com/office/drawing/2014/main" id="{B5A63C5E-C87B-EFF7-9451-A90046B39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2010" y="2057401"/>
            <a:ext cx="7147980" cy="4024313"/>
          </a:xfrm>
        </p:spPr>
      </p:pic>
    </p:spTree>
    <p:extLst>
      <p:ext uri="{BB962C8B-B14F-4D97-AF65-F5344CB8AC3E}">
        <p14:creationId xmlns:p14="http://schemas.microsoft.com/office/powerpoint/2010/main" val="2719948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0998D-DF67-6E5F-B3FB-1677DC85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19E766-A219-ECA9-B0C2-CFC30CC59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333D87-4B9E-1AC8-7556-21E4AD22F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D684B3-7CD1-34E1-D8BE-38146E41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3" y="422430"/>
            <a:ext cx="6738257" cy="596590"/>
          </a:xfrm>
        </p:spPr>
        <p:txBody>
          <a:bodyPr anchor="b">
            <a:normAutofit/>
          </a:bodyPr>
          <a:lstStyle/>
          <a:p>
            <a:pPr algn="l"/>
            <a:r>
              <a:rPr lang="hu-HU" sz="2400" dirty="0"/>
              <a:t>optimalisatie onderzoeksverslag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55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F3CC-6179-A794-5F67-87B448E2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4" y="198315"/>
            <a:ext cx="5279571" cy="1293028"/>
          </a:xfrm>
        </p:spPr>
        <p:txBody>
          <a:bodyPr/>
          <a:lstStyle/>
          <a:p>
            <a:r>
              <a:rPr lang="en-US" dirty="0"/>
              <a:t>Sprint planning 7</a:t>
            </a:r>
          </a:p>
        </p:txBody>
      </p:sp>
    </p:spTree>
    <p:extLst>
      <p:ext uri="{BB962C8B-B14F-4D97-AF65-F5344CB8AC3E}">
        <p14:creationId xmlns:p14="http://schemas.microsoft.com/office/powerpoint/2010/main" val="77986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D6B3-AE8C-AE86-F4D4-2E68C21B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029"/>
            <a:ext cx="4484914" cy="1175658"/>
          </a:xfrm>
        </p:spPr>
        <p:txBody>
          <a:bodyPr/>
          <a:lstStyle/>
          <a:p>
            <a:r>
              <a:rPr lang="en-US" dirty="0"/>
              <a:t>Retrospective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17877-38C8-BE0F-75B1-33BB261AF833}"/>
              </a:ext>
            </a:extLst>
          </p:cNvPr>
          <p:cNvSpPr txBox="1"/>
          <p:nvPr/>
        </p:nvSpPr>
        <p:spPr>
          <a:xfrm>
            <a:off x="1012372" y="212059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Goed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Positieve</a:t>
            </a:r>
            <a:r>
              <a:rPr lang="en-US" dirty="0"/>
              <a:t> </a:t>
            </a:r>
            <a:r>
              <a:rPr lang="en-US" dirty="0" err="1"/>
              <a:t>inzet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Fout:</a:t>
            </a:r>
          </a:p>
          <a:p>
            <a:pPr lvl="1"/>
            <a:r>
              <a:rPr lang="en-US" dirty="0" err="1"/>
              <a:t>Niet</a:t>
            </a:r>
            <a:r>
              <a:rPr lang="en-US" dirty="0"/>
              <a:t> alle taken </a:t>
            </a:r>
            <a:r>
              <a:rPr lang="en-US" dirty="0" err="1"/>
              <a:t>compleet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Kan </a:t>
            </a:r>
            <a:r>
              <a:rPr lang="en-US" dirty="0" err="1"/>
              <a:t>beter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Proactiver</a:t>
            </a:r>
            <a:r>
              <a:rPr lang="en-US" dirty="0"/>
              <a:t> </a:t>
            </a:r>
            <a:r>
              <a:rPr lang="en-US" dirty="0" err="1"/>
              <a:t>werken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Hoe:</a:t>
            </a:r>
          </a:p>
          <a:p>
            <a:pPr lvl="1"/>
            <a:r>
              <a:rPr lang="en-US" dirty="0" err="1"/>
              <a:t>Acties</a:t>
            </a:r>
            <a:r>
              <a:rPr lang="en-US" dirty="0"/>
              <a:t> </a:t>
            </a:r>
            <a:r>
              <a:rPr lang="en-US" dirty="0" err="1"/>
              <a:t>concreet</a:t>
            </a:r>
            <a:r>
              <a:rPr lang="en-US" dirty="0"/>
              <a:t> </a:t>
            </a:r>
            <a:r>
              <a:rPr lang="en-US" dirty="0" err="1"/>
              <a:t>maken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5117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426</TotalTime>
  <Words>112</Words>
  <Application>Microsoft Office PowerPoint</Application>
  <PresentationFormat>Breedbeeld</PresentationFormat>
  <Paragraphs>40</Paragraphs>
  <Slides>10</Slides>
  <Notes>1</Notes>
  <HiddenSlides>1</HiddenSlides>
  <MMClips>1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4" baseType="lpstr">
      <vt:lpstr>Aptos</vt:lpstr>
      <vt:lpstr>Arial</vt:lpstr>
      <vt:lpstr>Century Gothic</vt:lpstr>
      <vt:lpstr>Vapor Trail</vt:lpstr>
      <vt:lpstr>Sprint meeting 6</vt:lpstr>
      <vt:lpstr>Inhoudsopgave</vt:lpstr>
      <vt:lpstr>Sprint 6 review</vt:lpstr>
      <vt:lpstr>Raspberry PI AI HAT+</vt:lpstr>
      <vt:lpstr>afstandsbepaling</vt:lpstr>
      <vt:lpstr>2D Kaart</vt:lpstr>
      <vt:lpstr>Camera houder Design Update</vt:lpstr>
      <vt:lpstr>optimalisatie onderzoeksverslag</vt:lpstr>
      <vt:lpstr>Sprint planning 7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Zejnilovic (1098617)</dc:creator>
  <cp:lastModifiedBy>Tom Heijmans</cp:lastModifiedBy>
  <cp:revision>17</cp:revision>
  <dcterms:created xsi:type="dcterms:W3CDTF">2025-11-18T11:21:54Z</dcterms:created>
  <dcterms:modified xsi:type="dcterms:W3CDTF">2026-01-13T12:29:01Z</dcterms:modified>
</cp:coreProperties>
</file>