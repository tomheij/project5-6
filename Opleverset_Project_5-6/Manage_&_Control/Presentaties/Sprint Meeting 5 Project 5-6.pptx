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72" r:id="rId6"/>
    <p:sldId id="270" r:id="rId7"/>
    <p:sldId id="268" r:id="rId8"/>
    <p:sldId id="269" r:id="rId9"/>
    <p:sldId id="271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9"/>
    <p:restoredTop sz="94626"/>
  </p:normalViewPr>
  <p:slideViewPr>
    <p:cSldViewPr snapToGrid="0">
      <p:cViewPr varScale="1">
        <p:scale>
          <a:sx n="111" d="100"/>
          <a:sy n="111" d="100"/>
        </p:scale>
        <p:origin x="24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DA3F3-9868-8245-B3FF-65DDF84A9164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1CD0-4888-0941-98BC-540E360D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C1CD0-4888-0941-98BC-540E360D3A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5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Bedrijfsbezoek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Kalibratie</a:t>
            </a:r>
            <a:r>
              <a:rPr lang="en-US" sz="1600" dirty="0">
                <a:solidFill>
                  <a:schemeClr val="accent6"/>
                </a:solidFill>
              </a:rPr>
              <a:t>/</a:t>
            </a:r>
            <a:r>
              <a:rPr lang="en-US" sz="1600" dirty="0" err="1">
                <a:solidFill>
                  <a:schemeClr val="accent6"/>
                </a:solidFill>
              </a:rPr>
              <a:t>afstandsbepaling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Stereo-</a:t>
            </a:r>
            <a:r>
              <a:rPr lang="en-US" sz="1600" dirty="0" err="1">
                <a:solidFill>
                  <a:schemeClr val="accent6"/>
                </a:solidFill>
              </a:rPr>
              <a:t>visie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verslag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2D </a:t>
            </a:r>
            <a:r>
              <a:rPr lang="en-US" sz="1600" dirty="0" err="1">
                <a:solidFill>
                  <a:schemeClr val="accent6"/>
                </a:solidFill>
              </a:rPr>
              <a:t>grafiek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6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5 review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93E7D-C12C-2B33-4951-2CBBC467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068" y="1327148"/>
            <a:ext cx="8007864" cy="504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0AE57C-30AD-4D4E-9855-B5FBEAD66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map of a city&#10;&#10;AI-generated content may be incorrect.">
            <a:extLst>
              <a:ext uri="{FF2B5EF4-FFF2-40B4-BE49-F238E27FC236}">
                <a16:creationId xmlns:a16="http://schemas.microsoft.com/office/drawing/2014/main" id="{FF189F65-3D53-951F-05EE-5A83D568F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65" y="1866833"/>
            <a:ext cx="9714319" cy="46143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89F95A-A82F-B85E-F48B-9843ED34B100}"/>
              </a:ext>
            </a:extLst>
          </p:cNvPr>
          <p:cNvSpPr txBox="1"/>
          <p:nvPr/>
        </p:nvSpPr>
        <p:spPr>
          <a:xfrm>
            <a:off x="473265" y="1330294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Innovation Laboratory RDM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B3C879C-6677-3CB5-2505-AA933CC67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298" y="406598"/>
            <a:ext cx="8610600" cy="1293028"/>
          </a:xfrm>
        </p:spPr>
        <p:txBody>
          <a:bodyPr/>
          <a:lstStyle/>
          <a:p>
            <a:r>
              <a:rPr lang="en-US" dirty="0" err="1"/>
              <a:t>Bedrijfsbezoek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1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5835-CCF2-56B2-5FD0-AA5BBB1A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B9BF-7CA1-6ED1-F8B2-5C6331D1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Kalibratie</a:t>
            </a:r>
            <a:r>
              <a:rPr lang="en-US" dirty="0"/>
              <a:t>/</a:t>
            </a:r>
            <a:r>
              <a:rPr lang="en-US" dirty="0" err="1"/>
              <a:t>afstandsbepaling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8864-117E-0BFA-88AB-31AB17D03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Betere</a:t>
            </a:r>
            <a:r>
              <a:rPr lang="en-US" dirty="0"/>
              <a:t> </a:t>
            </a:r>
            <a:r>
              <a:rPr lang="en-US" dirty="0" err="1"/>
              <a:t>kalibratie</a:t>
            </a:r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waarden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kalibratie</a:t>
            </a:r>
            <a:r>
              <a:rPr lang="en-US" dirty="0"/>
              <a:t> </a:t>
            </a:r>
            <a:r>
              <a:rPr lang="en-US" dirty="0" err="1"/>
              <a:t>omrekenen</a:t>
            </a:r>
            <a:endParaRPr lang="en-US" dirty="0"/>
          </a:p>
          <a:p>
            <a:r>
              <a:rPr lang="en-US" dirty="0" err="1"/>
              <a:t>Afstand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beter</a:t>
            </a:r>
            <a:r>
              <a:rPr lang="en-US" dirty="0"/>
              <a:t> </a:t>
            </a:r>
            <a:r>
              <a:rPr lang="en-US" dirty="0" err="1"/>
              <a:t>bepaald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r>
              <a:rPr lang="en-US" dirty="0" err="1"/>
              <a:t>Meerdere</a:t>
            </a:r>
            <a:r>
              <a:rPr lang="en-US" dirty="0"/>
              <a:t> </a:t>
            </a:r>
            <a:r>
              <a:rPr lang="en-US" dirty="0" err="1"/>
              <a:t>objecten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0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A3F323-2AF0-0501-8948-D8F945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946-F247-488C-2DD0-FD70679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743" y="2782486"/>
            <a:ext cx="2046514" cy="1293028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9131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0" y="0"/>
            <a:ext cx="2619452" cy="1293028"/>
          </a:xfrm>
        </p:spPr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Kaart</a:t>
            </a:r>
            <a:endParaRPr lang="en-US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561308-7B2B-8A84-7827-525BD28E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341" y="1097086"/>
            <a:ext cx="7701893" cy="548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63" y="216128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Stereo-</a:t>
            </a:r>
            <a:r>
              <a:rPr lang="en-US" sz="2400" dirty="0" err="1"/>
              <a:t>visie</a:t>
            </a:r>
            <a:r>
              <a:rPr lang="en-US" sz="2400" dirty="0"/>
              <a:t> </a:t>
            </a:r>
            <a:r>
              <a:rPr lang="en-US" sz="2400" dirty="0" err="1"/>
              <a:t>verslag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BE565-4A59-8718-1570-E787C409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27F81-FC5F-D89C-A085-871A4A2A0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07995A-2ADC-74E4-961F-63645356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2C837B-31B8-6A17-500D-208CAFF6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63" y="216128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Test rapport update</a:t>
            </a:r>
          </a:p>
        </p:txBody>
      </p:sp>
    </p:spTree>
    <p:extLst>
      <p:ext uri="{BB962C8B-B14F-4D97-AF65-F5344CB8AC3E}">
        <p14:creationId xmlns:p14="http://schemas.microsoft.com/office/powerpoint/2010/main" val="82778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CFAB96-2D9A-B39F-339B-3FCA7740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54" y="1622186"/>
            <a:ext cx="9464691" cy="45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17877-38C8-BE0F-75B1-33BB261AF833}"/>
              </a:ext>
            </a:extLst>
          </p:cNvPr>
          <p:cNvSpPr txBox="1"/>
          <p:nvPr/>
        </p:nvSpPr>
        <p:spPr>
          <a:xfrm>
            <a:off x="1012372" y="212059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Goed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Positieve</a:t>
            </a:r>
            <a:r>
              <a:rPr lang="en-US" dirty="0"/>
              <a:t> </a:t>
            </a:r>
            <a:r>
              <a:rPr lang="en-US" dirty="0" err="1"/>
              <a:t>inzet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Fout:</a:t>
            </a:r>
          </a:p>
          <a:p>
            <a:pPr lvl="1"/>
            <a:r>
              <a:rPr lang="en-US" dirty="0" err="1"/>
              <a:t>Niet</a:t>
            </a:r>
            <a:r>
              <a:rPr lang="en-US" dirty="0"/>
              <a:t> alle taken </a:t>
            </a:r>
            <a:r>
              <a:rPr lang="en-US" dirty="0" err="1"/>
              <a:t>compleet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beter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Proactiver</a:t>
            </a:r>
            <a:r>
              <a:rPr lang="en-US" dirty="0"/>
              <a:t> </a:t>
            </a:r>
            <a:r>
              <a:rPr lang="en-US" dirty="0" err="1"/>
              <a:t>werken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Hoe:</a:t>
            </a:r>
          </a:p>
          <a:p>
            <a:pPr lvl="1"/>
            <a:r>
              <a:rPr lang="en-US" dirty="0" err="1"/>
              <a:t>Acties</a:t>
            </a:r>
            <a:r>
              <a:rPr lang="en-US" dirty="0"/>
              <a:t> </a:t>
            </a:r>
            <a:r>
              <a:rPr lang="en-US" dirty="0" err="1"/>
              <a:t>concreet</a:t>
            </a:r>
            <a:r>
              <a:rPr lang="en-US" dirty="0"/>
              <a:t> </a:t>
            </a:r>
            <a:r>
              <a:rPr lang="en-US" dirty="0" err="1"/>
              <a:t>maken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363</TotalTime>
  <Words>102</Words>
  <Application>Microsoft Macintosh PowerPoint</Application>
  <PresentationFormat>Widescreen</PresentationFormat>
  <Paragraphs>42</Paragraphs>
  <Slides>11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Vapor Trail</vt:lpstr>
      <vt:lpstr>Sprint meeting 5</vt:lpstr>
      <vt:lpstr>Inhoudsopgave</vt:lpstr>
      <vt:lpstr>Sprint 5 review</vt:lpstr>
      <vt:lpstr>Bedrijfsbezoek</vt:lpstr>
      <vt:lpstr>Kalibratie/afstandsbepaling</vt:lpstr>
      <vt:lpstr>DEMO</vt:lpstr>
      <vt:lpstr>2D Kaart</vt:lpstr>
      <vt:lpstr>Stereo-visie verslag</vt:lpstr>
      <vt:lpstr>Test rapport update</vt:lpstr>
      <vt:lpstr>Sprint planning 6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Dennis Zejnilovic (1098617)</cp:lastModifiedBy>
  <cp:revision>13</cp:revision>
  <dcterms:created xsi:type="dcterms:W3CDTF">2025-11-18T11:21:54Z</dcterms:created>
  <dcterms:modified xsi:type="dcterms:W3CDTF">2026-01-09T11:06:51Z</dcterms:modified>
</cp:coreProperties>
</file>