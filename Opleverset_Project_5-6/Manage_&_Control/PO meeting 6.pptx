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3" r:id="rId5"/>
    <p:sldId id="270" r:id="rId6"/>
    <p:sldId id="268" r:id="rId7"/>
    <p:sldId id="269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08"/>
    <p:restoredTop sz="94635"/>
  </p:normalViewPr>
  <p:slideViewPr>
    <p:cSldViewPr snapToGrid="0">
      <p:cViewPr varScale="1">
        <p:scale>
          <a:sx n="59" d="100"/>
          <a:sy n="59" d="100"/>
        </p:scale>
        <p:origin x="8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5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Bedrijf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bezoek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Kalibreren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Detectie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afstand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Stereo-</a:t>
            </a:r>
            <a:r>
              <a:rPr lang="en-US" sz="1600" dirty="0" err="1">
                <a:solidFill>
                  <a:schemeClr val="accent6"/>
                </a:solidFill>
              </a:rPr>
              <a:t>visie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onderzoekverslag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2D graphic</a:t>
            </a:r>
          </a:p>
          <a:p>
            <a:pPr lvl="1"/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6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5 review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593E7D-C12C-2B33-4951-2CBBC4677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2068" y="1327148"/>
            <a:ext cx="8007864" cy="504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912AE0-CAD9-4F8F-A2A2-BDF07D4ED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A0AE57C-30AD-4D4E-9855-B5FBEAD661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6012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map of a city&#10;&#10;AI-generated content may be incorrect.">
            <a:extLst>
              <a:ext uri="{FF2B5EF4-FFF2-40B4-BE49-F238E27FC236}">
                <a16:creationId xmlns:a16="http://schemas.microsoft.com/office/drawing/2014/main" id="{FF189F65-3D53-951F-05EE-5A83D568F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796" y="1456474"/>
            <a:ext cx="9714319" cy="461430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30FE5A-9E86-E597-E856-FED0EE5AC59C}"/>
              </a:ext>
            </a:extLst>
          </p:cNvPr>
          <p:cNvSpPr txBox="1"/>
          <p:nvPr/>
        </p:nvSpPr>
        <p:spPr>
          <a:xfrm>
            <a:off x="261257" y="376864"/>
            <a:ext cx="29173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Bedrijf</a:t>
            </a:r>
            <a:r>
              <a:rPr lang="en-US" sz="3200" dirty="0"/>
              <a:t> </a:t>
            </a:r>
            <a:r>
              <a:rPr lang="en-US" sz="3200" dirty="0" err="1"/>
              <a:t>Bezoek</a:t>
            </a:r>
            <a:endParaRPr lang="hu-HU" sz="3200" dirty="0"/>
          </a:p>
        </p:txBody>
      </p:sp>
    </p:spTree>
    <p:extLst>
      <p:ext uri="{BB962C8B-B14F-4D97-AF65-F5344CB8AC3E}">
        <p14:creationId xmlns:p14="http://schemas.microsoft.com/office/powerpoint/2010/main" val="139321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3F323-2AF0-0501-8948-D8F945B4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D946-F247-488C-2DD0-FD706792D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743" y="2782486"/>
            <a:ext cx="2046514" cy="1293028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91311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A561308-7B2B-8A84-7827-525BD28EA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341" y="1097086"/>
            <a:ext cx="7701893" cy="548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0998D-DF67-6E5F-B3FB-1677DC85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19E766-A219-ECA9-B0C2-CFC30CC59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33D87-4B9E-1AC8-7556-21E4AD22F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D684B3-7CD1-34E1-D8BE-38146E41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263" y="216128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Stereo-</a:t>
            </a:r>
            <a:r>
              <a:rPr lang="en-US" sz="2400" dirty="0" err="1"/>
              <a:t>visie</a:t>
            </a:r>
            <a:r>
              <a:rPr lang="en-US" sz="2400" dirty="0"/>
              <a:t> </a:t>
            </a:r>
            <a:r>
              <a:rPr lang="en-US" sz="2400" dirty="0" err="1"/>
              <a:t>onderzoek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556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6</a:t>
            </a:r>
          </a:p>
        </p:txBody>
      </p:sp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273</TotalTime>
  <Words>60</Words>
  <Application>Microsoft Office PowerPoint</Application>
  <PresentationFormat>Widescreen</PresentationFormat>
  <Paragraphs>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Vapor Trail</vt:lpstr>
      <vt:lpstr>Sprint meeting 5</vt:lpstr>
      <vt:lpstr>Inhoudsopgave</vt:lpstr>
      <vt:lpstr>Sprint 5 review</vt:lpstr>
      <vt:lpstr>PowerPoint Presentation</vt:lpstr>
      <vt:lpstr>DEMO</vt:lpstr>
      <vt:lpstr>2D Kaart</vt:lpstr>
      <vt:lpstr>Stereo-visie onderzoek</vt:lpstr>
      <vt:lpstr>Sprint planning 6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Ali Haimed (1103776)</cp:lastModifiedBy>
  <cp:revision>8</cp:revision>
  <dcterms:created xsi:type="dcterms:W3CDTF">2025-11-18T11:21:54Z</dcterms:created>
  <dcterms:modified xsi:type="dcterms:W3CDTF">2025-12-16T11:03:39Z</dcterms:modified>
</cp:coreProperties>
</file>