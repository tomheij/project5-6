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63" r:id="rId5"/>
    <p:sldId id="270" r:id="rId6"/>
    <p:sldId id="268" r:id="rId7"/>
    <p:sldId id="269" r:id="rId8"/>
    <p:sldId id="271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08"/>
    <p:restoredTop sz="94635"/>
  </p:normalViewPr>
  <p:slideViewPr>
    <p:cSldViewPr snapToGrid="0">
      <p:cViewPr varScale="1">
        <p:scale>
          <a:sx n="58" d="100"/>
          <a:sy n="58" d="100"/>
        </p:scale>
        <p:origin x="4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720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75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18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27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81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27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71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30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974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167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7750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4277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115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5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3348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374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25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93CC80-0271-7245-85B8-CB73D7C6100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D1A74-31CA-714C-9307-283D852E88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391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9A642-FB0A-0982-405F-D42A2A567D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0600" y="1665514"/>
            <a:ext cx="9448800" cy="1331615"/>
          </a:xfrm>
        </p:spPr>
        <p:txBody>
          <a:bodyPr/>
          <a:lstStyle/>
          <a:p>
            <a:r>
              <a:rPr lang="en-US" b="1" dirty="0"/>
              <a:t>Sprint meeting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2192A0-C08E-D9AF-15AA-1332C2826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4231758" cy="1825095"/>
          </a:xfrm>
        </p:spPr>
        <p:txBody>
          <a:bodyPr>
            <a:normAutofit/>
          </a:bodyPr>
          <a:lstStyle/>
          <a:p>
            <a:r>
              <a:rPr lang="en-US" dirty="0"/>
              <a:t>Dennis Zejnilovic	1098617</a:t>
            </a:r>
          </a:p>
          <a:p>
            <a:r>
              <a:rPr lang="en-US" dirty="0"/>
              <a:t>Fabio Wolthuis		1093379</a:t>
            </a:r>
          </a:p>
          <a:p>
            <a:r>
              <a:rPr lang="en-US" dirty="0"/>
              <a:t>Ali </a:t>
            </a:r>
            <a:r>
              <a:rPr lang="en-US" dirty="0" err="1"/>
              <a:t>Haimed</a:t>
            </a:r>
            <a:r>
              <a:rPr lang="en-US" dirty="0"/>
              <a:t>		1103776</a:t>
            </a:r>
          </a:p>
          <a:p>
            <a:r>
              <a:rPr lang="en-US" dirty="0"/>
              <a:t>Tom </a:t>
            </a:r>
            <a:r>
              <a:rPr lang="en-US" dirty="0" err="1"/>
              <a:t>Heijmans</a:t>
            </a:r>
            <a:r>
              <a:rPr lang="en-US" dirty="0"/>
              <a:t>	 	1079471</a:t>
            </a:r>
          </a:p>
        </p:txBody>
      </p:sp>
    </p:spTree>
    <p:extLst>
      <p:ext uri="{BB962C8B-B14F-4D97-AF65-F5344CB8AC3E}">
        <p14:creationId xmlns:p14="http://schemas.microsoft.com/office/powerpoint/2010/main" val="307472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19C88-9EC4-29E0-62EE-610042111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Inhoudsopgave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D1E8-2F9C-58D8-953E-E2BB20016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Sprint 5 review</a:t>
            </a:r>
          </a:p>
          <a:p>
            <a:r>
              <a:rPr lang="en-US" dirty="0"/>
              <a:t>Wat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gedaan</a:t>
            </a:r>
            <a:r>
              <a:rPr lang="en-US" dirty="0"/>
              <a:t>:</a:t>
            </a:r>
            <a:endParaRPr lang="en-US" sz="2000" dirty="0"/>
          </a:p>
          <a:p>
            <a:pPr marL="0" indent="0">
              <a:buNone/>
            </a:pP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Bedrijf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bezoek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Kalibreren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 err="1">
                <a:solidFill>
                  <a:schemeClr val="accent6"/>
                </a:solidFill>
              </a:rPr>
              <a:t>Detectie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en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afstand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Stereo-</a:t>
            </a:r>
            <a:r>
              <a:rPr lang="en-US" sz="1600" dirty="0" err="1">
                <a:solidFill>
                  <a:schemeClr val="accent6"/>
                </a:solidFill>
              </a:rPr>
              <a:t>visie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r>
              <a:rPr lang="en-US" sz="1600" dirty="0" err="1">
                <a:solidFill>
                  <a:schemeClr val="accent6"/>
                </a:solidFill>
              </a:rPr>
              <a:t>onderzoekverslag</a:t>
            </a:r>
            <a:endParaRPr lang="en-US" sz="1600" dirty="0">
              <a:solidFill>
                <a:schemeClr val="accent6"/>
              </a:solidFill>
            </a:endParaRP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Test-rapport</a:t>
            </a:r>
          </a:p>
          <a:p>
            <a:pPr lvl="1"/>
            <a:r>
              <a:rPr lang="en-US" sz="1600" dirty="0">
                <a:solidFill>
                  <a:schemeClr val="accent6"/>
                </a:solidFill>
              </a:rPr>
              <a:t>2D graphic</a:t>
            </a:r>
          </a:p>
          <a:p>
            <a:pPr lvl="1"/>
            <a:endParaRPr lang="en-US" sz="1600" dirty="0">
              <a:solidFill>
                <a:schemeClr val="accent6"/>
              </a:solidFill>
            </a:endParaRPr>
          </a:p>
          <a:p>
            <a:r>
              <a:rPr lang="en-US" dirty="0"/>
              <a:t>Sprint 6 planning </a:t>
            </a:r>
          </a:p>
          <a:p>
            <a:r>
              <a:rPr lang="en-US" dirty="0"/>
              <a:t>Retrospective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12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D94F7C0-1344-4B3C-AFCB-E7F006BB5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EC584A2-4215-4DB8-AE1F-E3768D77E8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E7B321-5074-24F2-7D97-3DF68BD62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114" y="265577"/>
            <a:ext cx="3977639" cy="677415"/>
          </a:xfrm>
        </p:spPr>
        <p:txBody>
          <a:bodyPr anchor="b">
            <a:normAutofit/>
          </a:bodyPr>
          <a:lstStyle/>
          <a:p>
            <a:pPr algn="l"/>
            <a:r>
              <a:rPr lang="en-US" sz="3200" dirty="0"/>
              <a:t>Sprint 5 review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593E7D-C12C-2B33-4951-2CBBC46779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2068" y="1327148"/>
            <a:ext cx="8007864" cy="504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A0AE57C-30AD-4D4E-9855-B5FBEAD661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map of a city&#10;&#10;AI-generated content may be incorrect.">
            <a:extLst>
              <a:ext uri="{FF2B5EF4-FFF2-40B4-BE49-F238E27FC236}">
                <a16:creationId xmlns:a16="http://schemas.microsoft.com/office/drawing/2014/main" id="{FF189F65-3D53-951F-05EE-5A83D568F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796" y="1456474"/>
            <a:ext cx="9714319" cy="461430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30FE5A-9E86-E597-E856-FED0EE5AC59C}"/>
              </a:ext>
            </a:extLst>
          </p:cNvPr>
          <p:cNvSpPr txBox="1"/>
          <p:nvPr/>
        </p:nvSpPr>
        <p:spPr>
          <a:xfrm>
            <a:off x="261257" y="376864"/>
            <a:ext cx="29173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Bedrijf</a:t>
            </a:r>
            <a:r>
              <a:rPr lang="en-US" sz="3200" dirty="0"/>
              <a:t> </a:t>
            </a:r>
            <a:r>
              <a:rPr lang="en-US" sz="3200" dirty="0" err="1"/>
              <a:t>Bezoek</a:t>
            </a:r>
            <a:endParaRPr lang="hu-HU" sz="3200" dirty="0"/>
          </a:p>
        </p:txBody>
      </p:sp>
    </p:spTree>
    <p:extLst>
      <p:ext uri="{BB962C8B-B14F-4D97-AF65-F5344CB8AC3E}">
        <p14:creationId xmlns:p14="http://schemas.microsoft.com/office/powerpoint/2010/main" val="139321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3F323-2AF0-0501-8948-D8F945B4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D946-F247-488C-2DD0-FD706792D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2743" y="2782486"/>
            <a:ext cx="2046514" cy="1293028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491311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2CF-C616-2599-E240-79D8692B3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5683-123E-FC03-8AC0-A5F49078C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670" y="0"/>
            <a:ext cx="2619452" cy="1293028"/>
          </a:xfrm>
        </p:spPr>
        <p:txBody>
          <a:bodyPr/>
          <a:lstStyle/>
          <a:p>
            <a:r>
              <a:rPr lang="en-US" dirty="0"/>
              <a:t>2D </a:t>
            </a:r>
            <a:r>
              <a:rPr lang="en-US" dirty="0" err="1"/>
              <a:t>Kaart</a:t>
            </a:r>
            <a:endParaRPr lang="en-US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A561308-7B2B-8A84-7827-525BD28EA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341" y="1097086"/>
            <a:ext cx="7701893" cy="548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7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40998D-DF67-6E5F-B3FB-1677DC85D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19E766-A219-ECA9-B0C2-CFC30CC59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1333D87-4B9E-1AC8-7556-21E4AD22FF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D684B3-7CD1-34E1-D8BE-38146E41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Stereo-</a:t>
            </a:r>
            <a:r>
              <a:rPr lang="en-US" sz="2400" dirty="0" err="1"/>
              <a:t>visie</a:t>
            </a:r>
            <a:r>
              <a:rPr lang="en-US" sz="2400" dirty="0"/>
              <a:t> </a:t>
            </a:r>
            <a:r>
              <a:rPr lang="en-US" sz="2400" dirty="0" err="1"/>
              <a:t>onderzoek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556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0BE565-4A59-8718-1570-E787C409B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2A27F81-FC5F-D89C-A085-871A4A2A08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B07995A-2ADC-74E4-961F-63645356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2C837B-31B8-6A17-500D-208CAFF68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263" y="216128"/>
            <a:ext cx="4800601" cy="596590"/>
          </a:xfrm>
        </p:spPr>
        <p:txBody>
          <a:bodyPr anchor="b">
            <a:normAutofit/>
          </a:bodyPr>
          <a:lstStyle/>
          <a:p>
            <a:pPr algn="l"/>
            <a:r>
              <a:rPr lang="en-US" sz="2400" dirty="0"/>
              <a:t>Test rapport </a:t>
            </a:r>
            <a:r>
              <a:rPr lang="en-US" sz="2400" dirty="0" err="1"/>
              <a:t>ge</a:t>
            </a:r>
            <a:r>
              <a:rPr lang="nl-NL" sz="2400" dirty="0"/>
              <a:t>u</a:t>
            </a:r>
            <a:r>
              <a:rPr lang="en-US" sz="2400" dirty="0" err="1"/>
              <a:t>pdatet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27783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BDFADFB3-3D44-49A8-AE3B-A87C6160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B912AE0-CAD9-4F8F-A2A2-BDF07D4EDD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73F3CC-6179-A794-5F67-87B448E2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77194"/>
            <a:ext cx="10820400" cy="9098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400"/>
              <a:t>Sprint planning 6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0AE57C-30AD-4D4E-9855-B5FBEAD661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436012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4B9057-2B0C-A8E8-FAA5-07E0AB4A5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" y="2422498"/>
            <a:ext cx="6320592" cy="3602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69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D6B3-AE8C-AE86-F4D4-2E68C21B8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3029"/>
            <a:ext cx="4484914" cy="1175658"/>
          </a:xfrm>
        </p:spPr>
        <p:txBody>
          <a:bodyPr/>
          <a:lstStyle/>
          <a:p>
            <a:r>
              <a:rPr lang="en-US" dirty="0"/>
              <a:t>Retrospective</a:t>
            </a:r>
          </a:p>
        </p:txBody>
      </p:sp>
    </p:spTree>
    <p:extLst>
      <p:ext uri="{BB962C8B-B14F-4D97-AF65-F5344CB8AC3E}">
        <p14:creationId xmlns:p14="http://schemas.microsoft.com/office/powerpoint/2010/main" val="2783651172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277</TotalTime>
  <Words>66</Words>
  <Application>Microsoft Office PowerPoint</Application>
  <PresentationFormat>Widescreen</PresentationFormat>
  <Paragraphs>26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Century Gothic</vt:lpstr>
      <vt:lpstr>Vapor Trail</vt:lpstr>
      <vt:lpstr>Sprint meeting 5</vt:lpstr>
      <vt:lpstr>Inhoudsopgave</vt:lpstr>
      <vt:lpstr>Sprint 5 review</vt:lpstr>
      <vt:lpstr>PowerPoint Presentation</vt:lpstr>
      <vt:lpstr>DEMO</vt:lpstr>
      <vt:lpstr>2D Kaart</vt:lpstr>
      <vt:lpstr>Stereo-visie onderzoek</vt:lpstr>
      <vt:lpstr>Test rapport geupdatet</vt:lpstr>
      <vt:lpstr>Sprint planning 6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Zejnilovic (1098617)</dc:creator>
  <cp:lastModifiedBy>Ali Haimed (1103776)</cp:lastModifiedBy>
  <cp:revision>10</cp:revision>
  <dcterms:created xsi:type="dcterms:W3CDTF">2025-11-18T11:21:54Z</dcterms:created>
  <dcterms:modified xsi:type="dcterms:W3CDTF">2025-12-16T12:22:13Z</dcterms:modified>
</cp:coreProperties>
</file>