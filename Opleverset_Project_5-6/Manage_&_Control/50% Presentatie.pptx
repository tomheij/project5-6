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124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958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154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736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729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638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385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434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45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97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2655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9745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2394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9039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154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9047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01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3B2EF-A649-4C70-A571-CAD2EADC0F31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D9F08-95AE-4EFB-B651-6E60C60ACD4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8646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03A12-DAEC-3FDF-11FA-091060E37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Project 5/6 50% presentatie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2DBD36-496A-DABE-366D-1747E8468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1825095"/>
          </a:xfrm>
        </p:spPr>
        <p:txBody>
          <a:bodyPr>
            <a:normAutofit/>
          </a:bodyPr>
          <a:lstStyle/>
          <a:p>
            <a:r>
              <a:rPr lang="nl-NL" dirty="0"/>
              <a:t>Tom Heijmans, 1079471,</a:t>
            </a:r>
          </a:p>
          <a:p>
            <a:r>
              <a:rPr lang="nl-NL" dirty="0"/>
              <a:t>Fabio Wolthuis, 1079471</a:t>
            </a:r>
          </a:p>
          <a:p>
            <a:r>
              <a:rPr lang="nl-NL" dirty="0"/>
              <a:t>Ali </a:t>
            </a:r>
            <a:r>
              <a:rPr lang="nl-NL" dirty="0" err="1"/>
              <a:t>Haimed</a:t>
            </a:r>
            <a:r>
              <a:rPr lang="nl-NL" dirty="0"/>
              <a:t>, 1103776</a:t>
            </a:r>
          </a:p>
          <a:p>
            <a:r>
              <a:rPr lang="nl-NL" dirty="0"/>
              <a:t>Dennis </a:t>
            </a:r>
            <a:r>
              <a:rPr lang="nl-NL" dirty="0" err="1"/>
              <a:t>Zejnilovic</a:t>
            </a:r>
            <a:r>
              <a:rPr lang="nl-NL" dirty="0"/>
              <a:t>, 1098617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8CEB5D4-17C5-9D34-AC0E-ED9BB1E80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413" y="569889"/>
            <a:ext cx="409775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30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083C3-5619-A5C4-D177-724F6BB9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Inhoudsopgave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9B11EB2-0A11-4DC3-14E2-9DAAEBC25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Het Bedrijf</a:t>
            </a:r>
          </a:p>
          <a:p>
            <a:r>
              <a:rPr lang="nl-NL" dirty="0"/>
              <a:t>Probleem Stelling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391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BD5C1-50A9-FAF7-65E7-49085180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bedrijf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3C502E-835C-B6AF-AF88-D4C9B011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Tidalis</a:t>
            </a:r>
            <a:endParaRPr lang="nl-NL" dirty="0"/>
          </a:p>
          <a:p>
            <a:r>
              <a:rPr lang="nl-NL" dirty="0"/>
              <a:t>Maritiem</a:t>
            </a:r>
          </a:p>
          <a:p>
            <a:r>
              <a:rPr lang="nl-NL" dirty="0"/>
              <a:t>Martijn </a:t>
            </a:r>
            <a:r>
              <a:rPr lang="nl-NL" dirty="0" err="1"/>
              <a:t>Nijënstein</a:t>
            </a:r>
            <a:endParaRPr lang="nl-NL" dirty="0"/>
          </a:p>
          <a:p>
            <a:r>
              <a:rPr lang="nl-NL" dirty="0"/>
              <a:t>Maarten </a:t>
            </a:r>
            <a:r>
              <a:rPr lang="nl-NL" dirty="0" err="1"/>
              <a:t>Tietge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96A188A-4DBF-2A03-EF5F-76D5ADCD7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095" y="1682892"/>
            <a:ext cx="7948105" cy="453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0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EC2E30-888A-B680-94C1-243CC0A7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Probleemstelling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F46591-3E2D-8CF4-06ED-6E16B36E0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Camera’s</a:t>
            </a:r>
          </a:p>
          <a:p>
            <a:r>
              <a:rPr lang="nl-NL" dirty="0"/>
              <a:t>Schepen, Drones… Dingen</a:t>
            </a:r>
          </a:p>
        </p:txBody>
      </p:sp>
    </p:spTree>
    <p:extLst>
      <p:ext uri="{BB962C8B-B14F-4D97-AF65-F5344CB8AC3E}">
        <p14:creationId xmlns:p14="http://schemas.microsoft.com/office/powerpoint/2010/main" val="194296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AD4335-DB6F-DDA3-8BCD-0B4F9C0A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19FBF4-9528-CE05-72B3-394E38622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097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D60F01-DF12-68A3-DE46-A2C487E9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F3C2F9-7FD3-D860-9848-C7700A683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565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51ACB-07AF-6A68-A4CF-686BD113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623A0E-51EE-AF81-1C89-5D7FF163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50260872"/>
      </p:ext>
    </p:extLst>
  </p:cSld>
  <p:clrMapOvr>
    <a:masterClrMapping/>
  </p:clrMapOvr>
</p:sld>
</file>

<file path=ppt/theme/theme1.xml><?xml version="1.0" encoding="utf-8"?>
<a:theme xmlns:a="http://schemas.openxmlformats.org/drawingml/2006/main" name="Condensspoor">
  <a:themeElements>
    <a:clrScheme name="Condensspo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Condensspo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densspo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Condensspoor</Template>
  <TotalTime>62</TotalTime>
  <Words>45</Words>
  <Application>Microsoft Office PowerPoint</Application>
  <PresentationFormat>Breedbeeld</PresentationFormat>
  <Paragraphs>19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Condensspoor</vt:lpstr>
      <vt:lpstr>Project 5/6 50% presentatie</vt:lpstr>
      <vt:lpstr>Inhoudsopgave</vt:lpstr>
      <vt:lpstr>Het bedrijf</vt:lpstr>
      <vt:lpstr>Probleemstelling</vt:lpstr>
      <vt:lpstr>Demo</vt:lpstr>
      <vt:lpstr>Leerdoelen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Heijmans</dc:creator>
  <cp:lastModifiedBy>Tom Heijmans</cp:lastModifiedBy>
  <cp:revision>1</cp:revision>
  <dcterms:created xsi:type="dcterms:W3CDTF">2025-11-12T13:42:07Z</dcterms:created>
  <dcterms:modified xsi:type="dcterms:W3CDTF">2025-11-12T14:44:22Z</dcterms:modified>
</cp:coreProperties>
</file>