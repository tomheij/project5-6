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64" r:id="rId10"/>
    <p:sldId id="261" r:id="rId11"/>
    <p:sldId id="272" r:id="rId12"/>
    <p:sldId id="260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C9E6DC-382B-4CC4-A649-1B8F663856C1}" v="27" dt="2025-11-13T12:44:58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06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92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 Heijmans" userId="518c28196cba6f70" providerId="LiveId" clId="{B3C9E6DC-382B-4CC4-A649-1B8F663856C1}"/>
    <pc:docChg chg="undo custSel addSld modSld modMainMaster">
      <pc:chgData name="Tom Heijmans" userId="518c28196cba6f70" providerId="LiveId" clId="{B3C9E6DC-382B-4CC4-A649-1B8F663856C1}" dt="2025-11-13T12:45:13.703" v="393" actId="1076"/>
      <pc:docMkLst>
        <pc:docMk/>
      </pc:docMkLst>
      <pc:sldChg chg="addSp delSp modSp mod setBg delDesignElem">
        <pc:chgData name="Tom Heijmans" userId="518c28196cba6f70" providerId="LiveId" clId="{B3C9E6DC-382B-4CC4-A649-1B8F663856C1}" dt="2025-11-13T10:22:43.799" v="146" actId="26606"/>
        <pc:sldMkLst>
          <pc:docMk/>
          <pc:sldMk cId="3370430170" sldId="256"/>
        </pc:sldMkLst>
        <pc:spChg chg="mo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2" creationId="{F6203A12-DAEC-3FDF-11FA-091060E3762C}"/>
          </ac:spMkLst>
        </pc:spChg>
        <pc:spChg chg="mod or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3" creationId="{F92DBD36-496A-DABE-366D-1747E8468E83}"/>
          </ac:spMkLst>
        </pc:spChg>
        <pc:spChg chg="ad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12" creationId="{B1595A09-E336-4D1B-9B3A-06A2287A54E2}"/>
          </ac:spMkLst>
        </pc:spChg>
        <pc:spChg chg="add del">
          <ac:chgData name="Tom Heijmans" userId="518c28196cba6f70" providerId="LiveId" clId="{B3C9E6DC-382B-4CC4-A649-1B8F663856C1}" dt="2025-11-13T10:01:40.056" v="88" actId="26606"/>
          <ac:spMkLst>
            <pc:docMk/>
            <pc:sldMk cId="3370430170" sldId="256"/>
            <ac:spMk id="13" creationId="{077D6507-8E8D-40E1-A7B9-63012EF9492F}"/>
          </ac:spMkLst>
        </pc:spChg>
        <pc:spChg chg="ad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14" creationId="{3540989C-C7B8-473B-BF87-6F2DA6A90006}"/>
          </ac:spMkLst>
        </pc:spChg>
        <pc:spChg chg="add del">
          <ac:chgData name="Tom Heijmans" userId="518c28196cba6f70" providerId="LiveId" clId="{B3C9E6DC-382B-4CC4-A649-1B8F663856C1}" dt="2025-11-13T10:09:28.307" v="101"/>
          <ac:spMkLst>
            <pc:docMk/>
            <pc:sldMk cId="3370430170" sldId="256"/>
            <ac:spMk id="15" creationId="{BD7C2DEF-63C5-495B-BBE5-720E5D12B4D2}"/>
          </ac:spMkLst>
        </pc:spChg>
        <pc:picChg chg="add del">
          <ac:chgData name="Tom Heijmans" userId="518c28196cba6f70" providerId="LiveId" clId="{B3C9E6DC-382B-4CC4-A649-1B8F663856C1}" dt="2025-11-13T09:59:21.319" v="80" actId="21"/>
          <ac:picMkLst>
            <pc:docMk/>
            <pc:sldMk cId="3370430170" sldId="256"/>
            <ac:picMk id="5" creationId="{22B3E375-0B8C-FBA2-D5C9-0745DE49C01C}"/>
          </ac:picMkLst>
        </pc:picChg>
        <pc:picChg chg="add del mod">
          <ac:chgData name="Tom Heijmans" userId="518c28196cba6f70" providerId="LiveId" clId="{B3C9E6DC-382B-4CC4-A649-1B8F663856C1}" dt="2025-11-13T10:02:41.713" v="98" actId="478"/>
          <ac:picMkLst>
            <pc:docMk/>
            <pc:sldMk cId="3370430170" sldId="256"/>
            <ac:picMk id="6" creationId="{A8CEB5D4-17C5-9D34-AC0E-ED9BB1E80582}"/>
          </ac:picMkLst>
        </pc:picChg>
        <pc:picChg chg="add del mod ord">
          <ac:chgData name="Tom Heijmans" userId="518c28196cba6f70" providerId="LiveId" clId="{B3C9E6DC-382B-4CC4-A649-1B8F663856C1}" dt="2025-11-13T10:01:54.285" v="93" actId="22"/>
          <ac:picMkLst>
            <pc:docMk/>
            <pc:sldMk cId="3370430170" sldId="256"/>
            <ac:picMk id="8" creationId="{C323A52C-737A-3377-8FC3-D1A02942C510}"/>
          </ac:picMkLst>
        </pc:picChg>
        <pc:picChg chg="add mod ord">
          <ac:chgData name="Tom Heijmans" userId="518c28196cba6f70" providerId="LiveId" clId="{B3C9E6DC-382B-4CC4-A649-1B8F663856C1}" dt="2025-11-13T10:22:43.799" v="146" actId="26606"/>
          <ac:picMkLst>
            <pc:docMk/>
            <pc:sldMk cId="3370430170" sldId="256"/>
            <ac:picMk id="10" creationId="{A3EC0C5B-1710-66BE-18F7-353467119C51}"/>
          </ac:picMkLst>
        </pc:picChg>
        <pc:picChg chg="add del">
          <ac:chgData name="Tom Heijmans" userId="518c28196cba6f70" providerId="LiveId" clId="{B3C9E6DC-382B-4CC4-A649-1B8F663856C1}" dt="2025-11-13T10:09:28.307" v="101"/>
          <ac:picMkLst>
            <pc:docMk/>
            <pc:sldMk cId="3370430170" sldId="256"/>
            <ac:picMk id="17" creationId="{FE21E403-0B61-4473-BE57-AB0F16379674}"/>
          </ac:picMkLst>
        </pc:picChg>
      </pc:sldChg>
      <pc:sldChg chg="modSp mod">
        <pc:chgData name="Tom Heijmans" userId="518c28196cba6f70" providerId="LiveId" clId="{B3C9E6DC-382B-4CC4-A649-1B8F663856C1}" dt="2025-11-13T11:30:37.923" v="221" actId="20577"/>
        <pc:sldMkLst>
          <pc:docMk/>
          <pc:sldMk cId="2273918763" sldId="257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2273918763" sldId="257"/>
            <ac:spMk id="2" creationId="{14D083C3-5619-A5C4-D177-724F6BB9AB77}"/>
          </ac:spMkLst>
        </pc:spChg>
        <pc:spChg chg="mod">
          <ac:chgData name="Tom Heijmans" userId="518c28196cba6f70" providerId="LiveId" clId="{B3C9E6DC-382B-4CC4-A649-1B8F663856C1}" dt="2025-11-13T11:30:37.923" v="221" actId="20577"/>
          <ac:spMkLst>
            <pc:docMk/>
            <pc:sldMk cId="2273918763" sldId="257"/>
            <ac:spMk id="3" creationId="{A9B11EB2-0A11-4DC3-14E2-9DAAEBC25D5C}"/>
          </ac:spMkLst>
        </pc:spChg>
      </pc:sldChg>
      <pc:sldChg chg="addSp modSp mod">
        <pc:chgData name="Tom Heijmans" userId="518c28196cba6f70" providerId="LiveId" clId="{B3C9E6DC-382B-4CC4-A649-1B8F663856C1}" dt="2025-11-13T12:45:13.703" v="393" actId="1076"/>
        <pc:sldMkLst>
          <pc:docMk/>
          <pc:sldMk cId="1238502200" sldId="258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238502200" sldId="258"/>
            <ac:spMk id="2" creationId="{56CBD5C1-50A9-FAF7-65E7-4908518010B5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238502200" sldId="258"/>
            <ac:spMk id="3" creationId="{123C502E-835C-B6AF-AF88-D4C9B01140BD}"/>
          </ac:spMkLst>
        </pc:spChg>
        <pc:picChg chg="mod">
          <ac:chgData name="Tom Heijmans" userId="518c28196cba6f70" providerId="LiveId" clId="{B3C9E6DC-382B-4CC4-A649-1B8F663856C1}" dt="2025-11-13T12:45:09.233" v="392" actId="1076"/>
          <ac:picMkLst>
            <pc:docMk/>
            <pc:sldMk cId="1238502200" sldId="258"/>
            <ac:picMk id="5" creationId="{296A188A-4DBF-2A03-EF5F-76D5ADCD794A}"/>
          </ac:picMkLst>
        </pc:picChg>
        <pc:picChg chg="add mod">
          <ac:chgData name="Tom Heijmans" userId="518c28196cba6f70" providerId="LiveId" clId="{B3C9E6DC-382B-4CC4-A649-1B8F663856C1}" dt="2025-11-13T12:45:13.703" v="393" actId="1076"/>
          <ac:picMkLst>
            <pc:docMk/>
            <pc:sldMk cId="1238502200" sldId="258"/>
            <ac:picMk id="6" creationId="{72DC5032-78C5-4C55-C0CD-B3E1F9032190}"/>
          </ac:picMkLst>
        </pc:picChg>
      </pc:sldChg>
      <pc:sldChg chg="addSp modSp mod">
        <pc:chgData name="Tom Heijmans" userId="518c28196cba6f70" providerId="LiveId" clId="{B3C9E6DC-382B-4CC4-A649-1B8F663856C1}" dt="2025-11-13T11:30:10.642" v="192" actId="1076"/>
        <pc:sldMkLst>
          <pc:docMk/>
          <pc:sldMk cId="1942964482" sldId="259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42964482" sldId="259"/>
            <ac:spMk id="2" creationId="{04EC2E30-888A-B680-94C1-243CC0A7980F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42964482" sldId="259"/>
            <ac:spMk id="3" creationId="{6BF46591-3E2D-8CF4-06ED-6E16B36E034D}"/>
          </ac:spMkLst>
        </pc:spChg>
        <pc:picChg chg="add mod">
          <ac:chgData name="Tom Heijmans" userId="518c28196cba6f70" providerId="LiveId" clId="{B3C9E6DC-382B-4CC4-A649-1B8F663856C1}" dt="2025-11-13T09:56:30.836" v="78" actId="14100"/>
          <ac:picMkLst>
            <pc:docMk/>
            <pc:sldMk cId="1942964482" sldId="259"/>
            <ac:picMk id="5" creationId="{469CDBE5-139B-39C3-61B3-AEDC70030143}"/>
          </ac:picMkLst>
        </pc:picChg>
        <pc:picChg chg="add mod">
          <ac:chgData name="Tom Heijmans" userId="518c28196cba6f70" providerId="LiveId" clId="{B3C9E6DC-382B-4CC4-A649-1B8F663856C1}" dt="2025-11-13T11:30:10.642" v="192" actId="1076"/>
          <ac:picMkLst>
            <pc:docMk/>
            <pc:sldMk cId="1942964482" sldId="259"/>
            <ac:picMk id="1026" creationId="{A95E92AC-A928-FE2E-5343-3361CD8AC468}"/>
          </ac:picMkLst>
        </pc:picChg>
      </pc:sldChg>
      <pc:sldChg chg="addSp delSp modSp mod setBg">
        <pc:chgData name="Tom Heijmans" userId="518c28196cba6f70" providerId="LiveId" clId="{B3C9E6DC-382B-4CC4-A649-1B8F663856C1}" dt="2025-11-13T11:13:24.194" v="191" actId="26606"/>
        <pc:sldMkLst>
          <pc:docMk/>
          <pc:sldMk cId="3335657919" sldId="260"/>
        </pc:sldMkLst>
        <pc:spChg chg="mo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2" creationId="{37D60F01-DF12-68A3-DE46-A2C487E9EE31}"/>
          </ac:spMkLst>
        </pc:spChg>
        <pc:spChg chg="mo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3" creationId="{55F3C2F9-7FD3-D860-9848-C7700A683F59}"/>
          </ac:spMkLst>
        </pc:spChg>
        <pc:spChg chg="add del mod">
          <ac:chgData name="Tom Heijmans" userId="518c28196cba6f70" providerId="LiveId" clId="{B3C9E6DC-382B-4CC4-A649-1B8F663856C1}" dt="2025-11-13T10:23:39.457" v="147" actId="478"/>
          <ac:spMkLst>
            <pc:docMk/>
            <pc:sldMk cId="3335657919" sldId="260"/>
            <ac:spMk id="4" creationId="{D081A7D4-A543-D483-7533-B30037CE83FA}"/>
          </ac:spMkLst>
        </pc:spChg>
        <pc:spChg chg="ad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13" creationId="{743AA782-23D1-4521-8CAD-47662984AA08}"/>
          </ac:spMkLst>
        </pc:spChg>
        <pc:spChg chg="ad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15" creationId="{71877DBC-BB60-40F0-AC93-2ACDBAAE60CE}"/>
          </ac:spMkLst>
        </pc:spChg>
        <pc:picChg chg="add del mod">
          <ac:chgData name="Tom Heijmans" userId="518c28196cba6f70" providerId="LiveId" clId="{B3C9E6DC-382B-4CC4-A649-1B8F663856C1}" dt="2025-11-13T10:36:20.463" v="152" actId="478"/>
          <ac:picMkLst>
            <pc:docMk/>
            <pc:sldMk cId="3335657919" sldId="260"/>
            <ac:picMk id="6" creationId="{5A45763C-FAE4-CC14-EC74-538581A2674A}"/>
          </ac:picMkLst>
        </pc:picChg>
        <pc:picChg chg="add mod">
          <ac:chgData name="Tom Heijmans" userId="518c28196cba6f70" providerId="LiveId" clId="{B3C9E6DC-382B-4CC4-A649-1B8F663856C1}" dt="2025-11-13T11:13:24.194" v="191" actId="26606"/>
          <ac:picMkLst>
            <pc:docMk/>
            <pc:sldMk cId="3335657919" sldId="260"/>
            <ac:picMk id="8" creationId="{BF42A7F1-7453-38C6-BAE5-F10F24D406B9}"/>
          </ac:picMkLst>
        </pc:picChg>
      </pc:sldChg>
      <pc:sldChg chg="addSp delSp modSp mod modShow">
        <pc:chgData name="Tom Heijmans" userId="518c28196cba6f70" providerId="LiveId" clId="{B3C9E6DC-382B-4CC4-A649-1B8F663856C1}" dt="2025-11-13T10:36:23.946" v="154" actId="478"/>
        <pc:sldMkLst>
          <pc:docMk/>
          <pc:sldMk cId="2280972869" sldId="261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2280972869" sldId="261"/>
            <ac:spMk id="2" creationId="{94AD4335-DB6F-DDA3-8BCD-0B4F9C0AF1E1}"/>
          </ac:spMkLst>
        </pc:spChg>
        <pc:spChg chg="del mod">
          <ac:chgData name="Tom Heijmans" userId="518c28196cba6f70" providerId="LiveId" clId="{B3C9E6DC-382B-4CC4-A649-1B8F663856C1}" dt="2025-11-13T10:36:22.478" v="153" actId="22"/>
          <ac:spMkLst>
            <pc:docMk/>
            <pc:sldMk cId="2280972869" sldId="261"/>
            <ac:spMk id="3" creationId="{4B19FBF4-9528-CE05-72B3-394E38622257}"/>
          </ac:spMkLst>
        </pc:spChg>
        <pc:spChg chg="add mod">
          <ac:chgData name="Tom Heijmans" userId="518c28196cba6f70" providerId="LiveId" clId="{B3C9E6DC-382B-4CC4-A649-1B8F663856C1}" dt="2025-11-13T10:36:23.946" v="154" actId="478"/>
          <ac:spMkLst>
            <pc:docMk/>
            <pc:sldMk cId="2280972869" sldId="261"/>
            <ac:spMk id="7" creationId="{475FD24C-3CC3-ADA4-5C95-026ED0711F52}"/>
          </ac:spMkLst>
        </pc:spChg>
        <pc:picChg chg="add del mod ord">
          <ac:chgData name="Tom Heijmans" userId="518c28196cba6f70" providerId="LiveId" clId="{B3C9E6DC-382B-4CC4-A649-1B8F663856C1}" dt="2025-11-13T10:36:23.946" v="154" actId="478"/>
          <ac:picMkLst>
            <pc:docMk/>
            <pc:sldMk cId="2280972869" sldId="261"/>
            <ac:picMk id="5" creationId="{691B7613-0373-C779-42E4-521E3FDAC256}"/>
          </ac:picMkLst>
        </pc:picChg>
      </pc:sldChg>
      <pc:sldChg chg="modSp">
        <pc:chgData name="Tom Heijmans" userId="518c28196cba6f70" providerId="LiveId" clId="{B3C9E6DC-382B-4CC4-A649-1B8F663856C1}" dt="2025-11-13T10:22:29.063" v="145"/>
        <pc:sldMkLst>
          <pc:docMk/>
          <pc:sldMk cId="1950260872" sldId="262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50260872" sldId="262"/>
            <ac:spMk id="2" creationId="{90851ACB-07AF-6A68-A4CF-686BD1130B97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50260872" sldId="262"/>
            <ac:spMk id="3" creationId="{6F623A0E-51EE-AF81-1C89-5D7FF16393A9}"/>
          </ac:spMkLst>
        </pc:spChg>
      </pc:sldChg>
      <pc:sldChg chg="modSp new mod">
        <pc:chgData name="Tom Heijmans" userId="518c28196cba6f70" providerId="LiveId" clId="{B3C9E6DC-382B-4CC4-A649-1B8F663856C1}" dt="2025-11-13T12:41:22.328" v="389" actId="20577"/>
        <pc:sldMkLst>
          <pc:docMk/>
          <pc:sldMk cId="3093572949" sldId="263"/>
        </pc:sldMkLst>
        <pc:spChg chg="mod">
          <ac:chgData name="Tom Heijmans" userId="518c28196cba6f70" providerId="LiveId" clId="{B3C9E6DC-382B-4CC4-A649-1B8F663856C1}" dt="2025-11-13T11:51:34.930" v="247" actId="20577"/>
          <ac:spMkLst>
            <pc:docMk/>
            <pc:sldMk cId="3093572949" sldId="263"/>
            <ac:spMk id="2" creationId="{738FEEA1-82FD-0E61-7838-FF982BE73933}"/>
          </ac:spMkLst>
        </pc:spChg>
        <pc:spChg chg="mod">
          <ac:chgData name="Tom Heijmans" userId="518c28196cba6f70" providerId="LiveId" clId="{B3C9E6DC-382B-4CC4-A649-1B8F663856C1}" dt="2025-11-13T12:41:22.328" v="389" actId="20577"/>
          <ac:spMkLst>
            <pc:docMk/>
            <pc:sldMk cId="3093572949" sldId="263"/>
            <ac:spMk id="3" creationId="{F67C9BC1-AAB5-8919-7FF0-EFA59C50FC39}"/>
          </ac:spMkLst>
        </pc:spChg>
      </pc:sldChg>
      <pc:sldChg chg="modSp new mod">
        <pc:chgData name="Tom Heijmans" userId="518c28196cba6f70" providerId="LiveId" clId="{B3C9E6DC-382B-4CC4-A649-1B8F663856C1}" dt="2025-11-13T12:40:53.289" v="368" actId="20577"/>
        <pc:sldMkLst>
          <pc:docMk/>
          <pc:sldMk cId="2185787134" sldId="264"/>
        </pc:sldMkLst>
        <pc:spChg chg="mod">
          <ac:chgData name="Tom Heijmans" userId="518c28196cba6f70" providerId="LiveId" clId="{B3C9E6DC-382B-4CC4-A649-1B8F663856C1}" dt="2025-11-13T12:40:53.289" v="368" actId="20577"/>
          <ac:spMkLst>
            <pc:docMk/>
            <pc:sldMk cId="2185787134" sldId="264"/>
            <ac:spMk id="2" creationId="{33AC976F-6FA4-DD78-EA2E-3820F0EE1A7F}"/>
          </ac:spMkLst>
        </pc:spChg>
      </pc:sldChg>
      <pc:sldMasterChg chg="setBg">
        <pc:chgData name="Tom Heijmans" userId="518c28196cba6f70" providerId="LiveId" clId="{B3C9E6DC-382B-4CC4-A649-1B8F663856C1}" dt="2025-11-13T10:11:47.905" v="103"/>
        <pc:sldMasterMkLst>
          <pc:docMk/>
          <pc:sldMasterMk cId="1871853926" sldId="2147483678"/>
        </pc:sldMasterMkLst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A7BF1D6-8226-4C59-AEAE-E885FC1F9A3B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B9BABA-45F5-4982-9487-7516027BAD5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Gesprekken opdrachtgever</a:t>
          </a:r>
        </a:p>
      </dgm:t>
    </dgm:pt>
    <dgm:pt modelId="{634E0690-A5B7-4007-B071-A936C0D7C1A5}" type="parTrans" cxnId="{41DC71A6-D11B-4C17-97D0-AF9AB12E5136}">
      <dgm:prSet/>
      <dgm:spPr/>
      <dgm:t>
        <a:bodyPr/>
        <a:lstStyle/>
        <a:p>
          <a:endParaRPr lang="en-US"/>
        </a:p>
      </dgm:t>
    </dgm:pt>
    <dgm:pt modelId="{79D06961-8964-4B82-AADE-6A64B57711AC}" type="sibTrans" cxnId="{41DC71A6-D11B-4C17-97D0-AF9AB12E5136}">
      <dgm:prSet/>
      <dgm:spPr/>
      <dgm:t>
        <a:bodyPr/>
        <a:lstStyle/>
        <a:p>
          <a:endParaRPr lang="en-US"/>
        </a:p>
      </dgm:t>
    </dgm:pt>
    <dgm:pt modelId="{FF4D547C-B7B1-4B7A-9906-7BEDB8409E6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Focus op de functionaliteit</a:t>
          </a:r>
        </a:p>
      </dgm:t>
    </dgm:pt>
    <dgm:pt modelId="{B8CA404C-A117-4935-83F8-8EEB8608F383}" type="parTrans" cxnId="{E79791F0-AE2B-4AA3-B293-EB95586359CC}">
      <dgm:prSet/>
      <dgm:spPr/>
      <dgm:t>
        <a:bodyPr/>
        <a:lstStyle/>
        <a:p>
          <a:endParaRPr lang="en-US"/>
        </a:p>
      </dgm:t>
    </dgm:pt>
    <dgm:pt modelId="{7D8B8128-6FF9-4BA1-B14F-B3F307583358}" type="sibTrans" cxnId="{E79791F0-AE2B-4AA3-B293-EB95586359CC}">
      <dgm:prSet/>
      <dgm:spPr/>
      <dgm:t>
        <a:bodyPr/>
        <a:lstStyle/>
        <a:p>
          <a:endParaRPr lang="en-US"/>
        </a:p>
      </dgm:t>
    </dgm:pt>
    <dgm:pt modelId="{56E364F6-DEE7-4C25-9E3D-76B30BB2A8C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Extra’s:</a:t>
          </a:r>
        </a:p>
      </dgm:t>
    </dgm:pt>
    <dgm:pt modelId="{6F0AC9EB-8F03-463A-8677-E9CE02ED318F}" type="parTrans" cxnId="{BADE13B3-0B2D-48BA-824E-EAC57D80CDC9}">
      <dgm:prSet/>
      <dgm:spPr/>
      <dgm:t>
        <a:bodyPr/>
        <a:lstStyle/>
        <a:p>
          <a:endParaRPr lang="en-US"/>
        </a:p>
      </dgm:t>
    </dgm:pt>
    <dgm:pt modelId="{36C82AE8-94E2-428D-AAE0-CA9262A260E5}" type="sibTrans" cxnId="{BADE13B3-0B2D-48BA-824E-EAC57D80CDC9}">
      <dgm:prSet/>
      <dgm:spPr/>
      <dgm:t>
        <a:bodyPr/>
        <a:lstStyle/>
        <a:p>
          <a:endParaRPr lang="en-US"/>
        </a:p>
      </dgm:t>
    </dgm:pt>
    <dgm:pt modelId="{442E20E2-F9FB-43CE-8EBD-08CCA1932B5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Akoestische waarneming (microfoon)</a:t>
          </a:r>
        </a:p>
      </dgm:t>
    </dgm:pt>
    <dgm:pt modelId="{EBBAFB20-27F8-4F22-BB36-C0859E38A64D}" type="parTrans" cxnId="{73D9EDE9-1120-4700-AD53-910C16CA63C4}">
      <dgm:prSet/>
      <dgm:spPr/>
      <dgm:t>
        <a:bodyPr/>
        <a:lstStyle/>
        <a:p>
          <a:endParaRPr lang="en-US"/>
        </a:p>
      </dgm:t>
    </dgm:pt>
    <dgm:pt modelId="{F715B248-E8AC-44DB-890F-213D1EE26144}" type="sibTrans" cxnId="{73D9EDE9-1120-4700-AD53-910C16CA63C4}">
      <dgm:prSet/>
      <dgm:spPr/>
      <dgm:t>
        <a:bodyPr/>
        <a:lstStyle/>
        <a:p>
          <a:endParaRPr lang="en-US"/>
        </a:p>
      </dgm:t>
    </dgm:pt>
    <dgm:pt modelId="{B488F1A6-1BA1-4024-8BD1-B02F3934421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Nachtzichtcamera’s</a:t>
          </a:r>
        </a:p>
      </dgm:t>
    </dgm:pt>
    <dgm:pt modelId="{03D49876-26FE-46BB-B2A1-EE3165679974}" type="parTrans" cxnId="{3A8F8DA7-0E83-4112-9D7B-DB3C42076202}">
      <dgm:prSet/>
      <dgm:spPr/>
      <dgm:t>
        <a:bodyPr/>
        <a:lstStyle/>
        <a:p>
          <a:endParaRPr lang="en-US"/>
        </a:p>
      </dgm:t>
    </dgm:pt>
    <dgm:pt modelId="{6CFF2888-D7E3-4A9C-9FF6-2BCF742E2348}" type="sibTrans" cxnId="{3A8F8DA7-0E83-4112-9D7B-DB3C42076202}">
      <dgm:prSet/>
      <dgm:spPr/>
      <dgm:t>
        <a:bodyPr/>
        <a:lstStyle/>
        <a:p>
          <a:endParaRPr lang="en-US"/>
        </a:p>
      </dgm:t>
    </dgm:pt>
    <dgm:pt modelId="{5D61A38E-ED69-4635-865C-851C4AB1466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3D locatie</a:t>
          </a:r>
        </a:p>
      </dgm:t>
    </dgm:pt>
    <dgm:pt modelId="{D4271979-0304-4005-96C5-A02A6782255B}" type="parTrans" cxnId="{E68881E5-4487-4041-B558-CE773980409D}">
      <dgm:prSet/>
      <dgm:spPr/>
      <dgm:t>
        <a:bodyPr/>
        <a:lstStyle/>
        <a:p>
          <a:endParaRPr lang="en-US"/>
        </a:p>
      </dgm:t>
    </dgm:pt>
    <dgm:pt modelId="{541C950A-5902-40A0-9654-EEF1DDF19367}" type="sibTrans" cxnId="{E68881E5-4487-4041-B558-CE773980409D}">
      <dgm:prSet/>
      <dgm:spPr/>
      <dgm:t>
        <a:bodyPr/>
        <a:lstStyle/>
        <a:p>
          <a:endParaRPr lang="en-US"/>
        </a:p>
      </dgm:t>
    </dgm:pt>
    <dgm:pt modelId="{6B2BD03E-FEE5-4C9B-9086-2EE1BCFDE315}" type="pres">
      <dgm:prSet presAssocID="{CA7BF1D6-8226-4C59-AEAE-E885FC1F9A3B}" presName="root" presStyleCnt="0">
        <dgm:presLayoutVars>
          <dgm:dir/>
          <dgm:resizeHandles val="exact"/>
        </dgm:presLayoutVars>
      </dgm:prSet>
      <dgm:spPr/>
    </dgm:pt>
    <dgm:pt modelId="{74598062-BFB7-488B-A68C-83A193658013}" type="pres">
      <dgm:prSet presAssocID="{60B9BABA-45F5-4982-9487-7516027BAD53}" presName="compNode" presStyleCnt="0"/>
      <dgm:spPr/>
    </dgm:pt>
    <dgm:pt modelId="{46658309-3E3F-4A8A-B766-DD16D96933AA}" type="pres">
      <dgm:prSet presAssocID="{60B9BABA-45F5-4982-9487-7516027BAD5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6C7F8C06-8ACD-4E45-9C94-3C58C632E059}" type="pres">
      <dgm:prSet presAssocID="{60B9BABA-45F5-4982-9487-7516027BAD53}" presName="iconSpace" presStyleCnt="0"/>
      <dgm:spPr/>
    </dgm:pt>
    <dgm:pt modelId="{758FB19D-BEA6-4AB6-A5BE-91CBE6B33C95}" type="pres">
      <dgm:prSet presAssocID="{60B9BABA-45F5-4982-9487-7516027BAD53}" presName="parTx" presStyleLbl="revTx" presStyleIdx="0" presStyleCnt="6">
        <dgm:presLayoutVars>
          <dgm:chMax val="0"/>
          <dgm:chPref val="0"/>
        </dgm:presLayoutVars>
      </dgm:prSet>
      <dgm:spPr/>
    </dgm:pt>
    <dgm:pt modelId="{B4FCF1BF-E1BC-4CF6-9D09-C04D83D0EE5B}" type="pres">
      <dgm:prSet presAssocID="{60B9BABA-45F5-4982-9487-7516027BAD53}" presName="txSpace" presStyleCnt="0"/>
      <dgm:spPr/>
    </dgm:pt>
    <dgm:pt modelId="{E132FDDD-719E-4C43-87DF-1CC0A870ACAA}" type="pres">
      <dgm:prSet presAssocID="{60B9BABA-45F5-4982-9487-7516027BAD53}" presName="desTx" presStyleLbl="revTx" presStyleIdx="1" presStyleCnt="6">
        <dgm:presLayoutVars/>
      </dgm:prSet>
      <dgm:spPr/>
    </dgm:pt>
    <dgm:pt modelId="{15FAFCA4-010E-4A1B-B7DA-3656EBF3757F}" type="pres">
      <dgm:prSet presAssocID="{79D06961-8964-4B82-AADE-6A64B57711AC}" presName="sibTrans" presStyleCnt="0"/>
      <dgm:spPr/>
    </dgm:pt>
    <dgm:pt modelId="{DC5DA1D9-F215-4E21-9A2C-FCA180192ED5}" type="pres">
      <dgm:prSet presAssocID="{FF4D547C-B7B1-4B7A-9906-7BEDB8409E6A}" presName="compNode" presStyleCnt="0"/>
      <dgm:spPr/>
    </dgm:pt>
    <dgm:pt modelId="{31CB2959-0E88-4748-B7AA-6470DE4F9E4F}" type="pres">
      <dgm:prSet presAssocID="{FF4D547C-B7B1-4B7A-9906-7BEDB8409E6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7448226C-A1EA-4FBD-BE67-57C1ADDABFF3}" type="pres">
      <dgm:prSet presAssocID="{FF4D547C-B7B1-4B7A-9906-7BEDB8409E6A}" presName="iconSpace" presStyleCnt="0"/>
      <dgm:spPr/>
    </dgm:pt>
    <dgm:pt modelId="{AAD222A4-0EFA-4E9C-B984-57A29DD1B169}" type="pres">
      <dgm:prSet presAssocID="{FF4D547C-B7B1-4B7A-9906-7BEDB8409E6A}" presName="parTx" presStyleLbl="revTx" presStyleIdx="2" presStyleCnt="6">
        <dgm:presLayoutVars>
          <dgm:chMax val="0"/>
          <dgm:chPref val="0"/>
        </dgm:presLayoutVars>
      </dgm:prSet>
      <dgm:spPr/>
    </dgm:pt>
    <dgm:pt modelId="{D4D5D80E-2E3B-4367-9CF5-2C68DBC8F81B}" type="pres">
      <dgm:prSet presAssocID="{FF4D547C-B7B1-4B7A-9906-7BEDB8409E6A}" presName="txSpace" presStyleCnt="0"/>
      <dgm:spPr/>
    </dgm:pt>
    <dgm:pt modelId="{9C641790-5D02-4BEB-AA0B-6A5B948F0912}" type="pres">
      <dgm:prSet presAssocID="{FF4D547C-B7B1-4B7A-9906-7BEDB8409E6A}" presName="desTx" presStyleLbl="revTx" presStyleIdx="3" presStyleCnt="6">
        <dgm:presLayoutVars/>
      </dgm:prSet>
      <dgm:spPr/>
    </dgm:pt>
    <dgm:pt modelId="{4E919213-BA39-4D86-A2FC-A70D1463CDE5}" type="pres">
      <dgm:prSet presAssocID="{7D8B8128-6FF9-4BA1-B14F-B3F307583358}" presName="sibTrans" presStyleCnt="0"/>
      <dgm:spPr/>
    </dgm:pt>
    <dgm:pt modelId="{375D15FA-303F-41D2-92B0-F1A7DC7E5FC9}" type="pres">
      <dgm:prSet presAssocID="{56E364F6-DEE7-4C25-9E3D-76B30BB2A8C4}" presName="compNode" presStyleCnt="0"/>
      <dgm:spPr/>
    </dgm:pt>
    <dgm:pt modelId="{16CD96CD-D625-4AF9-8DED-2D169166A3DC}" type="pres">
      <dgm:prSet presAssocID="{56E364F6-DEE7-4C25-9E3D-76B30BB2A8C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oothpaste"/>
        </a:ext>
      </dgm:extLst>
    </dgm:pt>
    <dgm:pt modelId="{92D4C3DA-AA54-48C9-9596-C5DA41D1681B}" type="pres">
      <dgm:prSet presAssocID="{56E364F6-DEE7-4C25-9E3D-76B30BB2A8C4}" presName="iconSpace" presStyleCnt="0"/>
      <dgm:spPr/>
    </dgm:pt>
    <dgm:pt modelId="{957739F5-2368-4FEB-A39F-0BDFDF45A820}" type="pres">
      <dgm:prSet presAssocID="{56E364F6-DEE7-4C25-9E3D-76B30BB2A8C4}" presName="parTx" presStyleLbl="revTx" presStyleIdx="4" presStyleCnt="6">
        <dgm:presLayoutVars>
          <dgm:chMax val="0"/>
          <dgm:chPref val="0"/>
        </dgm:presLayoutVars>
      </dgm:prSet>
      <dgm:spPr/>
    </dgm:pt>
    <dgm:pt modelId="{19EF5EA9-2FD7-4E0A-B5A7-814F14797105}" type="pres">
      <dgm:prSet presAssocID="{56E364F6-DEE7-4C25-9E3D-76B30BB2A8C4}" presName="txSpace" presStyleCnt="0"/>
      <dgm:spPr/>
    </dgm:pt>
    <dgm:pt modelId="{60C997D9-A212-4B22-BACB-472E232586C5}" type="pres">
      <dgm:prSet presAssocID="{56E364F6-DEE7-4C25-9E3D-76B30BB2A8C4}" presName="desTx" presStyleLbl="revTx" presStyleIdx="5" presStyleCnt="6">
        <dgm:presLayoutVars/>
      </dgm:prSet>
      <dgm:spPr/>
    </dgm:pt>
  </dgm:ptLst>
  <dgm:cxnLst>
    <dgm:cxn modelId="{E2B7591E-3AB8-469C-9653-BD3ADD71464E}" type="presOf" srcId="{B488F1A6-1BA1-4024-8BD1-B02F3934421E}" destId="{60C997D9-A212-4B22-BACB-472E232586C5}" srcOrd="0" destOrd="1" presId="urn:microsoft.com/office/officeart/2018/2/layout/IconLabelDescriptionList"/>
    <dgm:cxn modelId="{F7B1665A-2143-45EB-BA86-EBE4D32D645E}" type="presOf" srcId="{CA7BF1D6-8226-4C59-AEAE-E885FC1F9A3B}" destId="{6B2BD03E-FEE5-4C9B-9086-2EE1BCFDE315}" srcOrd="0" destOrd="0" presId="urn:microsoft.com/office/officeart/2018/2/layout/IconLabelDescriptionList"/>
    <dgm:cxn modelId="{AA0E985B-1786-4A00-9D50-2D3D244E1A0F}" type="presOf" srcId="{56E364F6-DEE7-4C25-9E3D-76B30BB2A8C4}" destId="{957739F5-2368-4FEB-A39F-0BDFDF45A820}" srcOrd="0" destOrd="0" presId="urn:microsoft.com/office/officeart/2018/2/layout/IconLabelDescriptionList"/>
    <dgm:cxn modelId="{E5FBD45D-EF93-4A1F-8950-1CEF0F14C37B}" type="presOf" srcId="{5D61A38E-ED69-4635-865C-851C4AB14669}" destId="{60C997D9-A212-4B22-BACB-472E232586C5}" srcOrd="0" destOrd="2" presId="urn:microsoft.com/office/officeart/2018/2/layout/IconLabelDescriptionList"/>
    <dgm:cxn modelId="{E1579D78-7FC6-4A04-AD06-9F2B46FF84A2}" type="presOf" srcId="{442E20E2-F9FB-43CE-8EBD-08CCA1932B5C}" destId="{60C997D9-A212-4B22-BACB-472E232586C5}" srcOrd="0" destOrd="0" presId="urn:microsoft.com/office/officeart/2018/2/layout/IconLabelDescriptionList"/>
    <dgm:cxn modelId="{41DC71A6-D11B-4C17-97D0-AF9AB12E5136}" srcId="{CA7BF1D6-8226-4C59-AEAE-E885FC1F9A3B}" destId="{60B9BABA-45F5-4982-9487-7516027BAD53}" srcOrd="0" destOrd="0" parTransId="{634E0690-A5B7-4007-B071-A936C0D7C1A5}" sibTransId="{79D06961-8964-4B82-AADE-6A64B57711AC}"/>
    <dgm:cxn modelId="{3A8F8DA7-0E83-4112-9D7B-DB3C42076202}" srcId="{56E364F6-DEE7-4C25-9E3D-76B30BB2A8C4}" destId="{B488F1A6-1BA1-4024-8BD1-B02F3934421E}" srcOrd="1" destOrd="0" parTransId="{03D49876-26FE-46BB-B2A1-EE3165679974}" sibTransId="{6CFF2888-D7E3-4A9C-9FF6-2BCF742E2348}"/>
    <dgm:cxn modelId="{BADE13B3-0B2D-48BA-824E-EAC57D80CDC9}" srcId="{CA7BF1D6-8226-4C59-AEAE-E885FC1F9A3B}" destId="{56E364F6-DEE7-4C25-9E3D-76B30BB2A8C4}" srcOrd="2" destOrd="0" parTransId="{6F0AC9EB-8F03-463A-8677-E9CE02ED318F}" sibTransId="{36C82AE8-94E2-428D-AAE0-CA9262A260E5}"/>
    <dgm:cxn modelId="{C6F474D8-81C9-4BC2-BD57-BBC693ADC20E}" type="presOf" srcId="{60B9BABA-45F5-4982-9487-7516027BAD53}" destId="{758FB19D-BEA6-4AB6-A5BE-91CBE6B33C95}" srcOrd="0" destOrd="0" presId="urn:microsoft.com/office/officeart/2018/2/layout/IconLabelDescriptionList"/>
    <dgm:cxn modelId="{D660A0E3-15C5-4FB6-872E-2A4EDCAC54E0}" type="presOf" srcId="{FF4D547C-B7B1-4B7A-9906-7BEDB8409E6A}" destId="{AAD222A4-0EFA-4E9C-B984-57A29DD1B169}" srcOrd="0" destOrd="0" presId="urn:microsoft.com/office/officeart/2018/2/layout/IconLabelDescriptionList"/>
    <dgm:cxn modelId="{E68881E5-4487-4041-B558-CE773980409D}" srcId="{56E364F6-DEE7-4C25-9E3D-76B30BB2A8C4}" destId="{5D61A38E-ED69-4635-865C-851C4AB14669}" srcOrd="2" destOrd="0" parTransId="{D4271979-0304-4005-96C5-A02A6782255B}" sibTransId="{541C950A-5902-40A0-9654-EEF1DDF19367}"/>
    <dgm:cxn modelId="{73D9EDE9-1120-4700-AD53-910C16CA63C4}" srcId="{56E364F6-DEE7-4C25-9E3D-76B30BB2A8C4}" destId="{442E20E2-F9FB-43CE-8EBD-08CCA1932B5C}" srcOrd="0" destOrd="0" parTransId="{EBBAFB20-27F8-4F22-BB36-C0859E38A64D}" sibTransId="{F715B248-E8AC-44DB-890F-213D1EE26144}"/>
    <dgm:cxn modelId="{E79791F0-AE2B-4AA3-B293-EB95586359CC}" srcId="{CA7BF1D6-8226-4C59-AEAE-E885FC1F9A3B}" destId="{FF4D547C-B7B1-4B7A-9906-7BEDB8409E6A}" srcOrd="1" destOrd="0" parTransId="{B8CA404C-A117-4935-83F8-8EEB8608F383}" sibTransId="{7D8B8128-6FF9-4BA1-B14F-B3F307583358}"/>
    <dgm:cxn modelId="{6DF9DAA6-01CF-42FC-8039-F0EF4B504191}" type="presParOf" srcId="{6B2BD03E-FEE5-4C9B-9086-2EE1BCFDE315}" destId="{74598062-BFB7-488B-A68C-83A193658013}" srcOrd="0" destOrd="0" presId="urn:microsoft.com/office/officeart/2018/2/layout/IconLabelDescriptionList"/>
    <dgm:cxn modelId="{861474EA-CB75-4CEB-8192-595E5A4001D2}" type="presParOf" srcId="{74598062-BFB7-488B-A68C-83A193658013}" destId="{46658309-3E3F-4A8A-B766-DD16D96933AA}" srcOrd="0" destOrd="0" presId="urn:microsoft.com/office/officeart/2018/2/layout/IconLabelDescriptionList"/>
    <dgm:cxn modelId="{2D812131-20D2-4506-8D37-A9736A75ABED}" type="presParOf" srcId="{74598062-BFB7-488B-A68C-83A193658013}" destId="{6C7F8C06-8ACD-4E45-9C94-3C58C632E059}" srcOrd="1" destOrd="0" presId="urn:microsoft.com/office/officeart/2018/2/layout/IconLabelDescriptionList"/>
    <dgm:cxn modelId="{60E12DC4-D9F8-4F2D-A1EC-7B0B244295F2}" type="presParOf" srcId="{74598062-BFB7-488B-A68C-83A193658013}" destId="{758FB19D-BEA6-4AB6-A5BE-91CBE6B33C95}" srcOrd="2" destOrd="0" presId="urn:microsoft.com/office/officeart/2018/2/layout/IconLabelDescriptionList"/>
    <dgm:cxn modelId="{8C226A98-FA05-48BF-8E5A-740D99351814}" type="presParOf" srcId="{74598062-BFB7-488B-A68C-83A193658013}" destId="{B4FCF1BF-E1BC-4CF6-9D09-C04D83D0EE5B}" srcOrd="3" destOrd="0" presId="urn:microsoft.com/office/officeart/2018/2/layout/IconLabelDescriptionList"/>
    <dgm:cxn modelId="{3007B19E-1017-42ED-BA7A-039CF27A324D}" type="presParOf" srcId="{74598062-BFB7-488B-A68C-83A193658013}" destId="{E132FDDD-719E-4C43-87DF-1CC0A870ACAA}" srcOrd="4" destOrd="0" presId="urn:microsoft.com/office/officeart/2018/2/layout/IconLabelDescriptionList"/>
    <dgm:cxn modelId="{97842D50-BDBE-41B3-9D6D-AC6CBEE37EFF}" type="presParOf" srcId="{6B2BD03E-FEE5-4C9B-9086-2EE1BCFDE315}" destId="{15FAFCA4-010E-4A1B-B7DA-3656EBF3757F}" srcOrd="1" destOrd="0" presId="urn:microsoft.com/office/officeart/2018/2/layout/IconLabelDescriptionList"/>
    <dgm:cxn modelId="{63F53902-EA30-41F2-A3E5-CC08D1E3BCA8}" type="presParOf" srcId="{6B2BD03E-FEE5-4C9B-9086-2EE1BCFDE315}" destId="{DC5DA1D9-F215-4E21-9A2C-FCA180192ED5}" srcOrd="2" destOrd="0" presId="urn:microsoft.com/office/officeart/2018/2/layout/IconLabelDescriptionList"/>
    <dgm:cxn modelId="{69B1589E-8414-4644-8A46-049FC4457AC7}" type="presParOf" srcId="{DC5DA1D9-F215-4E21-9A2C-FCA180192ED5}" destId="{31CB2959-0E88-4748-B7AA-6470DE4F9E4F}" srcOrd="0" destOrd="0" presId="urn:microsoft.com/office/officeart/2018/2/layout/IconLabelDescriptionList"/>
    <dgm:cxn modelId="{9ECCBFDB-966C-4E4E-9FD3-52E5A30C9C6E}" type="presParOf" srcId="{DC5DA1D9-F215-4E21-9A2C-FCA180192ED5}" destId="{7448226C-A1EA-4FBD-BE67-57C1ADDABFF3}" srcOrd="1" destOrd="0" presId="urn:microsoft.com/office/officeart/2018/2/layout/IconLabelDescriptionList"/>
    <dgm:cxn modelId="{D7F44950-1B07-416D-8434-70CB311D55C5}" type="presParOf" srcId="{DC5DA1D9-F215-4E21-9A2C-FCA180192ED5}" destId="{AAD222A4-0EFA-4E9C-B984-57A29DD1B169}" srcOrd="2" destOrd="0" presId="urn:microsoft.com/office/officeart/2018/2/layout/IconLabelDescriptionList"/>
    <dgm:cxn modelId="{E133D60E-50B9-47EC-ADCD-977104DE380D}" type="presParOf" srcId="{DC5DA1D9-F215-4E21-9A2C-FCA180192ED5}" destId="{D4D5D80E-2E3B-4367-9CF5-2C68DBC8F81B}" srcOrd="3" destOrd="0" presId="urn:microsoft.com/office/officeart/2018/2/layout/IconLabelDescriptionList"/>
    <dgm:cxn modelId="{6672F573-5544-4A41-8C7D-CED77C6BEBF1}" type="presParOf" srcId="{DC5DA1D9-F215-4E21-9A2C-FCA180192ED5}" destId="{9C641790-5D02-4BEB-AA0B-6A5B948F0912}" srcOrd="4" destOrd="0" presId="urn:microsoft.com/office/officeart/2018/2/layout/IconLabelDescriptionList"/>
    <dgm:cxn modelId="{7C582F11-FAAE-4BEE-B241-FDE8474182A7}" type="presParOf" srcId="{6B2BD03E-FEE5-4C9B-9086-2EE1BCFDE315}" destId="{4E919213-BA39-4D86-A2FC-A70D1463CDE5}" srcOrd="3" destOrd="0" presId="urn:microsoft.com/office/officeart/2018/2/layout/IconLabelDescriptionList"/>
    <dgm:cxn modelId="{327850B4-9B93-403E-A0ED-E1E1739FF954}" type="presParOf" srcId="{6B2BD03E-FEE5-4C9B-9086-2EE1BCFDE315}" destId="{375D15FA-303F-41D2-92B0-F1A7DC7E5FC9}" srcOrd="4" destOrd="0" presId="urn:microsoft.com/office/officeart/2018/2/layout/IconLabelDescriptionList"/>
    <dgm:cxn modelId="{8A3991DD-020C-43AB-A847-421FC07D40BF}" type="presParOf" srcId="{375D15FA-303F-41D2-92B0-F1A7DC7E5FC9}" destId="{16CD96CD-D625-4AF9-8DED-2D169166A3DC}" srcOrd="0" destOrd="0" presId="urn:microsoft.com/office/officeart/2018/2/layout/IconLabelDescriptionList"/>
    <dgm:cxn modelId="{3036677B-730D-48B7-A6BB-A789C5FB8A7F}" type="presParOf" srcId="{375D15FA-303F-41D2-92B0-F1A7DC7E5FC9}" destId="{92D4C3DA-AA54-48C9-9596-C5DA41D1681B}" srcOrd="1" destOrd="0" presId="urn:microsoft.com/office/officeart/2018/2/layout/IconLabelDescriptionList"/>
    <dgm:cxn modelId="{64F32B71-4919-4CE3-8C24-32447643FAF0}" type="presParOf" srcId="{375D15FA-303F-41D2-92B0-F1A7DC7E5FC9}" destId="{957739F5-2368-4FEB-A39F-0BDFDF45A820}" srcOrd="2" destOrd="0" presId="urn:microsoft.com/office/officeart/2018/2/layout/IconLabelDescriptionList"/>
    <dgm:cxn modelId="{1E6BBE90-0E8C-4BF1-AB38-E8F0A9947CE1}" type="presParOf" srcId="{375D15FA-303F-41D2-92B0-F1A7DC7E5FC9}" destId="{19EF5EA9-2FD7-4E0A-B5A7-814F14797105}" srcOrd="3" destOrd="0" presId="urn:microsoft.com/office/officeart/2018/2/layout/IconLabelDescriptionList"/>
    <dgm:cxn modelId="{25C6B586-AE59-4B56-9C7D-A4B1A9B3EF01}" type="presParOf" srcId="{375D15FA-303F-41D2-92B0-F1A7DC7E5FC9}" destId="{60C997D9-A212-4B22-BACB-472E232586C5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658309-3E3F-4A8A-B766-DD16D96933AA}">
      <dsp:nvSpPr>
        <dsp:cNvPr id="0" name=""/>
        <dsp:cNvSpPr/>
      </dsp:nvSpPr>
      <dsp:spPr>
        <a:xfrm>
          <a:off x="393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8FB19D-BEA6-4AB6-A5BE-91CBE6B33C95}">
      <dsp:nvSpPr>
        <dsp:cNvPr id="0" name=""/>
        <dsp:cNvSpPr/>
      </dsp:nvSpPr>
      <dsp:spPr>
        <a:xfrm>
          <a:off x="393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Gesprekken opdrachtgever</a:t>
          </a:r>
        </a:p>
      </dsp:txBody>
      <dsp:txXfrm>
        <a:off x="393" y="2087503"/>
        <a:ext cx="3138750" cy="470812"/>
      </dsp:txXfrm>
    </dsp:sp>
    <dsp:sp modelId="{E132FDDD-719E-4C43-87DF-1CC0A870ACAA}">
      <dsp:nvSpPr>
        <dsp:cNvPr id="0" name=""/>
        <dsp:cNvSpPr/>
      </dsp:nvSpPr>
      <dsp:spPr>
        <a:xfrm>
          <a:off x="393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CB2959-0E88-4748-B7AA-6470DE4F9E4F}">
      <dsp:nvSpPr>
        <dsp:cNvPr id="0" name=""/>
        <dsp:cNvSpPr/>
      </dsp:nvSpPr>
      <dsp:spPr>
        <a:xfrm>
          <a:off x="3688425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D222A4-0EFA-4E9C-B984-57A29DD1B169}">
      <dsp:nvSpPr>
        <dsp:cNvPr id="0" name=""/>
        <dsp:cNvSpPr/>
      </dsp:nvSpPr>
      <dsp:spPr>
        <a:xfrm>
          <a:off x="3688425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Focus op de functionaliteit</a:t>
          </a:r>
        </a:p>
      </dsp:txBody>
      <dsp:txXfrm>
        <a:off x="3688425" y="2087503"/>
        <a:ext cx="3138750" cy="470812"/>
      </dsp:txXfrm>
    </dsp:sp>
    <dsp:sp modelId="{9C641790-5D02-4BEB-AA0B-6A5B948F0912}">
      <dsp:nvSpPr>
        <dsp:cNvPr id="0" name=""/>
        <dsp:cNvSpPr/>
      </dsp:nvSpPr>
      <dsp:spPr>
        <a:xfrm>
          <a:off x="3688425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CD96CD-D625-4AF9-8DED-2D169166A3DC}">
      <dsp:nvSpPr>
        <dsp:cNvPr id="0" name=""/>
        <dsp:cNvSpPr/>
      </dsp:nvSpPr>
      <dsp:spPr>
        <a:xfrm>
          <a:off x="7376456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7739F5-2368-4FEB-A39F-0BDFDF45A820}">
      <dsp:nvSpPr>
        <dsp:cNvPr id="0" name=""/>
        <dsp:cNvSpPr/>
      </dsp:nvSpPr>
      <dsp:spPr>
        <a:xfrm>
          <a:off x="7376456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Extra’s:</a:t>
          </a:r>
        </a:p>
      </dsp:txBody>
      <dsp:txXfrm>
        <a:off x="7376456" y="2087503"/>
        <a:ext cx="3138750" cy="470812"/>
      </dsp:txXfrm>
    </dsp:sp>
    <dsp:sp modelId="{60C997D9-A212-4B22-BACB-472E232586C5}">
      <dsp:nvSpPr>
        <dsp:cNvPr id="0" name=""/>
        <dsp:cNvSpPr/>
      </dsp:nvSpPr>
      <dsp:spPr>
        <a:xfrm>
          <a:off x="7376456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Akoestische waarneming (microfoon)</a:t>
          </a:r>
        </a:p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Nachtzichtcamera’s</a:t>
          </a:r>
        </a:p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3D locatie</a:t>
          </a:r>
        </a:p>
      </dsp:txBody>
      <dsp:txXfrm>
        <a:off x="7376456" y="2610251"/>
        <a:ext cx="3138750" cy="8638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9426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9556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0442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8096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487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37881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0513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5919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18357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70402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8699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638744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4">
            <a:extLst>
              <a:ext uri="{FF2B5EF4-FFF2-40B4-BE49-F238E27FC236}">
                <a16:creationId xmlns:a16="http://schemas.microsoft.com/office/drawing/2014/main" id="{B1595A09-E336-4D1B-9B3A-06A2287A5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203A12-DAEC-3FDF-11FA-091060E376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4777739"/>
            <a:ext cx="3418990" cy="14121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700"/>
              <a:t>Project 5/6 50% presentatie</a:t>
            </a:r>
          </a:p>
        </p:txBody>
      </p:sp>
      <p:pic>
        <p:nvPicPr>
          <p:cNvPr id="10" name="Afbeelding 9">
            <a:extLst>
              <a:ext uri="{FF2B5EF4-FFF2-40B4-BE49-F238E27FC236}">
                <a16:creationId xmlns:a16="http://schemas.microsoft.com/office/drawing/2014/main" id="{A3EC0C5B-1710-66BE-18F7-353467119C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467"/>
          <a:stretch>
            <a:fillRect/>
          </a:stretch>
        </p:blipFill>
        <p:spPr>
          <a:xfrm>
            <a:off x="20" y="10"/>
            <a:ext cx="12191980" cy="4558420"/>
          </a:xfrm>
          <a:custGeom>
            <a:avLst/>
            <a:gdLst/>
            <a:ahLst/>
            <a:cxnLst/>
            <a:rect l="l" t="t" r="r" b="b"/>
            <a:pathLst>
              <a:path w="12188952" h="4558430">
                <a:moveTo>
                  <a:pt x="6789701" y="4490221"/>
                </a:moveTo>
                <a:lnTo>
                  <a:pt x="6788702" y="4490299"/>
                </a:lnTo>
                <a:lnTo>
                  <a:pt x="6788476" y="4490833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3596895"/>
                </a:lnTo>
                <a:lnTo>
                  <a:pt x="12061096" y="3635026"/>
                </a:lnTo>
                <a:cubicBezTo>
                  <a:pt x="11933500" y="3671240"/>
                  <a:pt x="11805390" y="3705769"/>
                  <a:pt x="11676800" y="3738601"/>
                </a:cubicBezTo>
                <a:cubicBezTo>
                  <a:pt x="11262789" y="3846108"/>
                  <a:pt x="10845343" y="3939710"/>
                  <a:pt x="10425355" y="4022140"/>
                </a:cubicBezTo>
                <a:cubicBezTo>
                  <a:pt x="10092810" y="4087351"/>
                  <a:pt x="9759033" y="4145748"/>
                  <a:pt x="9424022" y="4197302"/>
                </a:cubicBezTo>
                <a:cubicBezTo>
                  <a:pt x="9102997" y="4246959"/>
                  <a:pt x="8781133" y="4291526"/>
                  <a:pt x="8458419" y="4331003"/>
                </a:cubicBezTo>
                <a:cubicBezTo>
                  <a:pt x="8211360" y="4361169"/>
                  <a:pt x="7963792" y="4386742"/>
                  <a:pt x="7715970" y="4410950"/>
                </a:cubicBezTo>
                <a:lnTo>
                  <a:pt x="6951716" y="4476730"/>
                </a:lnTo>
                <a:lnTo>
                  <a:pt x="6936303" y="4478801"/>
                </a:lnTo>
                <a:lnTo>
                  <a:pt x="6790448" y="4490162"/>
                </a:lnTo>
                <a:lnTo>
                  <a:pt x="6799941" y="4491982"/>
                </a:lnTo>
                <a:cubicBezTo>
                  <a:pt x="6811623" y="4492448"/>
                  <a:pt x="6823734" y="4490275"/>
                  <a:pt x="6835432" y="4490275"/>
                </a:cubicBezTo>
                <a:cubicBezTo>
                  <a:pt x="6851580" y="4490275"/>
                  <a:pt x="6867729" y="4487668"/>
                  <a:pt x="6884003" y="4487297"/>
                </a:cubicBezTo>
                <a:cubicBezTo>
                  <a:pt x="7115805" y="4481835"/>
                  <a:pt x="7347351" y="4469668"/>
                  <a:pt x="7578771" y="4454770"/>
                </a:cubicBezTo>
                <a:cubicBezTo>
                  <a:pt x="7927552" y="4432302"/>
                  <a:pt x="8276080" y="4404123"/>
                  <a:pt x="8623845" y="4367873"/>
                </a:cubicBezTo>
                <a:cubicBezTo>
                  <a:pt x="8909939" y="4338575"/>
                  <a:pt x="9195310" y="4303940"/>
                  <a:pt x="9479970" y="4263967"/>
                </a:cubicBezTo>
                <a:cubicBezTo>
                  <a:pt x="9864901" y="4209593"/>
                  <a:pt x="10248014" y="4144879"/>
                  <a:pt x="10629308" y="4069810"/>
                </a:cubicBezTo>
                <a:cubicBezTo>
                  <a:pt x="11090114" y="3978690"/>
                  <a:pt x="11546975" y="3871184"/>
                  <a:pt x="11998498" y="3743816"/>
                </a:cubicBezTo>
                <a:lnTo>
                  <a:pt x="12188952" y="3687715"/>
                </a:lnTo>
                <a:lnTo>
                  <a:pt x="12188952" y="3742439"/>
                </a:lnTo>
                <a:lnTo>
                  <a:pt x="11829257" y="3846853"/>
                </a:lnTo>
                <a:cubicBezTo>
                  <a:pt x="11534769" y="3926550"/>
                  <a:pt x="11238120" y="3997436"/>
                  <a:pt x="10939183" y="4061368"/>
                </a:cubicBezTo>
                <a:cubicBezTo>
                  <a:pt x="10622824" y="4129150"/>
                  <a:pt x="10304941" y="4189147"/>
                  <a:pt x="9985530" y="4241373"/>
                </a:cubicBezTo>
                <a:cubicBezTo>
                  <a:pt x="9720036" y="4284822"/>
                  <a:pt x="9453814" y="4323467"/>
                  <a:pt x="9186882" y="4357320"/>
                </a:cubicBezTo>
                <a:cubicBezTo>
                  <a:pt x="8984197" y="4382894"/>
                  <a:pt x="8781514" y="4406977"/>
                  <a:pt x="8578198" y="4426839"/>
                </a:cubicBezTo>
                <a:cubicBezTo>
                  <a:pt x="8340547" y="4449559"/>
                  <a:pt x="8102644" y="4471034"/>
                  <a:pt x="7864358" y="4488290"/>
                </a:cubicBezTo>
                <a:cubicBezTo>
                  <a:pt x="7554994" y="4510634"/>
                  <a:pt x="7245502" y="4528512"/>
                  <a:pt x="6935502" y="4539684"/>
                </a:cubicBezTo>
                <a:cubicBezTo>
                  <a:pt x="6782917" y="4545147"/>
                  <a:pt x="6630334" y="4548995"/>
                  <a:pt x="6477750" y="4553587"/>
                </a:cubicBezTo>
                <a:cubicBezTo>
                  <a:pt x="6439195" y="4551503"/>
                  <a:pt x="6400529" y="4553128"/>
                  <a:pt x="6362294" y="4558430"/>
                </a:cubicBezTo>
                <a:lnTo>
                  <a:pt x="6057129" y="4558430"/>
                </a:lnTo>
                <a:lnTo>
                  <a:pt x="5977784" y="4553836"/>
                </a:lnTo>
                <a:cubicBezTo>
                  <a:pt x="5740261" y="4541423"/>
                  <a:pt x="5502739" y="4527644"/>
                  <a:pt x="5265087" y="4517587"/>
                </a:cubicBezTo>
                <a:cubicBezTo>
                  <a:pt x="4958267" y="4505171"/>
                  <a:pt x="4651826" y="4484691"/>
                  <a:pt x="4346277" y="4455517"/>
                </a:cubicBezTo>
                <a:cubicBezTo>
                  <a:pt x="4021654" y="4424605"/>
                  <a:pt x="3697795" y="4389970"/>
                  <a:pt x="3373045" y="4356948"/>
                </a:cubicBezTo>
                <a:cubicBezTo>
                  <a:pt x="3035412" y="4322686"/>
                  <a:pt x="2698456" y="4283047"/>
                  <a:pt x="2362173" y="4238021"/>
                </a:cubicBezTo>
                <a:cubicBezTo>
                  <a:pt x="1984692" y="4187868"/>
                  <a:pt x="1608364" y="4130142"/>
                  <a:pt x="1233177" y="4064845"/>
                </a:cubicBezTo>
                <a:cubicBezTo>
                  <a:pt x="842181" y="3996132"/>
                  <a:pt x="453758" y="3917644"/>
                  <a:pt x="68500" y="3825138"/>
                </a:cubicBezTo>
                <a:lnTo>
                  <a:pt x="0" y="3807783"/>
                </a:lnTo>
                <a:lnTo>
                  <a:pt x="0" y="3751294"/>
                </a:lnTo>
                <a:lnTo>
                  <a:pt x="72441" y="3770071"/>
                </a:lnTo>
                <a:cubicBezTo>
                  <a:pt x="247961" y="3812249"/>
                  <a:pt x="424164" y="3851509"/>
                  <a:pt x="600716" y="3888441"/>
                </a:cubicBezTo>
                <a:cubicBezTo>
                  <a:pt x="988279" y="3969255"/>
                  <a:pt x="1378133" y="4038153"/>
                  <a:pt x="1769512" y="4098609"/>
                </a:cubicBezTo>
                <a:cubicBezTo>
                  <a:pt x="2052426" y="4142185"/>
                  <a:pt x="2335725" y="4182282"/>
                  <a:pt x="2613554" y="4215551"/>
                </a:cubicBezTo>
                <a:cubicBezTo>
                  <a:pt x="2605544" y="4218158"/>
                  <a:pt x="2594611" y="4208102"/>
                  <a:pt x="2581134" y="4205620"/>
                </a:cubicBezTo>
                <a:cubicBezTo>
                  <a:pt x="2087178" y="4113668"/>
                  <a:pt x="1597684" y="4002775"/>
                  <a:pt x="1112635" y="3872923"/>
                </a:cubicBezTo>
                <a:cubicBezTo>
                  <a:pt x="880453" y="3810852"/>
                  <a:pt x="649713" y="3744374"/>
                  <a:pt x="420412" y="3673490"/>
                </a:cubicBezTo>
                <a:lnTo>
                  <a:pt x="0" y="3534573"/>
                </a:lnTo>
                <a:close/>
              </a:path>
            </a:pathLst>
          </a:cu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3540989C-C7B8-473B-BF87-6F2DA6A90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661305" y="5468206"/>
            <a:ext cx="1371600" cy="18288"/>
          </a:xfrm>
          <a:custGeom>
            <a:avLst/>
            <a:gdLst>
              <a:gd name="csX0" fmla="*/ 0 w 1371600"/>
              <a:gd name="csY0" fmla="*/ 0 h 18288"/>
              <a:gd name="csX1" fmla="*/ 685800 w 1371600"/>
              <a:gd name="csY1" fmla="*/ 0 h 18288"/>
              <a:gd name="csX2" fmla="*/ 1371600 w 1371600"/>
              <a:gd name="csY2" fmla="*/ 0 h 18288"/>
              <a:gd name="csX3" fmla="*/ 1371600 w 1371600"/>
              <a:gd name="csY3" fmla="*/ 18288 h 18288"/>
              <a:gd name="csX4" fmla="*/ 713232 w 1371600"/>
              <a:gd name="csY4" fmla="*/ 18288 h 18288"/>
              <a:gd name="csX5" fmla="*/ 0 w 1371600"/>
              <a:gd name="csY5" fmla="*/ 18288 h 18288"/>
              <a:gd name="csX6" fmla="*/ 0 w 1371600"/>
              <a:gd name="csY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71600" h="18288" fill="none" extrusionOk="0">
                <a:moveTo>
                  <a:pt x="0" y="0"/>
                </a:moveTo>
                <a:cubicBezTo>
                  <a:pt x="247303" y="31625"/>
                  <a:pt x="422310" y="-25629"/>
                  <a:pt x="685800" y="0"/>
                </a:cubicBezTo>
                <a:cubicBezTo>
                  <a:pt x="949290" y="25629"/>
                  <a:pt x="1192357" y="6696"/>
                  <a:pt x="1371600" y="0"/>
                </a:cubicBezTo>
                <a:cubicBezTo>
                  <a:pt x="1371355" y="6649"/>
                  <a:pt x="1371915" y="11310"/>
                  <a:pt x="1371600" y="18288"/>
                </a:cubicBezTo>
                <a:cubicBezTo>
                  <a:pt x="1107995" y="26464"/>
                  <a:pt x="1033361" y="32942"/>
                  <a:pt x="713232" y="18288"/>
                </a:cubicBezTo>
                <a:cubicBezTo>
                  <a:pt x="393103" y="3634"/>
                  <a:pt x="289343" y="43221"/>
                  <a:pt x="0" y="18288"/>
                </a:cubicBezTo>
                <a:cubicBezTo>
                  <a:pt x="-459" y="11562"/>
                  <a:pt x="-31" y="5093"/>
                  <a:pt x="0" y="0"/>
                </a:cubicBezTo>
                <a:close/>
              </a:path>
              <a:path w="1371600" h="18288" stroke="0" extrusionOk="0">
                <a:moveTo>
                  <a:pt x="0" y="0"/>
                </a:moveTo>
                <a:cubicBezTo>
                  <a:pt x="170249" y="-24099"/>
                  <a:pt x="504634" y="14338"/>
                  <a:pt x="644652" y="0"/>
                </a:cubicBezTo>
                <a:cubicBezTo>
                  <a:pt x="784670" y="-14338"/>
                  <a:pt x="1087773" y="8679"/>
                  <a:pt x="1371600" y="0"/>
                </a:cubicBezTo>
                <a:cubicBezTo>
                  <a:pt x="1372456" y="3662"/>
                  <a:pt x="1371030" y="13946"/>
                  <a:pt x="1371600" y="18288"/>
                </a:cubicBezTo>
                <a:cubicBezTo>
                  <a:pt x="1176823" y="-1409"/>
                  <a:pt x="900830" y="9989"/>
                  <a:pt x="713232" y="18288"/>
                </a:cubicBezTo>
                <a:cubicBezTo>
                  <a:pt x="525634" y="26587"/>
                  <a:pt x="282837" y="5724"/>
                  <a:pt x="0" y="18288"/>
                </a:cubicBezTo>
                <a:cubicBezTo>
                  <a:pt x="367" y="13143"/>
                  <a:pt x="-823" y="58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6156976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92DBD36-496A-DABE-366D-1747E8468E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4" y="4777739"/>
            <a:ext cx="6897626" cy="13992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Tom Heijmans, 1079471,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Fabio Wolthuis, 1079471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Ali Haimed, 1103776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Dennis Zejnilovic, 1098617</a:t>
            </a:r>
          </a:p>
        </p:txBody>
      </p:sp>
    </p:spTree>
    <p:extLst>
      <p:ext uri="{BB962C8B-B14F-4D97-AF65-F5344CB8AC3E}">
        <p14:creationId xmlns:p14="http://schemas.microsoft.com/office/powerpoint/2010/main" val="3370430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D083C3-5619-A5C4-D177-724F6BB9A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nl-NL" sz="5400"/>
              <a:t>Inhoudsopgave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9B11EB2-0A11-4DC3-14E2-9DAAEBC25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nl-NL" sz="2200" dirty="0"/>
              <a:t>De opdrachtgever</a:t>
            </a:r>
          </a:p>
          <a:p>
            <a:r>
              <a:rPr lang="nl-NL" sz="2200" dirty="0"/>
              <a:t>Probleemstelling</a:t>
            </a:r>
          </a:p>
          <a:p>
            <a:r>
              <a:rPr lang="nl-NL" sz="2200" dirty="0"/>
              <a:t>De opdracht</a:t>
            </a:r>
          </a:p>
          <a:p>
            <a:r>
              <a:rPr lang="nl-NL" sz="2200" dirty="0"/>
              <a:t>De scope</a:t>
            </a:r>
          </a:p>
          <a:p>
            <a:r>
              <a:rPr lang="nl-NL" sz="2200" dirty="0"/>
              <a:t>Wat we hebben gedaan</a:t>
            </a:r>
          </a:p>
          <a:p>
            <a:r>
              <a:rPr lang="nl-NL" sz="2200" dirty="0"/>
              <a:t>Demo</a:t>
            </a:r>
          </a:p>
          <a:p>
            <a:r>
              <a:rPr lang="nl-NL" sz="2200" dirty="0"/>
              <a:t>Zitten we op 50%?</a:t>
            </a:r>
          </a:p>
          <a:p>
            <a:r>
              <a:rPr lang="nl-NL" sz="2200" dirty="0"/>
              <a:t>Wat gaan we doen?/ De komende 50%</a:t>
            </a:r>
          </a:p>
          <a:p>
            <a:r>
              <a:rPr lang="nl-NL" sz="2200" dirty="0" err="1"/>
              <a:t>Retrospective</a:t>
            </a:r>
            <a:endParaRPr lang="nl-NL" sz="2200" dirty="0"/>
          </a:p>
        </p:txBody>
      </p:sp>
    </p:spTree>
    <p:extLst>
      <p:ext uri="{BB962C8B-B14F-4D97-AF65-F5344CB8AC3E}">
        <p14:creationId xmlns:p14="http://schemas.microsoft.com/office/powerpoint/2010/main" val="2072743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CBD5C1-50A9-FAF7-65E7-490851801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 opdrachtgever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23C502E-835C-B6AF-AF88-D4C9B0114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2400" dirty="0" err="1"/>
              <a:t>Tidalis</a:t>
            </a:r>
            <a:endParaRPr lang="nl-NL" sz="2400" dirty="0"/>
          </a:p>
          <a:p>
            <a:r>
              <a:rPr lang="nl-NL" sz="2400" dirty="0"/>
              <a:t>Scheepvaart-gerelateerde</a:t>
            </a:r>
          </a:p>
          <a:p>
            <a:r>
              <a:rPr lang="nl-NL" sz="2400" dirty="0" err="1"/>
              <a:t>Situational</a:t>
            </a:r>
            <a:r>
              <a:rPr lang="nl-NL" sz="2400" dirty="0"/>
              <a:t> awareness</a:t>
            </a:r>
          </a:p>
          <a:p>
            <a:r>
              <a:rPr lang="nl-NL" sz="2400" dirty="0"/>
              <a:t>Martijn </a:t>
            </a:r>
            <a:r>
              <a:rPr lang="nl-NL" sz="2400" dirty="0" err="1"/>
              <a:t>Nijënstein</a:t>
            </a:r>
            <a:endParaRPr lang="nl-NL" sz="2400" dirty="0"/>
          </a:p>
          <a:p>
            <a:r>
              <a:rPr lang="nl-NL" sz="2400" dirty="0"/>
              <a:t>Maarten </a:t>
            </a:r>
            <a:r>
              <a:rPr lang="nl-NL" sz="2400" dirty="0" err="1"/>
              <a:t>Tietge</a:t>
            </a:r>
            <a:endParaRPr lang="nl-NL" sz="2400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296A188A-4DBF-2A03-EF5F-76D5ADCD7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062" y="2154553"/>
            <a:ext cx="7048500" cy="4022410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72DC5032-78C5-4C55-C0CD-B3E1F90321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6612" y="1509713"/>
            <a:ext cx="2552700" cy="36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134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C2E30-888A-B680-94C1-243CC0A79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978408"/>
            <a:ext cx="4607052" cy="1106424"/>
          </a:xfrm>
        </p:spPr>
        <p:txBody>
          <a:bodyPr>
            <a:normAutofit/>
          </a:bodyPr>
          <a:lstStyle/>
          <a:p>
            <a:r>
              <a:rPr lang="nl-NL" sz="2900"/>
              <a:t>Probleemstelling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BF46591-3E2D-8CF4-06ED-6E16B36E0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6" y="2368296"/>
            <a:ext cx="4607052" cy="3502152"/>
          </a:xfrm>
        </p:spPr>
        <p:txBody>
          <a:bodyPr>
            <a:normAutofit/>
          </a:bodyPr>
          <a:lstStyle/>
          <a:p>
            <a:r>
              <a:rPr lang="nl-NL" sz="1800"/>
              <a:t>Surveillance</a:t>
            </a:r>
          </a:p>
          <a:p>
            <a:r>
              <a:rPr lang="nl-NL" sz="1800"/>
              <a:t>Camera’s</a:t>
            </a:r>
          </a:p>
          <a:p>
            <a:r>
              <a:rPr lang="nl-NL" sz="1800"/>
              <a:t>Concept</a:t>
            </a:r>
          </a:p>
          <a:p>
            <a:r>
              <a:rPr lang="nl-NL" sz="1800"/>
              <a:t>Hoofdvraag: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/>
              <a:t>Hoe </a:t>
            </a:r>
            <a:r>
              <a:rPr lang="en-US" sz="1800"/>
              <a:t>kan</a:t>
            </a:r>
            <a:r>
              <a:rPr lang="en-US" sz="1800" dirty="0"/>
              <a:t> je met het </a:t>
            </a:r>
            <a:r>
              <a:rPr lang="en-US" sz="1800"/>
              <a:t>gebruik</a:t>
            </a:r>
            <a:r>
              <a:rPr lang="en-US" sz="1800" dirty="0"/>
              <a:t> van </a:t>
            </a:r>
            <a:r>
              <a:rPr lang="en-US" sz="1800"/>
              <a:t>Optische</a:t>
            </a:r>
            <a:r>
              <a:rPr lang="en-US" sz="1800" dirty="0"/>
              <a:t> </a:t>
            </a:r>
            <a:r>
              <a:rPr lang="en-US" sz="1800"/>
              <a:t>waarneming</a:t>
            </a:r>
            <a:r>
              <a:rPr lang="en-US" sz="1800" dirty="0"/>
              <a:t> drones </a:t>
            </a:r>
            <a:r>
              <a:rPr lang="en-US" sz="1800"/>
              <a:t>detecteren</a:t>
            </a:r>
            <a:r>
              <a:rPr lang="en-US" sz="1800" dirty="0"/>
              <a:t> </a:t>
            </a:r>
            <a:r>
              <a:rPr lang="en-US" sz="1800"/>
              <a:t>en</a:t>
            </a:r>
            <a:r>
              <a:rPr lang="en-US" sz="1800" dirty="0"/>
              <a:t> </a:t>
            </a:r>
            <a:r>
              <a:rPr lang="en-US" sz="1800"/>
              <a:t>lokaliseren</a:t>
            </a:r>
            <a:r>
              <a:rPr lang="en-US" sz="1800" dirty="0"/>
              <a:t>?</a:t>
            </a:r>
          </a:p>
          <a:p>
            <a:endParaRPr lang="nl-NL" sz="180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469CDBE5-139B-39C3-61B3-AEDC700301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87" r="3" b="3"/>
          <a:stretch>
            <a:fillRect/>
          </a:stretch>
        </p:blipFill>
        <p:spPr>
          <a:xfrm>
            <a:off x="6324599" y="10"/>
            <a:ext cx="5457817" cy="3337549"/>
          </a:xfrm>
          <a:prstGeom prst="rect">
            <a:avLst/>
          </a:prstGeom>
        </p:spPr>
      </p:pic>
      <p:pic>
        <p:nvPicPr>
          <p:cNvPr id="1026" name="Picture 2" descr="Containerschip, Container Vervoer">
            <a:extLst>
              <a:ext uri="{FF2B5EF4-FFF2-40B4-BE49-F238E27FC236}">
                <a16:creationId xmlns:a16="http://schemas.microsoft.com/office/drawing/2014/main" id="{A95E92AC-A928-FE2E-5343-3361CD8AC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6" r="3" b="824"/>
          <a:stretch>
            <a:fillRect/>
          </a:stretch>
        </p:blipFill>
        <p:spPr bwMode="auto">
          <a:xfrm>
            <a:off x="6324590" y="3520439"/>
            <a:ext cx="5457817" cy="3337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6014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B6987-6B28-3BE9-FFD9-70122103C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7200"/>
            <a:ext cx="4343400" cy="19293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800" dirty="0"/>
              <a:t>De </a:t>
            </a:r>
            <a:r>
              <a:rPr lang="en-US" sz="4800" dirty="0" err="1"/>
              <a:t>opdracht</a:t>
            </a:r>
            <a:endParaRPr lang="en-US" sz="4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799B3D-2B12-EDC7-8F40-731239444F65}"/>
              </a:ext>
            </a:extLst>
          </p:cNvPr>
          <p:cNvSpPr txBox="1"/>
          <p:nvPr/>
        </p:nvSpPr>
        <p:spPr>
          <a:xfrm>
            <a:off x="5541263" y="457200"/>
            <a:ext cx="6007608" cy="1929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GUI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2D-grafiek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Live-feed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 err="1"/>
              <a:t>Afstand</a:t>
            </a:r>
            <a:r>
              <a:rPr lang="en-US" sz="2200" dirty="0"/>
              <a:t> 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Functionaliteit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052D207-2EED-274B-46C9-290BB6345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2744595"/>
            <a:ext cx="5468112" cy="3567942"/>
          </a:xfrm>
          <a:prstGeom prst="rect">
            <a:avLst/>
          </a:prstGeom>
        </p:spPr>
      </p:pic>
      <p:pic>
        <p:nvPicPr>
          <p:cNvPr id="4" name="Content Placeholder 3" descr="A screenshot of a graph&#10;&#10;AI-generated content may be incorrect.">
            <a:extLst>
              <a:ext uri="{FF2B5EF4-FFF2-40B4-BE49-F238E27FC236}">
                <a16:creationId xmlns:a16="http://schemas.microsoft.com/office/drawing/2014/main" id="{75B9311F-3C5B-F8A3-A070-E4B7463785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26139" y="2744595"/>
            <a:ext cx="5468112" cy="356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4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63C50-EBF7-4D28-AC94-D75C61AB1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scope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39488D-F495-2B6A-4C21-726AEEBCCC5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52316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8FEEA1-82FD-0E61-7838-FF982BE73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nl-NL" sz="4000"/>
              <a:t>Wat we hebben gedaan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7C9BC1-AAB5-8919-7FF0-EFA59C50FC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nl-NL" sz="2200"/>
              <a:t>Camera’s</a:t>
            </a:r>
          </a:p>
          <a:p>
            <a:r>
              <a:rPr lang="nl-NL" sz="2200"/>
              <a:t>Raspberry PI</a:t>
            </a:r>
          </a:p>
          <a:p>
            <a:r>
              <a:rPr lang="nl-NL" sz="2200"/>
              <a:t>Object detectie</a:t>
            </a:r>
          </a:p>
          <a:p>
            <a:r>
              <a:rPr lang="nl-NL" sz="2200"/>
              <a:t>Begin afstandsbepaling</a:t>
            </a:r>
          </a:p>
          <a:p>
            <a:endParaRPr lang="nl-NL" sz="2200"/>
          </a:p>
        </p:txBody>
      </p:sp>
    </p:spTree>
    <p:extLst>
      <p:ext uri="{BB962C8B-B14F-4D97-AF65-F5344CB8AC3E}">
        <p14:creationId xmlns:p14="http://schemas.microsoft.com/office/powerpoint/2010/main" val="1490205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1B657-A220-99FA-D24C-5FDD4AA9B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351679" cy="1616203"/>
          </a:xfrm>
        </p:spPr>
        <p:txBody>
          <a:bodyPr anchor="b">
            <a:normAutofit/>
          </a:bodyPr>
          <a:lstStyle/>
          <a:p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376D6-0D6F-7BF7-4621-66C2A7CD7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351679" cy="3447832"/>
          </a:xfrm>
        </p:spPr>
        <p:txBody>
          <a:bodyPr anchor="t">
            <a:normAutofit/>
          </a:bodyPr>
          <a:lstStyle/>
          <a:p>
            <a:endParaRPr lang="en-US" sz="2000"/>
          </a:p>
        </p:txBody>
      </p:sp>
      <p:pic>
        <p:nvPicPr>
          <p:cNvPr id="4" name="Picture 3" descr="A person standing in front of a computer screen&#10;&#10;AI-generated content may be incorrect.">
            <a:extLst>
              <a:ext uri="{FF2B5EF4-FFF2-40B4-BE49-F238E27FC236}">
                <a16:creationId xmlns:a16="http://schemas.microsoft.com/office/drawing/2014/main" id="{A84297FB-3732-9E9F-B845-BA72F32A6D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983"/>
          <a:stretch>
            <a:fillRect/>
          </a:stretch>
        </p:blipFill>
        <p:spPr>
          <a:xfrm>
            <a:off x="6094519" y="1053420"/>
            <a:ext cx="3815433" cy="2375580"/>
          </a:xfrm>
          <a:prstGeom prst="rect">
            <a:avLst/>
          </a:prstGeom>
        </p:spPr>
      </p:pic>
      <p:pic>
        <p:nvPicPr>
          <p:cNvPr id="6" name="Picture 5" descr="A computer screen with a person holding a checkerboard&#10;&#10;AI-generated content may be incorrect.">
            <a:extLst>
              <a:ext uri="{FF2B5EF4-FFF2-40B4-BE49-F238E27FC236}">
                <a16:creationId xmlns:a16="http://schemas.microsoft.com/office/drawing/2014/main" id="{63CBA4E3-0918-7DCD-4302-318F9E4260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0" r="-1" b="-1"/>
          <a:stretch>
            <a:fillRect/>
          </a:stretch>
        </p:blipFill>
        <p:spPr>
          <a:xfrm>
            <a:off x="5065566" y="3770439"/>
            <a:ext cx="3225818" cy="2268875"/>
          </a:xfrm>
          <a:prstGeom prst="rect">
            <a:avLst/>
          </a:prstGeom>
        </p:spPr>
      </p:pic>
      <p:pic>
        <p:nvPicPr>
          <p:cNvPr id="5" name="Picture 4" descr="A computer screen with a person holding a checkerboard&#10;&#10;AI-generated content may be incorrect.">
            <a:extLst>
              <a:ext uri="{FF2B5EF4-FFF2-40B4-BE49-F238E27FC236}">
                <a16:creationId xmlns:a16="http://schemas.microsoft.com/office/drawing/2014/main" id="{EA1A97E3-20B7-1A53-38A1-CF61347558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6219"/>
          <a:stretch>
            <a:fillRect/>
          </a:stretch>
        </p:blipFill>
        <p:spPr>
          <a:xfrm>
            <a:off x="8548850" y="3781805"/>
            <a:ext cx="3127189" cy="21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272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AC976F-6FA4-DD78-EA2E-3820F0EE1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Ontwerpen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CEFC93D-1DF6-5B00-95D4-9D4396C19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85787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AD4335-DB6F-DDA3-8BCD-0B4F9C0AF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</a:t>
            </a:r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475FD24C-3CC3-ADA4-5C95-026ED0711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80972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C49C9-2DE7-B0F3-9E50-BCB60A4E6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Zitten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we op 50%?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8AC4B9-3BD5-32F1-CDD3-557C5C2D6C74}"/>
              </a:ext>
            </a:extLst>
          </p:cNvPr>
          <p:cNvSpPr txBox="1"/>
          <p:nvPr/>
        </p:nvSpPr>
        <p:spPr>
          <a:xfrm>
            <a:off x="5296471" y="1209255"/>
            <a:ext cx="20313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/>
              <a:t>Leerdoelen</a:t>
            </a:r>
            <a:endParaRPr lang="en-US" b="1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23C9758-DBA0-EC6A-04D5-9008BD391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318" y="1890931"/>
            <a:ext cx="10515600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2F30C36-1FB9-D06C-EE8B-1C019115B6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1630" y="1699404"/>
            <a:ext cx="3017583" cy="3082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E799E4-D4A3-E85F-8F74-60FC3278F429}"/>
              </a:ext>
            </a:extLst>
          </p:cNvPr>
          <p:cNvSpPr txBox="1"/>
          <p:nvPr/>
        </p:nvSpPr>
        <p:spPr>
          <a:xfrm>
            <a:off x="8407741" y="1173769"/>
            <a:ext cx="11310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Taken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42650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D60F01-DF12-68A3-DE46-A2C487E9E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6213617" cy="1481328"/>
          </a:xfrm>
        </p:spPr>
        <p:txBody>
          <a:bodyPr anchor="b">
            <a:normAutofit fontScale="90000"/>
          </a:bodyPr>
          <a:lstStyle/>
          <a:p>
            <a:r>
              <a:rPr lang="nl-NL" sz="5400" dirty="0"/>
              <a:t>Wat gaan we doen?/De komende 50%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5F3C2F9-7FD3-D860-9848-C7700A683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nl-NL" sz="2200" dirty="0"/>
              <a:t>Kalibreren</a:t>
            </a:r>
          </a:p>
          <a:p>
            <a:r>
              <a:rPr lang="nl-NL" sz="2200" dirty="0"/>
              <a:t>2D grafiek</a:t>
            </a:r>
          </a:p>
          <a:p>
            <a:r>
              <a:rPr lang="nl-NL" sz="2200" dirty="0"/>
              <a:t>GUI</a:t>
            </a:r>
          </a:p>
          <a:p>
            <a:r>
              <a:rPr lang="nl-NL" sz="2200" dirty="0"/>
              <a:t>Documenteren</a:t>
            </a:r>
          </a:p>
        </p:txBody>
      </p:sp>
    </p:spTree>
    <p:extLst>
      <p:ext uri="{BB962C8B-B14F-4D97-AF65-F5344CB8AC3E}">
        <p14:creationId xmlns:p14="http://schemas.microsoft.com/office/powerpoint/2010/main" val="3335657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851ACB-07AF-6A68-A4CF-686BD1130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nl-NL" sz="4800"/>
              <a:t>Retrospective</a:t>
            </a:r>
          </a:p>
        </p:txBody>
      </p:sp>
      <p:sp>
        <p:nvSpPr>
          <p:cNvPr id="29" name="Tijdelijke aanduiding voor inhoud 2">
            <a:extLst>
              <a:ext uri="{FF2B5EF4-FFF2-40B4-BE49-F238E27FC236}">
                <a16:creationId xmlns:a16="http://schemas.microsoft.com/office/drawing/2014/main" id="{6F623A0E-51EE-AF81-1C89-5D7FF1639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nl-NL" sz="2400"/>
              <a:t>Goed:</a:t>
            </a:r>
          </a:p>
          <a:p>
            <a:pPr lvl="1"/>
            <a:r>
              <a:rPr lang="nl-NL"/>
              <a:t>Communicatie</a:t>
            </a:r>
          </a:p>
          <a:p>
            <a:pPr lvl="1"/>
            <a:r>
              <a:rPr lang="nl-NL"/>
              <a:t>Takenverdeling</a:t>
            </a:r>
          </a:p>
          <a:p>
            <a:pPr lvl="1"/>
            <a:r>
              <a:rPr lang="nl-NL"/>
              <a:t>Samenwerking</a:t>
            </a:r>
          </a:p>
          <a:p>
            <a:pPr lvl="1"/>
            <a:r>
              <a:rPr lang="nl-NL"/>
              <a:t>Georganiseerd</a:t>
            </a:r>
          </a:p>
          <a:p>
            <a:r>
              <a:rPr lang="nl-NL" sz="2400"/>
              <a:t>Kan beter:</a:t>
            </a:r>
          </a:p>
          <a:p>
            <a:pPr lvl="1"/>
            <a:r>
              <a:rPr lang="nl-NL"/>
              <a:t>Documentatie</a:t>
            </a:r>
          </a:p>
          <a:p>
            <a:endParaRPr lang="nl-NL" sz="2400"/>
          </a:p>
        </p:txBody>
      </p:sp>
    </p:spTree>
    <p:extLst>
      <p:ext uri="{BB962C8B-B14F-4D97-AF65-F5344CB8AC3E}">
        <p14:creationId xmlns:p14="http://schemas.microsoft.com/office/powerpoint/2010/main" val="2824814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antoorth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Kantoorth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285</TotalTime>
  <Words>150</Words>
  <Application>Microsoft Macintosh PowerPoint</Application>
  <PresentationFormat>Widescreen</PresentationFormat>
  <Paragraphs>63</Paragraphs>
  <Slides>13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Courier New</vt:lpstr>
      <vt:lpstr>Office Theme</vt:lpstr>
      <vt:lpstr>Project 5/6 50% presentatie</vt:lpstr>
      <vt:lpstr>Inhoudsopgave</vt:lpstr>
      <vt:lpstr>De opdrachtgever</vt:lpstr>
      <vt:lpstr>Probleemstelling</vt:lpstr>
      <vt:lpstr>De opdracht</vt:lpstr>
      <vt:lpstr>De scope </vt:lpstr>
      <vt:lpstr>Wat we hebben gedaan</vt:lpstr>
      <vt:lpstr>PowerPoint Presentation</vt:lpstr>
      <vt:lpstr>Ontwerpen</vt:lpstr>
      <vt:lpstr>Demo</vt:lpstr>
      <vt:lpstr>Zitten we op 50%?</vt:lpstr>
      <vt:lpstr>Wat gaan we doen?/De komende 50%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Heijmans</dc:creator>
  <cp:lastModifiedBy>Dennis Zejnilovic (1098617)</cp:lastModifiedBy>
  <cp:revision>2</cp:revision>
  <dcterms:created xsi:type="dcterms:W3CDTF">2025-11-12T13:42:07Z</dcterms:created>
  <dcterms:modified xsi:type="dcterms:W3CDTF">2025-11-13T21:24:43Z</dcterms:modified>
</cp:coreProperties>
</file>