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sldIdLst>
    <p:sldId id="256" r:id="rId2"/>
    <p:sldId id="257" r:id="rId3"/>
    <p:sldId id="258" r:id="rId4"/>
    <p:sldId id="259" r:id="rId5"/>
    <p:sldId id="263" r:id="rId6"/>
    <p:sldId id="264" r:id="rId7"/>
    <p:sldId id="261" r:id="rId8"/>
    <p:sldId id="260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C9E6DC-382B-4CC4-A649-1B8F663856C1}" v="27" dt="2025-11-13T12:44:58.9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456" y="1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 Heijmans" userId="518c28196cba6f70" providerId="LiveId" clId="{B3C9E6DC-382B-4CC4-A649-1B8F663856C1}"/>
    <pc:docChg chg="undo custSel addSld modSld modMainMaster">
      <pc:chgData name="Tom Heijmans" userId="518c28196cba6f70" providerId="LiveId" clId="{B3C9E6DC-382B-4CC4-A649-1B8F663856C1}" dt="2025-11-13T12:45:13.703" v="393" actId="1076"/>
      <pc:docMkLst>
        <pc:docMk/>
      </pc:docMkLst>
      <pc:sldChg chg="addSp delSp modSp mod setBg delDesignElem">
        <pc:chgData name="Tom Heijmans" userId="518c28196cba6f70" providerId="LiveId" clId="{B3C9E6DC-382B-4CC4-A649-1B8F663856C1}" dt="2025-11-13T10:22:43.799" v="146" actId="26606"/>
        <pc:sldMkLst>
          <pc:docMk/>
          <pc:sldMk cId="3370430170" sldId="256"/>
        </pc:sldMkLst>
        <pc:spChg chg="mod">
          <ac:chgData name="Tom Heijmans" userId="518c28196cba6f70" providerId="LiveId" clId="{B3C9E6DC-382B-4CC4-A649-1B8F663856C1}" dt="2025-11-13T10:22:43.799" v="146" actId="26606"/>
          <ac:spMkLst>
            <pc:docMk/>
            <pc:sldMk cId="3370430170" sldId="256"/>
            <ac:spMk id="2" creationId="{F6203A12-DAEC-3FDF-11FA-091060E3762C}"/>
          </ac:spMkLst>
        </pc:spChg>
        <pc:spChg chg="mod ord">
          <ac:chgData name="Tom Heijmans" userId="518c28196cba6f70" providerId="LiveId" clId="{B3C9E6DC-382B-4CC4-A649-1B8F663856C1}" dt="2025-11-13T10:22:43.799" v="146" actId="26606"/>
          <ac:spMkLst>
            <pc:docMk/>
            <pc:sldMk cId="3370430170" sldId="256"/>
            <ac:spMk id="3" creationId="{F92DBD36-496A-DABE-366D-1747E8468E83}"/>
          </ac:spMkLst>
        </pc:spChg>
        <pc:spChg chg="add">
          <ac:chgData name="Tom Heijmans" userId="518c28196cba6f70" providerId="LiveId" clId="{B3C9E6DC-382B-4CC4-A649-1B8F663856C1}" dt="2025-11-13T10:22:43.799" v="146" actId="26606"/>
          <ac:spMkLst>
            <pc:docMk/>
            <pc:sldMk cId="3370430170" sldId="256"/>
            <ac:spMk id="12" creationId="{B1595A09-E336-4D1B-9B3A-06A2287A54E2}"/>
          </ac:spMkLst>
        </pc:spChg>
        <pc:spChg chg="add del">
          <ac:chgData name="Tom Heijmans" userId="518c28196cba6f70" providerId="LiveId" clId="{B3C9E6DC-382B-4CC4-A649-1B8F663856C1}" dt="2025-11-13T10:01:40.056" v="88" actId="26606"/>
          <ac:spMkLst>
            <pc:docMk/>
            <pc:sldMk cId="3370430170" sldId="256"/>
            <ac:spMk id="13" creationId="{077D6507-8E8D-40E1-A7B9-63012EF9492F}"/>
          </ac:spMkLst>
        </pc:spChg>
        <pc:spChg chg="add">
          <ac:chgData name="Tom Heijmans" userId="518c28196cba6f70" providerId="LiveId" clId="{B3C9E6DC-382B-4CC4-A649-1B8F663856C1}" dt="2025-11-13T10:22:43.799" v="146" actId="26606"/>
          <ac:spMkLst>
            <pc:docMk/>
            <pc:sldMk cId="3370430170" sldId="256"/>
            <ac:spMk id="14" creationId="{3540989C-C7B8-473B-BF87-6F2DA6A90006}"/>
          </ac:spMkLst>
        </pc:spChg>
        <pc:spChg chg="add del">
          <ac:chgData name="Tom Heijmans" userId="518c28196cba6f70" providerId="LiveId" clId="{B3C9E6DC-382B-4CC4-A649-1B8F663856C1}" dt="2025-11-13T10:09:28.307" v="101"/>
          <ac:spMkLst>
            <pc:docMk/>
            <pc:sldMk cId="3370430170" sldId="256"/>
            <ac:spMk id="15" creationId="{BD7C2DEF-63C5-495B-BBE5-720E5D12B4D2}"/>
          </ac:spMkLst>
        </pc:spChg>
        <pc:picChg chg="add del">
          <ac:chgData name="Tom Heijmans" userId="518c28196cba6f70" providerId="LiveId" clId="{B3C9E6DC-382B-4CC4-A649-1B8F663856C1}" dt="2025-11-13T09:59:21.319" v="80" actId="21"/>
          <ac:picMkLst>
            <pc:docMk/>
            <pc:sldMk cId="3370430170" sldId="256"/>
            <ac:picMk id="5" creationId="{22B3E375-0B8C-FBA2-D5C9-0745DE49C01C}"/>
          </ac:picMkLst>
        </pc:picChg>
        <pc:picChg chg="add del mod">
          <ac:chgData name="Tom Heijmans" userId="518c28196cba6f70" providerId="LiveId" clId="{B3C9E6DC-382B-4CC4-A649-1B8F663856C1}" dt="2025-11-13T10:02:41.713" v="98" actId="478"/>
          <ac:picMkLst>
            <pc:docMk/>
            <pc:sldMk cId="3370430170" sldId="256"/>
            <ac:picMk id="6" creationId="{A8CEB5D4-17C5-9D34-AC0E-ED9BB1E80582}"/>
          </ac:picMkLst>
        </pc:picChg>
        <pc:picChg chg="add del mod ord">
          <ac:chgData name="Tom Heijmans" userId="518c28196cba6f70" providerId="LiveId" clId="{B3C9E6DC-382B-4CC4-A649-1B8F663856C1}" dt="2025-11-13T10:01:54.285" v="93" actId="22"/>
          <ac:picMkLst>
            <pc:docMk/>
            <pc:sldMk cId="3370430170" sldId="256"/>
            <ac:picMk id="8" creationId="{C323A52C-737A-3377-8FC3-D1A02942C510}"/>
          </ac:picMkLst>
        </pc:picChg>
        <pc:picChg chg="add mod ord">
          <ac:chgData name="Tom Heijmans" userId="518c28196cba6f70" providerId="LiveId" clId="{B3C9E6DC-382B-4CC4-A649-1B8F663856C1}" dt="2025-11-13T10:22:43.799" v="146" actId="26606"/>
          <ac:picMkLst>
            <pc:docMk/>
            <pc:sldMk cId="3370430170" sldId="256"/>
            <ac:picMk id="10" creationId="{A3EC0C5B-1710-66BE-18F7-353467119C51}"/>
          </ac:picMkLst>
        </pc:picChg>
        <pc:picChg chg="add del">
          <ac:chgData name="Tom Heijmans" userId="518c28196cba6f70" providerId="LiveId" clId="{B3C9E6DC-382B-4CC4-A649-1B8F663856C1}" dt="2025-11-13T10:09:28.307" v="101"/>
          <ac:picMkLst>
            <pc:docMk/>
            <pc:sldMk cId="3370430170" sldId="256"/>
            <ac:picMk id="17" creationId="{FE21E403-0B61-4473-BE57-AB0F16379674}"/>
          </ac:picMkLst>
        </pc:picChg>
      </pc:sldChg>
      <pc:sldChg chg="modSp mod">
        <pc:chgData name="Tom Heijmans" userId="518c28196cba6f70" providerId="LiveId" clId="{B3C9E6DC-382B-4CC4-A649-1B8F663856C1}" dt="2025-11-13T11:30:37.923" v="221" actId="20577"/>
        <pc:sldMkLst>
          <pc:docMk/>
          <pc:sldMk cId="2273918763" sldId="257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2273918763" sldId="257"/>
            <ac:spMk id="2" creationId="{14D083C3-5619-A5C4-D177-724F6BB9AB77}"/>
          </ac:spMkLst>
        </pc:spChg>
        <pc:spChg chg="mod">
          <ac:chgData name="Tom Heijmans" userId="518c28196cba6f70" providerId="LiveId" clId="{B3C9E6DC-382B-4CC4-A649-1B8F663856C1}" dt="2025-11-13T11:30:37.923" v="221" actId="20577"/>
          <ac:spMkLst>
            <pc:docMk/>
            <pc:sldMk cId="2273918763" sldId="257"/>
            <ac:spMk id="3" creationId="{A9B11EB2-0A11-4DC3-14E2-9DAAEBC25D5C}"/>
          </ac:spMkLst>
        </pc:spChg>
      </pc:sldChg>
      <pc:sldChg chg="addSp modSp mod">
        <pc:chgData name="Tom Heijmans" userId="518c28196cba6f70" providerId="LiveId" clId="{B3C9E6DC-382B-4CC4-A649-1B8F663856C1}" dt="2025-11-13T12:45:13.703" v="393" actId="1076"/>
        <pc:sldMkLst>
          <pc:docMk/>
          <pc:sldMk cId="1238502200" sldId="258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1238502200" sldId="258"/>
            <ac:spMk id="2" creationId="{56CBD5C1-50A9-FAF7-65E7-4908518010B5}"/>
          </ac:spMkLst>
        </pc:spChg>
        <pc:spChg chg="mod">
          <ac:chgData name="Tom Heijmans" userId="518c28196cba6f70" providerId="LiveId" clId="{B3C9E6DC-382B-4CC4-A649-1B8F663856C1}" dt="2025-11-13T10:22:29.063" v="145"/>
          <ac:spMkLst>
            <pc:docMk/>
            <pc:sldMk cId="1238502200" sldId="258"/>
            <ac:spMk id="3" creationId="{123C502E-835C-B6AF-AF88-D4C9B01140BD}"/>
          </ac:spMkLst>
        </pc:spChg>
        <pc:picChg chg="mod">
          <ac:chgData name="Tom Heijmans" userId="518c28196cba6f70" providerId="LiveId" clId="{B3C9E6DC-382B-4CC4-A649-1B8F663856C1}" dt="2025-11-13T12:45:09.233" v="392" actId="1076"/>
          <ac:picMkLst>
            <pc:docMk/>
            <pc:sldMk cId="1238502200" sldId="258"/>
            <ac:picMk id="5" creationId="{296A188A-4DBF-2A03-EF5F-76D5ADCD794A}"/>
          </ac:picMkLst>
        </pc:picChg>
        <pc:picChg chg="add mod">
          <ac:chgData name="Tom Heijmans" userId="518c28196cba6f70" providerId="LiveId" clId="{B3C9E6DC-382B-4CC4-A649-1B8F663856C1}" dt="2025-11-13T12:45:13.703" v="393" actId="1076"/>
          <ac:picMkLst>
            <pc:docMk/>
            <pc:sldMk cId="1238502200" sldId="258"/>
            <ac:picMk id="6" creationId="{72DC5032-78C5-4C55-C0CD-B3E1F9032190}"/>
          </ac:picMkLst>
        </pc:picChg>
      </pc:sldChg>
      <pc:sldChg chg="addSp modSp mod">
        <pc:chgData name="Tom Heijmans" userId="518c28196cba6f70" providerId="LiveId" clId="{B3C9E6DC-382B-4CC4-A649-1B8F663856C1}" dt="2025-11-13T11:30:10.642" v="192" actId="1076"/>
        <pc:sldMkLst>
          <pc:docMk/>
          <pc:sldMk cId="1942964482" sldId="259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1942964482" sldId="259"/>
            <ac:spMk id="2" creationId="{04EC2E30-888A-B680-94C1-243CC0A7980F}"/>
          </ac:spMkLst>
        </pc:spChg>
        <pc:spChg chg="mod">
          <ac:chgData name="Tom Heijmans" userId="518c28196cba6f70" providerId="LiveId" clId="{B3C9E6DC-382B-4CC4-A649-1B8F663856C1}" dt="2025-11-13T10:22:29.063" v="145"/>
          <ac:spMkLst>
            <pc:docMk/>
            <pc:sldMk cId="1942964482" sldId="259"/>
            <ac:spMk id="3" creationId="{6BF46591-3E2D-8CF4-06ED-6E16B36E034D}"/>
          </ac:spMkLst>
        </pc:spChg>
        <pc:picChg chg="add mod">
          <ac:chgData name="Tom Heijmans" userId="518c28196cba6f70" providerId="LiveId" clId="{B3C9E6DC-382B-4CC4-A649-1B8F663856C1}" dt="2025-11-13T09:56:30.836" v="78" actId="14100"/>
          <ac:picMkLst>
            <pc:docMk/>
            <pc:sldMk cId="1942964482" sldId="259"/>
            <ac:picMk id="5" creationId="{469CDBE5-139B-39C3-61B3-AEDC70030143}"/>
          </ac:picMkLst>
        </pc:picChg>
        <pc:picChg chg="add mod">
          <ac:chgData name="Tom Heijmans" userId="518c28196cba6f70" providerId="LiveId" clId="{B3C9E6DC-382B-4CC4-A649-1B8F663856C1}" dt="2025-11-13T11:30:10.642" v="192" actId="1076"/>
          <ac:picMkLst>
            <pc:docMk/>
            <pc:sldMk cId="1942964482" sldId="259"/>
            <ac:picMk id="1026" creationId="{A95E92AC-A928-FE2E-5343-3361CD8AC468}"/>
          </ac:picMkLst>
        </pc:picChg>
      </pc:sldChg>
      <pc:sldChg chg="addSp delSp modSp mod setBg">
        <pc:chgData name="Tom Heijmans" userId="518c28196cba6f70" providerId="LiveId" clId="{B3C9E6DC-382B-4CC4-A649-1B8F663856C1}" dt="2025-11-13T11:13:24.194" v="191" actId="26606"/>
        <pc:sldMkLst>
          <pc:docMk/>
          <pc:sldMk cId="3335657919" sldId="260"/>
        </pc:sldMkLst>
        <pc:spChg chg="mod">
          <ac:chgData name="Tom Heijmans" userId="518c28196cba6f70" providerId="LiveId" clId="{B3C9E6DC-382B-4CC4-A649-1B8F663856C1}" dt="2025-11-13T11:13:24.194" v="191" actId="26606"/>
          <ac:spMkLst>
            <pc:docMk/>
            <pc:sldMk cId="3335657919" sldId="260"/>
            <ac:spMk id="2" creationId="{37D60F01-DF12-68A3-DE46-A2C487E9EE31}"/>
          </ac:spMkLst>
        </pc:spChg>
        <pc:spChg chg="mod">
          <ac:chgData name="Tom Heijmans" userId="518c28196cba6f70" providerId="LiveId" clId="{B3C9E6DC-382B-4CC4-A649-1B8F663856C1}" dt="2025-11-13T11:13:24.194" v="191" actId="26606"/>
          <ac:spMkLst>
            <pc:docMk/>
            <pc:sldMk cId="3335657919" sldId="260"/>
            <ac:spMk id="3" creationId="{55F3C2F9-7FD3-D860-9848-C7700A683F59}"/>
          </ac:spMkLst>
        </pc:spChg>
        <pc:spChg chg="add del mod">
          <ac:chgData name="Tom Heijmans" userId="518c28196cba6f70" providerId="LiveId" clId="{B3C9E6DC-382B-4CC4-A649-1B8F663856C1}" dt="2025-11-13T10:23:39.457" v="147" actId="478"/>
          <ac:spMkLst>
            <pc:docMk/>
            <pc:sldMk cId="3335657919" sldId="260"/>
            <ac:spMk id="4" creationId="{D081A7D4-A543-D483-7533-B30037CE83FA}"/>
          </ac:spMkLst>
        </pc:spChg>
        <pc:spChg chg="add">
          <ac:chgData name="Tom Heijmans" userId="518c28196cba6f70" providerId="LiveId" clId="{B3C9E6DC-382B-4CC4-A649-1B8F663856C1}" dt="2025-11-13T11:13:24.194" v="191" actId="26606"/>
          <ac:spMkLst>
            <pc:docMk/>
            <pc:sldMk cId="3335657919" sldId="260"/>
            <ac:spMk id="13" creationId="{743AA782-23D1-4521-8CAD-47662984AA08}"/>
          </ac:spMkLst>
        </pc:spChg>
        <pc:spChg chg="add">
          <ac:chgData name="Tom Heijmans" userId="518c28196cba6f70" providerId="LiveId" clId="{B3C9E6DC-382B-4CC4-A649-1B8F663856C1}" dt="2025-11-13T11:13:24.194" v="191" actId="26606"/>
          <ac:spMkLst>
            <pc:docMk/>
            <pc:sldMk cId="3335657919" sldId="260"/>
            <ac:spMk id="15" creationId="{71877DBC-BB60-40F0-AC93-2ACDBAAE60CE}"/>
          </ac:spMkLst>
        </pc:spChg>
        <pc:picChg chg="add del mod">
          <ac:chgData name="Tom Heijmans" userId="518c28196cba6f70" providerId="LiveId" clId="{B3C9E6DC-382B-4CC4-A649-1B8F663856C1}" dt="2025-11-13T10:36:20.463" v="152" actId="478"/>
          <ac:picMkLst>
            <pc:docMk/>
            <pc:sldMk cId="3335657919" sldId="260"/>
            <ac:picMk id="6" creationId="{5A45763C-FAE4-CC14-EC74-538581A2674A}"/>
          </ac:picMkLst>
        </pc:picChg>
        <pc:picChg chg="add mod">
          <ac:chgData name="Tom Heijmans" userId="518c28196cba6f70" providerId="LiveId" clId="{B3C9E6DC-382B-4CC4-A649-1B8F663856C1}" dt="2025-11-13T11:13:24.194" v="191" actId="26606"/>
          <ac:picMkLst>
            <pc:docMk/>
            <pc:sldMk cId="3335657919" sldId="260"/>
            <ac:picMk id="8" creationId="{BF42A7F1-7453-38C6-BAE5-F10F24D406B9}"/>
          </ac:picMkLst>
        </pc:picChg>
      </pc:sldChg>
      <pc:sldChg chg="addSp delSp modSp mod modShow">
        <pc:chgData name="Tom Heijmans" userId="518c28196cba6f70" providerId="LiveId" clId="{B3C9E6DC-382B-4CC4-A649-1B8F663856C1}" dt="2025-11-13T10:36:23.946" v="154" actId="478"/>
        <pc:sldMkLst>
          <pc:docMk/>
          <pc:sldMk cId="2280972869" sldId="261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2280972869" sldId="261"/>
            <ac:spMk id="2" creationId="{94AD4335-DB6F-DDA3-8BCD-0B4F9C0AF1E1}"/>
          </ac:spMkLst>
        </pc:spChg>
        <pc:spChg chg="del mod">
          <ac:chgData name="Tom Heijmans" userId="518c28196cba6f70" providerId="LiveId" clId="{B3C9E6DC-382B-4CC4-A649-1B8F663856C1}" dt="2025-11-13T10:36:22.478" v="153" actId="22"/>
          <ac:spMkLst>
            <pc:docMk/>
            <pc:sldMk cId="2280972869" sldId="261"/>
            <ac:spMk id="3" creationId="{4B19FBF4-9528-CE05-72B3-394E38622257}"/>
          </ac:spMkLst>
        </pc:spChg>
        <pc:spChg chg="add mod">
          <ac:chgData name="Tom Heijmans" userId="518c28196cba6f70" providerId="LiveId" clId="{B3C9E6DC-382B-4CC4-A649-1B8F663856C1}" dt="2025-11-13T10:36:23.946" v="154" actId="478"/>
          <ac:spMkLst>
            <pc:docMk/>
            <pc:sldMk cId="2280972869" sldId="261"/>
            <ac:spMk id="7" creationId="{475FD24C-3CC3-ADA4-5C95-026ED0711F52}"/>
          </ac:spMkLst>
        </pc:spChg>
        <pc:picChg chg="add del mod ord">
          <ac:chgData name="Tom Heijmans" userId="518c28196cba6f70" providerId="LiveId" clId="{B3C9E6DC-382B-4CC4-A649-1B8F663856C1}" dt="2025-11-13T10:36:23.946" v="154" actId="478"/>
          <ac:picMkLst>
            <pc:docMk/>
            <pc:sldMk cId="2280972869" sldId="261"/>
            <ac:picMk id="5" creationId="{691B7613-0373-C779-42E4-521E3FDAC256}"/>
          </ac:picMkLst>
        </pc:picChg>
      </pc:sldChg>
      <pc:sldChg chg="modSp">
        <pc:chgData name="Tom Heijmans" userId="518c28196cba6f70" providerId="LiveId" clId="{B3C9E6DC-382B-4CC4-A649-1B8F663856C1}" dt="2025-11-13T10:22:29.063" v="145"/>
        <pc:sldMkLst>
          <pc:docMk/>
          <pc:sldMk cId="1950260872" sldId="262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1950260872" sldId="262"/>
            <ac:spMk id="2" creationId="{90851ACB-07AF-6A68-A4CF-686BD1130B97}"/>
          </ac:spMkLst>
        </pc:spChg>
        <pc:spChg chg="mod">
          <ac:chgData name="Tom Heijmans" userId="518c28196cba6f70" providerId="LiveId" clId="{B3C9E6DC-382B-4CC4-A649-1B8F663856C1}" dt="2025-11-13T10:22:29.063" v="145"/>
          <ac:spMkLst>
            <pc:docMk/>
            <pc:sldMk cId="1950260872" sldId="262"/>
            <ac:spMk id="3" creationId="{6F623A0E-51EE-AF81-1C89-5D7FF16393A9}"/>
          </ac:spMkLst>
        </pc:spChg>
      </pc:sldChg>
      <pc:sldChg chg="modSp new mod">
        <pc:chgData name="Tom Heijmans" userId="518c28196cba6f70" providerId="LiveId" clId="{B3C9E6DC-382B-4CC4-A649-1B8F663856C1}" dt="2025-11-13T12:41:22.328" v="389" actId="20577"/>
        <pc:sldMkLst>
          <pc:docMk/>
          <pc:sldMk cId="3093572949" sldId="263"/>
        </pc:sldMkLst>
        <pc:spChg chg="mod">
          <ac:chgData name="Tom Heijmans" userId="518c28196cba6f70" providerId="LiveId" clId="{B3C9E6DC-382B-4CC4-A649-1B8F663856C1}" dt="2025-11-13T11:51:34.930" v="247" actId="20577"/>
          <ac:spMkLst>
            <pc:docMk/>
            <pc:sldMk cId="3093572949" sldId="263"/>
            <ac:spMk id="2" creationId="{738FEEA1-82FD-0E61-7838-FF982BE73933}"/>
          </ac:spMkLst>
        </pc:spChg>
        <pc:spChg chg="mod">
          <ac:chgData name="Tom Heijmans" userId="518c28196cba6f70" providerId="LiveId" clId="{B3C9E6DC-382B-4CC4-A649-1B8F663856C1}" dt="2025-11-13T12:41:22.328" v="389" actId="20577"/>
          <ac:spMkLst>
            <pc:docMk/>
            <pc:sldMk cId="3093572949" sldId="263"/>
            <ac:spMk id="3" creationId="{F67C9BC1-AAB5-8919-7FF0-EFA59C50FC39}"/>
          </ac:spMkLst>
        </pc:spChg>
      </pc:sldChg>
      <pc:sldChg chg="modSp new mod">
        <pc:chgData name="Tom Heijmans" userId="518c28196cba6f70" providerId="LiveId" clId="{B3C9E6DC-382B-4CC4-A649-1B8F663856C1}" dt="2025-11-13T12:40:53.289" v="368" actId="20577"/>
        <pc:sldMkLst>
          <pc:docMk/>
          <pc:sldMk cId="2185787134" sldId="264"/>
        </pc:sldMkLst>
        <pc:spChg chg="mod">
          <ac:chgData name="Tom Heijmans" userId="518c28196cba6f70" providerId="LiveId" clId="{B3C9E6DC-382B-4CC4-A649-1B8F663856C1}" dt="2025-11-13T12:40:53.289" v="368" actId="20577"/>
          <ac:spMkLst>
            <pc:docMk/>
            <pc:sldMk cId="2185787134" sldId="264"/>
            <ac:spMk id="2" creationId="{33AC976F-6FA4-DD78-EA2E-3820F0EE1A7F}"/>
          </ac:spMkLst>
        </pc:spChg>
      </pc:sldChg>
      <pc:sldMasterChg chg="setBg">
        <pc:chgData name="Tom Heijmans" userId="518c28196cba6f70" providerId="LiveId" clId="{B3C9E6DC-382B-4CC4-A649-1B8F663856C1}" dt="2025-11-13T10:11:47.905" v="103"/>
        <pc:sldMasterMkLst>
          <pc:docMk/>
          <pc:sldMasterMk cId="1871853926" sldId="2147483678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89426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9556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0442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8096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7487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37881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10513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59194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18357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704022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8699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7CE3B2EF-A649-4C70-A571-CAD2EADC0F31}" type="datetimeFigureOut">
              <a:rPr lang="nl-NL" smtClean="0"/>
              <a:t>13-11-2025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FAD9F08-95AE-4EFB-B651-6E60C60ACD4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638744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4">
            <a:extLst>
              <a:ext uri="{FF2B5EF4-FFF2-40B4-BE49-F238E27FC236}">
                <a16:creationId xmlns:a16="http://schemas.microsoft.com/office/drawing/2014/main" id="{B1595A09-E336-4D1B-9B3A-06A2287A54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6203A12-DAEC-3FDF-11FA-091060E376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4777739"/>
            <a:ext cx="3418990" cy="141211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700"/>
              <a:t>Project 5/6 50% presentatie</a:t>
            </a:r>
          </a:p>
        </p:txBody>
      </p:sp>
      <p:pic>
        <p:nvPicPr>
          <p:cNvPr id="10" name="Afbeelding 9">
            <a:extLst>
              <a:ext uri="{FF2B5EF4-FFF2-40B4-BE49-F238E27FC236}">
                <a16:creationId xmlns:a16="http://schemas.microsoft.com/office/drawing/2014/main" id="{A3EC0C5B-1710-66BE-18F7-353467119C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467"/>
          <a:stretch>
            <a:fillRect/>
          </a:stretch>
        </p:blipFill>
        <p:spPr>
          <a:xfrm>
            <a:off x="20" y="10"/>
            <a:ext cx="12191980" cy="4558420"/>
          </a:xfrm>
          <a:custGeom>
            <a:avLst/>
            <a:gdLst/>
            <a:ahLst/>
            <a:cxnLst/>
            <a:rect l="l" t="t" r="r" b="b"/>
            <a:pathLst>
              <a:path w="12188952" h="4558430">
                <a:moveTo>
                  <a:pt x="6789701" y="4490221"/>
                </a:moveTo>
                <a:lnTo>
                  <a:pt x="6788702" y="4490299"/>
                </a:lnTo>
                <a:lnTo>
                  <a:pt x="6788476" y="4490833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3596895"/>
                </a:lnTo>
                <a:lnTo>
                  <a:pt x="12061096" y="3635026"/>
                </a:lnTo>
                <a:cubicBezTo>
                  <a:pt x="11933500" y="3671240"/>
                  <a:pt x="11805390" y="3705769"/>
                  <a:pt x="11676800" y="3738601"/>
                </a:cubicBezTo>
                <a:cubicBezTo>
                  <a:pt x="11262789" y="3846108"/>
                  <a:pt x="10845343" y="3939710"/>
                  <a:pt x="10425355" y="4022140"/>
                </a:cubicBezTo>
                <a:cubicBezTo>
                  <a:pt x="10092810" y="4087351"/>
                  <a:pt x="9759033" y="4145748"/>
                  <a:pt x="9424022" y="4197302"/>
                </a:cubicBezTo>
                <a:cubicBezTo>
                  <a:pt x="9102997" y="4246959"/>
                  <a:pt x="8781133" y="4291526"/>
                  <a:pt x="8458419" y="4331003"/>
                </a:cubicBezTo>
                <a:cubicBezTo>
                  <a:pt x="8211360" y="4361169"/>
                  <a:pt x="7963792" y="4386742"/>
                  <a:pt x="7715970" y="4410950"/>
                </a:cubicBezTo>
                <a:lnTo>
                  <a:pt x="6951716" y="4476730"/>
                </a:lnTo>
                <a:lnTo>
                  <a:pt x="6936303" y="4478801"/>
                </a:lnTo>
                <a:lnTo>
                  <a:pt x="6790448" y="4490162"/>
                </a:lnTo>
                <a:lnTo>
                  <a:pt x="6799941" y="4491982"/>
                </a:lnTo>
                <a:cubicBezTo>
                  <a:pt x="6811623" y="4492448"/>
                  <a:pt x="6823734" y="4490275"/>
                  <a:pt x="6835432" y="4490275"/>
                </a:cubicBezTo>
                <a:cubicBezTo>
                  <a:pt x="6851580" y="4490275"/>
                  <a:pt x="6867729" y="4487668"/>
                  <a:pt x="6884003" y="4487297"/>
                </a:cubicBezTo>
                <a:cubicBezTo>
                  <a:pt x="7115805" y="4481835"/>
                  <a:pt x="7347351" y="4469668"/>
                  <a:pt x="7578771" y="4454770"/>
                </a:cubicBezTo>
                <a:cubicBezTo>
                  <a:pt x="7927552" y="4432302"/>
                  <a:pt x="8276080" y="4404123"/>
                  <a:pt x="8623845" y="4367873"/>
                </a:cubicBezTo>
                <a:cubicBezTo>
                  <a:pt x="8909939" y="4338575"/>
                  <a:pt x="9195310" y="4303940"/>
                  <a:pt x="9479970" y="4263967"/>
                </a:cubicBezTo>
                <a:cubicBezTo>
                  <a:pt x="9864901" y="4209593"/>
                  <a:pt x="10248014" y="4144879"/>
                  <a:pt x="10629308" y="4069810"/>
                </a:cubicBezTo>
                <a:cubicBezTo>
                  <a:pt x="11090114" y="3978690"/>
                  <a:pt x="11546975" y="3871184"/>
                  <a:pt x="11998498" y="3743816"/>
                </a:cubicBezTo>
                <a:lnTo>
                  <a:pt x="12188952" y="3687715"/>
                </a:lnTo>
                <a:lnTo>
                  <a:pt x="12188952" y="3742439"/>
                </a:lnTo>
                <a:lnTo>
                  <a:pt x="11829257" y="3846853"/>
                </a:lnTo>
                <a:cubicBezTo>
                  <a:pt x="11534769" y="3926550"/>
                  <a:pt x="11238120" y="3997436"/>
                  <a:pt x="10939183" y="4061368"/>
                </a:cubicBezTo>
                <a:cubicBezTo>
                  <a:pt x="10622824" y="4129150"/>
                  <a:pt x="10304941" y="4189147"/>
                  <a:pt x="9985530" y="4241373"/>
                </a:cubicBezTo>
                <a:cubicBezTo>
                  <a:pt x="9720036" y="4284822"/>
                  <a:pt x="9453814" y="4323467"/>
                  <a:pt x="9186882" y="4357320"/>
                </a:cubicBezTo>
                <a:cubicBezTo>
                  <a:pt x="8984197" y="4382894"/>
                  <a:pt x="8781514" y="4406977"/>
                  <a:pt x="8578198" y="4426839"/>
                </a:cubicBezTo>
                <a:cubicBezTo>
                  <a:pt x="8340547" y="4449559"/>
                  <a:pt x="8102644" y="4471034"/>
                  <a:pt x="7864358" y="4488290"/>
                </a:cubicBezTo>
                <a:cubicBezTo>
                  <a:pt x="7554994" y="4510634"/>
                  <a:pt x="7245502" y="4528512"/>
                  <a:pt x="6935502" y="4539684"/>
                </a:cubicBezTo>
                <a:cubicBezTo>
                  <a:pt x="6782917" y="4545147"/>
                  <a:pt x="6630334" y="4548995"/>
                  <a:pt x="6477750" y="4553587"/>
                </a:cubicBezTo>
                <a:cubicBezTo>
                  <a:pt x="6439195" y="4551503"/>
                  <a:pt x="6400529" y="4553128"/>
                  <a:pt x="6362294" y="4558430"/>
                </a:cubicBezTo>
                <a:lnTo>
                  <a:pt x="6057129" y="4558430"/>
                </a:lnTo>
                <a:lnTo>
                  <a:pt x="5977784" y="4553836"/>
                </a:lnTo>
                <a:cubicBezTo>
                  <a:pt x="5740261" y="4541423"/>
                  <a:pt x="5502739" y="4527644"/>
                  <a:pt x="5265087" y="4517587"/>
                </a:cubicBezTo>
                <a:cubicBezTo>
                  <a:pt x="4958267" y="4505171"/>
                  <a:pt x="4651826" y="4484691"/>
                  <a:pt x="4346277" y="4455517"/>
                </a:cubicBezTo>
                <a:cubicBezTo>
                  <a:pt x="4021654" y="4424605"/>
                  <a:pt x="3697795" y="4389970"/>
                  <a:pt x="3373045" y="4356948"/>
                </a:cubicBezTo>
                <a:cubicBezTo>
                  <a:pt x="3035412" y="4322686"/>
                  <a:pt x="2698456" y="4283047"/>
                  <a:pt x="2362173" y="4238021"/>
                </a:cubicBezTo>
                <a:cubicBezTo>
                  <a:pt x="1984692" y="4187868"/>
                  <a:pt x="1608364" y="4130142"/>
                  <a:pt x="1233177" y="4064845"/>
                </a:cubicBezTo>
                <a:cubicBezTo>
                  <a:pt x="842181" y="3996132"/>
                  <a:pt x="453758" y="3917644"/>
                  <a:pt x="68500" y="3825138"/>
                </a:cubicBezTo>
                <a:lnTo>
                  <a:pt x="0" y="3807783"/>
                </a:lnTo>
                <a:lnTo>
                  <a:pt x="0" y="3751294"/>
                </a:lnTo>
                <a:lnTo>
                  <a:pt x="72441" y="3770071"/>
                </a:lnTo>
                <a:cubicBezTo>
                  <a:pt x="247961" y="3812249"/>
                  <a:pt x="424164" y="3851509"/>
                  <a:pt x="600716" y="3888441"/>
                </a:cubicBezTo>
                <a:cubicBezTo>
                  <a:pt x="988279" y="3969255"/>
                  <a:pt x="1378133" y="4038153"/>
                  <a:pt x="1769512" y="4098609"/>
                </a:cubicBezTo>
                <a:cubicBezTo>
                  <a:pt x="2052426" y="4142185"/>
                  <a:pt x="2335725" y="4182282"/>
                  <a:pt x="2613554" y="4215551"/>
                </a:cubicBezTo>
                <a:cubicBezTo>
                  <a:pt x="2605544" y="4218158"/>
                  <a:pt x="2594611" y="4208102"/>
                  <a:pt x="2581134" y="4205620"/>
                </a:cubicBezTo>
                <a:cubicBezTo>
                  <a:pt x="2087178" y="4113668"/>
                  <a:pt x="1597684" y="4002775"/>
                  <a:pt x="1112635" y="3872923"/>
                </a:cubicBezTo>
                <a:cubicBezTo>
                  <a:pt x="880453" y="3810852"/>
                  <a:pt x="649713" y="3744374"/>
                  <a:pt x="420412" y="3673490"/>
                </a:cubicBezTo>
                <a:lnTo>
                  <a:pt x="0" y="3534573"/>
                </a:lnTo>
                <a:close/>
              </a:path>
            </a:pathLst>
          </a:custGeom>
        </p:spPr>
      </p:pic>
      <p:sp>
        <p:nvSpPr>
          <p:cNvPr id="14" name="sketch line">
            <a:extLst>
              <a:ext uri="{FF2B5EF4-FFF2-40B4-BE49-F238E27FC236}">
                <a16:creationId xmlns:a16="http://schemas.microsoft.com/office/drawing/2014/main" id="{3540989C-C7B8-473B-BF87-6F2DA6A90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661305" y="5468206"/>
            <a:ext cx="1371600" cy="18288"/>
          </a:xfrm>
          <a:custGeom>
            <a:avLst/>
            <a:gdLst>
              <a:gd name="connsiteX0" fmla="*/ 0 w 1371600"/>
              <a:gd name="connsiteY0" fmla="*/ 0 h 18288"/>
              <a:gd name="connsiteX1" fmla="*/ 685800 w 1371600"/>
              <a:gd name="connsiteY1" fmla="*/ 0 h 18288"/>
              <a:gd name="connsiteX2" fmla="*/ 1371600 w 1371600"/>
              <a:gd name="connsiteY2" fmla="*/ 0 h 18288"/>
              <a:gd name="connsiteX3" fmla="*/ 1371600 w 1371600"/>
              <a:gd name="connsiteY3" fmla="*/ 18288 h 18288"/>
              <a:gd name="connsiteX4" fmla="*/ 713232 w 1371600"/>
              <a:gd name="connsiteY4" fmla="*/ 18288 h 18288"/>
              <a:gd name="connsiteX5" fmla="*/ 0 w 1371600"/>
              <a:gd name="connsiteY5" fmla="*/ 18288 h 18288"/>
              <a:gd name="connsiteX6" fmla="*/ 0 w 1371600"/>
              <a:gd name="connsiteY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71600" h="18288" fill="none" extrusionOk="0">
                <a:moveTo>
                  <a:pt x="0" y="0"/>
                </a:moveTo>
                <a:cubicBezTo>
                  <a:pt x="247303" y="31625"/>
                  <a:pt x="422310" y="-25629"/>
                  <a:pt x="685800" y="0"/>
                </a:cubicBezTo>
                <a:cubicBezTo>
                  <a:pt x="949290" y="25629"/>
                  <a:pt x="1192357" y="6696"/>
                  <a:pt x="1371600" y="0"/>
                </a:cubicBezTo>
                <a:cubicBezTo>
                  <a:pt x="1371355" y="6649"/>
                  <a:pt x="1371915" y="11310"/>
                  <a:pt x="1371600" y="18288"/>
                </a:cubicBezTo>
                <a:cubicBezTo>
                  <a:pt x="1107995" y="26464"/>
                  <a:pt x="1033361" y="32942"/>
                  <a:pt x="713232" y="18288"/>
                </a:cubicBezTo>
                <a:cubicBezTo>
                  <a:pt x="393103" y="3634"/>
                  <a:pt x="289343" y="43221"/>
                  <a:pt x="0" y="18288"/>
                </a:cubicBezTo>
                <a:cubicBezTo>
                  <a:pt x="-459" y="11562"/>
                  <a:pt x="-31" y="5093"/>
                  <a:pt x="0" y="0"/>
                </a:cubicBezTo>
                <a:close/>
              </a:path>
              <a:path w="1371600" h="18288" stroke="0" extrusionOk="0">
                <a:moveTo>
                  <a:pt x="0" y="0"/>
                </a:moveTo>
                <a:cubicBezTo>
                  <a:pt x="170249" y="-24099"/>
                  <a:pt x="504634" y="14338"/>
                  <a:pt x="644652" y="0"/>
                </a:cubicBezTo>
                <a:cubicBezTo>
                  <a:pt x="784670" y="-14338"/>
                  <a:pt x="1087773" y="8679"/>
                  <a:pt x="1371600" y="0"/>
                </a:cubicBezTo>
                <a:cubicBezTo>
                  <a:pt x="1372456" y="3662"/>
                  <a:pt x="1371030" y="13946"/>
                  <a:pt x="1371600" y="18288"/>
                </a:cubicBezTo>
                <a:cubicBezTo>
                  <a:pt x="1176823" y="-1409"/>
                  <a:pt x="900830" y="9989"/>
                  <a:pt x="713232" y="18288"/>
                </a:cubicBezTo>
                <a:cubicBezTo>
                  <a:pt x="525634" y="26587"/>
                  <a:pt x="282837" y="5724"/>
                  <a:pt x="0" y="18288"/>
                </a:cubicBezTo>
                <a:cubicBezTo>
                  <a:pt x="367" y="13143"/>
                  <a:pt x="-823" y="58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6156976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92DBD36-496A-DABE-366D-1747E8468E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54294" y="4777739"/>
            <a:ext cx="6897626" cy="13992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/>
              <a:t>Tom Heijmans, 1079471,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/>
              <a:t>Fabio Wolthuis, 1079471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/>
              <a:t>Ali Haimed, 1103776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/>
              <a:t>Dennis Zejnilovic, 1098617</a:t>
            </a:r>
          </a:p>
        </p:txBody>
      </p:sp>
    </p:spTree>
    <p:extLst>
      <p:ext uri="{BB962C8B-B14F-4D97-AF65-F5344CB8AC3E}">
        <p14:creationId xmlns:p14="http://schemas.microsoft.com/office/powerpoint/2010/main" val="33704301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D083C3-5619-A5C4-D177-724F6BB9A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Inhoudsopgave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9B11EB2-0A11-4DC3-14E2-9DAAEBC25D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Het Bedrijf</a:t>
            </a:r>
          </a:p>
          <a:p>
            <a:r>
              <a:rPr lang="nl-NL" dirty="0"/>
              <a:t>Probleem Stelling</a:t>
            </a:r>
          </a:p>
          <a:p>
            <a:r>
              <a:rPr lang="nl-NL" dirty="0"/>
              <a:t>Demo</a:t>
            </a:r>
          </a:p>
          <a:p>
            <a:r>
              <a:rPr lang="nl-NL" dirty="0"/>
              <a:t>Leerdoelen</a:t>
            </a:r>
          </a:p>
          <a:p>
            <a:r>
              <a:rPr lang="nl-NL" dirty="0" err="1"/>
              <a:t>Retrospective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2739187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CBD5C1-50A9-FAF7-65E7-490851801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Het bedrijf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23C502E-835C-B6AF-AF88-D4C9B0114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Tidalis</a:t>
            </a:r>
            <a:endParaRPr lang="nl-NL" dirty="0"/>
          </a:p>
          <a:p>
            <a:r>
              <a:rPr lang="nl-NL" dirty="0"/>
              <a:t>Maritiem</a:t>
            </a:r>
          </a:p>
          <a:p>
            <a:r>
              <a:rPr lang="nl-NL" dirty="0"/>
              <a:t>Martijn </a:t>
            </a:r>
            <a:r>
              <a:rPr lang="nl-NL" dirty="0" err="1"/>
              <a:t>Nijënstein</a:t>
            </a:r>
            <a:endParaRPr lang="nl-NL" dirty="0"/>
          </a:p>
          <a:p>
            <a:r>
              <a:rPr lang="nl-NL" dirty="0"/>
              <a:t>Maarten </a:t>
            </a:r>
            <a:r>
              <a:rPr lang="nl-NL" dirty="0" err="1"/>
              <a:t>Tietge</a:t>
            </a:r>
            <a:endParaRPr lang="nl-NL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296A188A-4DBF-2A03-EF5F-76D5ADCD7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195" y="1472549"/>
            <a:ext cx="7948105" cy="4535793"/>
          </a:xfrm>
          <a:prstGeom prst="rect">
            <a:avLst/>
          </a:prstGeom>
        </p:spPr>
      </p:pic>
      <p:pic>
        <p:nvPicPr>
          <p:cNvPr id="6" name="Afbeelding 5">
            <a:extLst>
              <a:ext uri="{FF2B5EF4-FFF2-40B4-BE49-F238E27FC236}">
                <a16:creationId xmlns:a16="http://schemas.microsoft.com/office/drawing/2014/main" id="{72DC5032-78C5-4C55-C0CD-B3E1F90321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7195" y="1110599"/>
            <a:ext cx="2552700" cy="36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502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EC2E30-888A-B680-94C1-243CC0A79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Probleemstelling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BF46591-3E2D-8CF4-06ED-6E16B36E03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Radar</a:t>
            </a:r>
          </a:p>
          <a:p>
            <a:r>
              <a:rPr lang="nl-NL" dirty="0"/>
              <a:t>Camera’s</a:t>
            </a:r>
          </a:p>
          <a:p>
            <a:r>
              <a:rPr lang="nl-NL" dirty="0"/>
              <a:t>Concept</a:t>
            </a:r>
          </a:p>
        </p:txBody>
      </p:sp>
      <p:pic>
        <p:nvPicPr>
          <p:cNvPr id="1026" name="Picture 2" descr="Containerschip, Container Vervoer">
            <a:extLst>
              <a:ext uri="{FF2B5EF4-FFF2-40B4-BE49-F238E27FC236}">
                <a16:creationId xmlns:a16="http://schemas.microsoft.com/office/drawing/2014/main" id="{A95E92AC-A928-FE2E-5343-3361CD8AC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0325" y="3237117"/>
            <a:ext cx="2293591" cy="1528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469CDBE5-139B-39C3-61B3-AEDC70030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1386" y="1681670"/>
            <a:ext cx="2292530" cy="1528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964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8FEEA1-82FD-0E61-7838-FF982BE73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Wat hebben wij gedaan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67C9BC1-AAB5-8919-7FF0-EFA59C50F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Camera’s</a:t>
            </a:r>
          </a:p>
          <a:p>
            <a:r>
              <a:rPr lang="nl-NL" dirty="0" err="1"/>
              <a:t>Raspberry</a:t>
            </a:r>
            <a:r>
              <a:rPr lang="nl-NL" dirty="0"/>
              <a:t> PI</a:t>
            </a:r>
          </a:p>
          <a:p>
            <a:r>
              <a:rPr lang="nl-NL" dirty="0"/>
              <a:t>Object detectie</a:t>
            </a:r>
          </a:p>
          <a:p>
            <a:r>
              <a:rPr lang="nl-NL" dirty="0"/>
              <a:t>Afstand detectie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93572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AC976F-6FA4-DD78-EA2E-3820F0EE1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Ontwerpen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CEFC93D-1DF6-5B00-95D4-9D4396C190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857871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AD4335-DB6F-DDA3-8BCD-0B4F9C0AF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</a:t>
            </a:r>
          </a:p>
        </p:txBody>
      </p:sp>
      <p:sp>
        <p:nvSpPr>
          <p:cNvPr id="7" name="Tijdelijke aanduiding voor inhoud 6">
            <a:extLst>
              <a:ext uri="{FF2B5EF4-FFF2-40B4-BE49-F238E27FC236}">
                <a16:creationId xmlns:a16="http://schemas.microsoft.com/office/drawing/2014/main" id="{475FD24C-3CC3-ADA4-5C95-026ED0711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80972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7D60F01-DF12-68A3-DE46-A2C487E9E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nl-NL" sz="5400"/>
              <a:t>Leerdoelen</a:t>
            </a: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5F3C2F9-7FD3-D860-9848-C7700A683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nl-NL" sz="2200" dirty="0"/>
              <a:t>8 Af</a:t>
            </a:r>
          </a:p>
          <a:p>
            <a:r>
              <a:rPr lang="nl-NL" sz="2200" dirty="0"/>
              <a:t>2 Deels</a:t>
            </a:r>
          </a:p>
          <a:p>
            <a:r>
              <a:rPr lang="nl-NL" sz="2200" dirty="0"/>
              <a:t>5 Niet Af</a:t>
            </a:r>
          </a:p>
          <a:p>
            <a:r>
              <a:rPr lang="nl-NL" sz="2200" dirty="0"/>
              <a:t>53.3%</a:t>
            </a: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BF42A7F1-7453-38C6-BAE5-F10F24D40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7224" y="640080"/>
            <a:ext cx="5382615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6579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851ACB-07AF-6A68-A4CF-686BD1130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F623A0E-51EE-AF81-1C89-5D7FF16393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9502608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antoorthem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Kantoorthem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283</TotalTime>
  <Words>66</Words>
  <Application>Microsoft Office PowerPoint</Application>
  <PresentationFormat>Breedbeeld</PresentationFormat>
  <Paragraphs>33</Paragraphs>
  <Slides>9</Slides>
  <Notes>0</Notes>
  <HiddenSlides>1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Project 5/6 50% presentatie</vt:lpstr>
      <vt:lpstr>Inhoudsopgave</vt:lpstr>
      <vt:lpstr>Het bedrijf</vt:lpstr>
      <vt:lpstr>Probleemstelling</vt:lpstr>
      <vt:lpstr>Wat hebben wij gedaan</vt:lpstr>
      <vt:lpstr>Ontwerpen</vt:lpstr>
      <vt:lpstr>Demo</vt:lpstr>
      <vt:lpstr>Leerdoelen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 Heijmans</dc:creator>
  <cp:lastModifiedBy>Tom Heijmans</cp:lastModifiedBy>
  <cp:revision>1</cp:revision>
  <dcterms:created xsi:type="dcterms:W3CDTF">2025-11-12T13:42:07Z</dcterms:created>
  <dcterms:modified xsi:type="dcterms:W3CDTF">2025-11-13T12:45:18Z</dcterms:modified>
</cp:coreProperties>
</file>