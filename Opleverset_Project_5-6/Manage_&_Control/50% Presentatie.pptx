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04" r:id="rId1"/>
  </p:sldMasterIdLst>
  <p:sldIdLst>
    <p:sldId id="256" r:id="rId2"/>
    <p:sldId id="265" r:id="rId3"/>
    <p:sldId id="266" r:id="rId4"/>
    <p:sldId id="267" r:id="rId5"/>
    <p:sldId id="268" r:id="rId6"/>
    <p:sldId id="269" r:id="rId7"/>
    <p:sldId id="270" r:id="rId8"/>
    <p:sldId id="271" r:id="rId9"/>
    <p:sldId id="275" r:id="rId10"/>
    <p:sldId id="274" r:id="rId11"/>
    <p:sldId id="261" r:id="rId12"/>
    <p:sldId id="272" r:id="rId13"/>
    <p:sldId id="260" r:id="rId14"/>
    <p:sldId id="273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3C9E6DC-382B-4CC4-A649-1B8F663856C1}" v="27" dt="2025-11-13T12:44:58.93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506" autoAdjust="0"/>
    <p:restoredTop sz="94660"/>
  </p:normalViewPr>
  <p:slideViewPr>
    <p:cSldViewPr snapToGrid="0">
      <p:cViewPr varScale="1">
        <p:scale>
          <a:sx n="161" d="100"/>
          <a:sy n="161" d="100"/>
        </p:scale>
        <p:origin x="192" y="1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microsoft.com/office/2015/10/relationships/revisionInfo" Target="revisionInfo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20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om Heijmans" userId="518c28196cba6f70" providerId="LiveId" clId="{B3C9E6DC-382B-4CC4-A649-1B8F663856C1}"/>
    <pc:docChg chg="undo custSel addSld modSld modMainMaster">
      <pc:chgData name="Tom Heijmans" userId="518c28196cba6f70" providerId="LiveId" clId="{B3C9E6DC-382B-4CC4-A649-1B8F663856C1}" dt="2025-11-13T12:45:13.703" v="393" actId="1076"/>
      <pc:docMkLst>
        <pc:docMk/>
      </pc:docMkLst>
      <pc:sldChg chg="addSp delSp modSp mod setBg delDesignElem">
        <pc:chgData name="Tom Heijmans" userId="518c28196cba6f70" providerId="LiveId" clId="{B3C9E6DC-382B-4CC4-A649-1B8F663856C1}" dt="2025-11-13T10:22:43.799" v="146" actId="26606"/>
        <pc:sldMkLst>
          <pc:docMk/>
          <pc:sldMk cId="3370430170" sldId="256"/>
        </pc:sldMkLst>
        <pc:spChg chg="mod">
          <ac:chgData name="Tom Heijmans" userId="518c28196cba6f70" providerId="LiveId" clId="{B3C9E6DC-382B-4CC4-A649-1B8F663856C1}" dt="2025-11-13T10:22:43.799" v="146" actId="26606"/>
          <ac:spMkLst>
            <pc:docMk/>
            <pc:sldMk cId="3370430170" sldId="256"/>
            <ac:spMk id="2" creationId="{F6203A12-DAEC-3FDF-11FA-091060E3762C}"/>
          </ac:spMkLst>
        </pc:spChg>
        <pc:spChg chg="mod ord">
          <ac:chgData name="Tom Heijmans" userId="518c28196cba6f70" providerId="LiveId" clId="{B3C9E6DC-382B-4CC4-A649-1B8F663856C1}" dt="2025-11-13T10:22:43.799" v="146" actId="26606"/>
          <ac:spMkLst>
            <pc:docMk/>
            <pc:sldMk cId="3370430170" sldId="256"/>
            <ac:spMk id="3" creationId="{F92DBD36-496A-DABE-366D-1747E8468E83}"/>
          </ac:spMkLst>
        </pc:spChg>
        <pc:spChg chg="add">
          <ac:chgData name="Tom Heijmans" userId="518c28196cba6f70" providerId="LiveId" clId="{B3C9E6DC-382B-4CC4-A649-1B8F663856C1}" dt="2025-11-13T10:22:43.799" v="146" actId="26606"/>
          <ac:spMkLst>
            <pc:docMk/>
            <pc:sldMk cId="3370430170" sldId="256"/>
            <ac:spMk id="12" creationId="{B1595A09-E336-4D1B-9B3A-06A2287A54E2}"/>
          </ac:spMkLst>
        </pc:spChg>
        <pc:spChg chg="add del">
          <ac:chgData name="Tom Heijmans" userId="518c28196cba6f70" providerId="LiveId" clId="{B3C9E6DC-382B-4CC4-A649-1B8F663856C1}" dt="2025-11-13T10:01:40.056" v="88" actId="26606"/>
          <ac:spMkLst>
            <pc:docMk/>
            <pc:sldMk cId="3370430170" sldId="256"/>
            <ac:spMk id="13" creationId="{077D6507-8E8D-40E1-A7B9-63012EF9492F}"/>
          </ac:spMkLst>
        </pc:spChg>
        <pc:spChg chg="add">
          <ac:chgData name="Tom Heijmans" userId="518c28196cba6f70" providerId="LiveId" clId="{B3C9E6DC-382B-4CC4-A649-1B8F663856C1}" dt="2025-11-13T10:22:43.799" v="146" actId="26606"/>
          <ac:spMkLst>
            <pc:docMk/>
            <pc:sldMk cId="3370430170" sldId="256"/>
            <ac:spMk id="14" creationId="{3540989C-C7B8-473B-BF87-6F2DA6A90006}"/>
          </ac:spMkLst>
        </pc:spChg>
        <pc:spChg chg="add del">
          <ac:chgData name="Tom Heijmans" userId="518c28196cba6f70" providerId="LiveId" clId="{B3C9E6DC-382B-4CC4-A649-1B8F663856C1}" dt="2025-11-13T10:09:28.307" v="101"/>
          <ac:spMkLst>
            <pc:docMk/>
            <pc:sldMk cId="3370430170" sldId="256"/>
            <ac:spMk id="15" creationId="{BD7C2DEF-63C5-495B-BBE5-720E5D12B4D2}"/>
          </ac:spMkLst>
        </pc:spChg>
        <pc:picChg chg="add del">
          <ac:chgData name="Tom Heijmans" userId="518c28196cba6f70" providerId="LiveId" clId="{B3C9E6DC-382B-4CC4-A649-1B8F663856C1}" dt="2025-11-13T09:59:21.319" v="80" actId="21"/>
          <ac:picMkLst>
            <pc:docMk/>
            <pc:sldMk cId="3370430170" sldId="256"/>
            <ac:picMk id="5" creationId="{22B3E375-0B8C-FBA2-D5C9-0745DE49C01C}"/>
          </ac:picMkLst>
        </pc:picChg>
        <pc:picChg chg="add del mod">
          <ac:chgData name="Tom Heijmans" userId="518c28196cba6f70" providerId="LiveId" clId="{B3C9E6DC-382B-4CC4-A649-1B8F663856C1}" dt="2025-11-13T10:02:41.713" v="98" actId="478"/>
          <ac:picMkLst>
            <pc:docMk/>
            <pc:sldMk cId="3370430170" sldId="256"/>
            <ac:picMk id="6" creationId="{A8CEB5D4-17C5-9D34-AC0E-ED9BB1E80582}"/>
          </ac:picMkLst>
        </pc:picChg>
        <pc:picChg chg="add del mod ord">
          <ac:chgData name="Tom Heijmans" userId="518c28196cba6f70" providerId="LiveId" clId="{B3C9E6DC-382B-4CC4-A649-1B8F663856C1}" dt="2025-11-13T10:01:54.285" v="93" actId="22"/>
          <ac:picMkLst>
            <pc:docMk/>
            <pc:sldMk cId="3370430170" sldId="256"/>
            <ac:picMk id="8" creationId="{C323A52C-737A-3377-8FC3-D1A02942C510}"/>
          </ac:picMkLst>
        </pc:picChg>
        <pc:picChg chg="add mod ord">
          <ac:chgData name="Tom Heijmans" userId="518c28196cba6f70" providerId="LiveId" clId="{B3C9E6DC-382B-4CC4-A649-1B8F663856C1}" dt="2025-11-13T10:22:43.799" v="146" actId="26606"/>
          <ac:picMkLst>
            <pc:docMk/>
            <pc:sldMk cId="3370430170" sldId="256"/>
            <ac:picMk id="10" creationId="{A3EC0C5B-1710-66BE-18F7-353467119C51}"/>
          </ac:picMkLst>
        </pc:picChg>
        <pc:picChg chg="add del">
          <ac:chgData name="Tom Heijmans" userId="518c28196cba6f70" providerId="LiveId" clId="{B3C9E6DC-382B-4CC4-A649-1B8F663856C1}" dt="2025-11-13T10:09:28.307" v="101"/>
          <ac:picMkLst>
            <pc:docMk/>
            <pc:sldMk cId="3370430170" sldId="256"/>
            <ac:picMk id="17" creationId="{FE21E403-0B61-4473-BE57-AB0F16379674}"/>
          </ac:picMkLst>
        </pc:picChg>
      </pc:sldChg>
      <pc:sldChg chg="modSp mod">
        <pc:chgData name="Tom Heijmans" userId="518c28196cba6f70" providerId="LiveId" clId="{B3C9E6DC-382B-4CC4-A649-1B8F663856C1}" dt="2025-11-13T11:30:37.923" v="221" actId="20577"/>
        <pc:sldMkLst>
          <pc:docMk/>
          <pc:sldMk cId="2273918763" sldId="257"/>
        </pc:sldMkLst>
        <pc:spChg chg="mod">
          <ac:chgData name="Tom Heijmans" userId="518c28196cba6f70" providerId="LiveId" clId="{B3C9E6DC-382B-4CC4-A649-1B8F663856C1}" dt="2025-11-13T10:22:29.063" v="145"/>
          <ac:spMkLst>
            <pc:docMk/>
            <pc:sldMk cId="2273918763" sldId="257"/>
            <ac:spMk id="2" creationId="{14D083C3-5619-A5C4-D177-724F6BB9AB77}"/>
          </ac:spMkLst>
        </pc:spChg>
        <pc:spChg chg="mod">
          <ac:chgData name="Tom Heijmans" userId="518c28196cba6f70" providerId="LiveId" clId="{B3C9E6DC-382B-4CC4-A649-1B8F663856C1}" dt="2025-11-13T11:30:37.923" v="221" actId="20577"/>
          <ac:spMkLst>
            <pc:docMk/>
            <pc:sldMk cId="2273918763" sldId="257"/>
            <ac:spMk id="3" creationId="{A9B11EB2-0A11-4DC3-14E2-9DAAEBC25D5C}"/>
          </ac:spMkLst>
        </pc:spChg>
      </pc:sldChg>
      <pc:sldChg chg="addSp modSp mod">
        <pc:chgData name="Tom Heijmans" userId="518c28196cba6f70" providerId="LiveId" clId="{B3C9E6DC-382B-4CC4-A649-1B8F663856C1}" dt="2025-11-13T12:45:13.703" v="393" actId="1076"/>
        <pc:sldMkLst>
          <pc:docMk/>
          <pc:sldMk cId="1238502200" sldId="258"/>
        </pc:sldMkLst>
        <pc:spChg chg="mod">
          <ac:chgData name="Tom Heijmans" userId="518c28196cba6f70" providerId="LiveId" clId="{B3C9E6DC-382B-4CC4-A649-1B8F663856C1}" dt="2025-11-13T10:22:29.063" v="145"/>
          <ac:spMkLst>
            <pc:docMk/>
            <pc:sldMk cId="1238502200" sldId="258"/>
            <ac:spMk id="2" creationId="{56CBD5C1-50A9-FAF7-65E7-4908518010B5}"/>
          </ac:spMkLst>
        </pc:spChg>
        <pc:spChg chg="mod">
          <ac:chgData name="Tom Heijmans" userId="518c28196cba6f70" providerId="LiveId" clId="{B3C9E6DC-382B-4CC4-A649-1B8F663856C1}" dt="2025-11-13T10:22:29.063" v="145"/>
          <ac:spMkLst>
            <pc:docMk/>
            <pc:sldMk cId="1238502200" sldId="258"/>
            <ac:spMk id="3" creationId="{123C502E-835C-B6AF-AF88-D4C9B01140BD}"/>
          </ac:spMkLst>
        </pc:spChg>
        <pc:picChg chg="mod">
          <ac:chgData name="Tom Heijmans" userId="518c28196cba6f70" providerId="LiveId" clId="{B3C9E6DC-382B-4CC4-A649-1B8F663856C1}" dt="2025-11-13T12:45:09.233" v="392" actId="1076"/>
          <ac:picMkLst>
            <pc:docMk/>
            <pc:sldMk cId="1238502200" sldId="258"/>
            <ac:picMk id="5" creationId="{296A188A-4DBF-2A03-EF5F-76D5ADCD794A}"/>
          </ac:picMkLst>
        </pc:picChg>
        <pc:picChg chg="add mod">
          <ac:chgData name="Tom Heijmans" userId="518c28196cba6f70" providerId="LiveId" clId="{B3C9E6DC-382B-4CC4-A649-1B8F663856C1}" dt="2025-11-13T12:45:13.703" v="393" actId="1076"/>
          <ac:picMkLst>
            <pc:docMk/>
            <pc:sldMk cId="1238502200" sldId="258"/>
            <ac:picMk id="6" creationId="{72DC5032-78C5-4C55-C0CD-B3E1F9032190}"/>
          </ac:picMkLst>
        </pc:picChg>
      </pc:sldChg>
      <pc:sldChg chg="addSp modSp mod">
        <pc:chgData name="Tom Heijmans" userId="518c28196cba6f70" providerId="LiveId" clId="{B3C9E6DC-382B-4CC4-A649-1B8F663856C1}" dt="2025-11-13T11:30:10.642" v="192" actId="1076"/>
        <pc:sldMkLst>
          <pc:docMk/>
          <pc:sldMk cId="1942964482" sldId="259"/>
        </pc:sldMkLst>
        <pc:spChg chg="mod">
          <ac:chgData name="Tom Heijmans" userId="518c28196cba6f70" providerId="LiveId" clId="{B3C9E6DC-382B-4CC4-A649-1B8F663856C1}" dt="2025-11-13T10:22:29.063" v="145"/>
          <ac:spMkLst>
            <pc:docMk/>
            <pc:sldMk cId="1942964482" sldId="259"/>
            <ac:spMk id="2" creationId="{04EC2E30-888A-B680-94C1-243CC0A7980F}"/>
          </ac:spMkLst>
        </pc:spChg>
        <pc:spChg chg="mod">
          <ac:chgData name="Tom Heijmans" userId="518c28196cba6f70" providerId="LiveId" clId="{B3C9E6DC-382B-4CC4-A649-1B8F663856C1}" dt="2025-11-13T10:22:29.063" v="145"/>
          <ac:spMkLst>
            <pc:docMk/>
            <pc:sldMk cId="1942964482" sldId="259"/>
            <ac:spMk id="3" creationId="{6BF46591-3E2D-8CF4-06ED-6E16B36E034D}"/>
          </ac:spMkLst>
        </pc:spChg>
        <pc:picChg chg="add mod">
          <ac:chgData name="Tom Heijmans" userId="518c28196cba6f70" providerId="LiveId" clId="{B3C9E6DC-382B-4CC4-A649-1B8F663856C1}" dt="2025-11-13T09:56:30.836" v="78" actId="14100"/>
          <ac:picMkLst>
            <pc:docMk/>
            <pc:sldMk cId="1942964482" sldId="259"/>
            <ac:picMk id="5" creationId="{469CDBE5-139B-39C3-61B3-AEDC70030143}"/>
          </ac:picMkLst>
        </pc:picChg>
        <pc:picChg chg="add mod">
          <ac:chgData name="Tom Heijmans" userId="518c28196cba6f70" providerId="LiveId" clId="{B3C9E6DC-382B-4CC4-A649-1B8F663856C1}" dt="2025-11-13T11:30:10.642" v="192" actId="1076"/>
          <ac:picMkLst>
            <pc:docMk/>
            <pc:sldMk cId="1942964482" sldId="259"/>
            <ac:picMk id="1026" creationId="{A95E92AC-A928-FE2E-5343-3361CD8AC468}"/>
          </ac:picMkLst>
        </pc:picChg>
      </pc:sldChg>
      <pc:sldChg chg="addSp delSp modSp mod setBg">
        <pc:chgData name="Tom Heijmans" userId="518c28196cba6f70" providerId="LiveId" clId="{B3C9E6DC-382B-4CC4-A649-1B8F663856C1}" dt="2025-11-13T11:13:24.194" v="191" actId="26606"/>
        <pc:sldMkLst>
          <pc:docMk/>
          <pc:sldMk cId="3335657919" sldId="260"/>
        </pc:sldMkLst>
        <pc:spChg chg="mod">
          <ac:chgData name="Tom Heijmans" userId="518c28196cba6f70" providerId="LiveId" clId="{B3C9E6DC-382B-4CC4-A649-1B8F663856C1}" dt="2025-11-13T11:13:24.194" v="191" actId="26606"/>
          <ac:spMkLst>
            <pc:docMk/>
            <pc:sldMk cId="3335657919" sldId="260"/>
            <ac:spMk id="2" creationId="{37D60F01-DF12-68A3-DE46-A2C487E9EE31}"/>
          </ac:spMkLst>
        </pc:spChg>
        <pc:spChg chg="mod">
          <ac:chgData name="Tom Heijmans" userId="518c28196cba6f70" providerId="LiveId" clId="{B3C9E6DC-382B-4CC4-A649-1B8F663856C1}" dt="2025-11-13T11:13:24.194" v="191" actId="26606"/>
          <ac:spMkLst>
            <pc:docMk/>
            <pc:sldMk cId="3335657919" sldId="260"/>
            <ac:spMk id="3" creationId="{55F3C2F9-7FD3-D860-9848-C7700A683F59}"/>
          </ac:spMkLst>
        </pc:spChg>
        <pc:spChg chg="add del mod">
          <ac:chgData name="Tom Heijmans" userId="518c28196cba6f70" providerId="LiveId" clId="{B3C9E6DC-382B-4CC4-A649-1B8F663856C1}" dt="2025-11-13T10:23:39.457" v="147" actId="478"/>
          <ac:spMkLst>
            <pc:docMk/>
            <pc:sldMk cId="3335657919" sldId="260"/>
            <ac:spMk id="4" creationId="{D081A7D4-A543-D483-7533-B30037CE83FA}"/>
          </ac:spMkLst>
        </pc:spChg>
        <pc:spChg chg="add">
          <ac:chgData name="Tom Heijmans" userId="518c28196cba6f70" providerId="LiveId" clId="{B3C9E6DC-382B-4CC4-A649-1B8F663856C1}" dt="2025-11-13T11:13:24.194" v="191" actId="26606"/>
          <ac:spMkLst>
            <pc:docMk/>
            <pc:sldMk cId="3335657919" sldId="260"/>
            <ac:spMk id="13" creationId="{743AA782-23D1-4521-8CAD-47662984AA08}"/>
          </ac:spMkLst>
        </pc:spChg>
        <pc:spChg chg="add">
          <ac:chgData name="Tom Heijmans" userId="518c28196cba6f70" providerId="LiveId" clId="{B3C9E6DC-382B-4CC4-A649-1B8F663856C1}" dt="2025-11-13T11:13:24.194" v="191" actId="26606"/>
          <ac:spMkLst>
            <pc:docMk/>
            <pc:sldMk cId="3335657919" sldId="260"/>
            <ac:spMk id="15" creationId="{71877DBC-BB60-40F0-AC93-2ACDBAAE60CE}"/>
          </ac:spMkLst>
        </pc:spChg>
        <pc:picChg chg="add del mod">
          <ac:chgData name="Tom Heijmans" userId="518c28196cba6f70" providerId="LiveId" clId="{B3C9E6DC-382B-4CC4-A649-1B8F663856C1}" dt="2025-11-13T10:36:20.463" v="152" actId="478"/>
          <ac:picMkLst>
            <pc:docMk/>
            <pc:sldMk cId="3335657919" sldId="260"/>
            <ac:picMk id="6" creationId="{5A45763C-FAE4-CC14-EC74-538581A2674A}"/>
          </ac:picMkLst>
        </pc:picChg>
        <pc:picChg chg="add mod">
          <ac:chgData name="Tom Heijmans" userId="518c28196cba6f70" providerId="LiveId" clId="{B3C9E6DC-382B-4CC4-A649-1B8F663856C1}" dt="2025-11-13T11:13:24.194" v="191" actId="26606"/>
          <ac:picMkLst>
            <pc:docMk/>
            <pc:sldMk cId="3335657919" sldId="260"/>
            <ac:picMk id="8" creationId="{BF42A7F1-7453-38C6-BAE5-F10F24D406B9}"/>
          </ac:picMkLst>
        </pc:picChg>
      </pc:sldChg>
      <pc:sldChg chg="addSp delSp modSp mod modShow">
        <pc:chgData name="Tom Heijmans" userId="518c28196cba6f70" providerId="LiveId" clId="{B3C9E6DC-382B-4CC4-A649-1B8F663856C1}" dt="2025-11-13T10:36:23.946" v="154" actId="478"/>
        <pc:sldMkLst>
          <pc:docMk/>
          <pc:sldMk cId="2280972869" sldId="261"/>
        </pc:sldMkLst>
        <pc:spChg chg="mod">
          <ac:chgData name="Tom Heijmans" userId="518c28196cba6f70" providerId="LiveId" clId="{B3C9E6DC-382B-4CC4-A649-1B8F663856C1}" dt="2025-11-13T10:22:29.063" v="145"/>
          <ac:spMkLst>
            <pc:docMk/>
            <pc:sldMk cId="2280972869" sldId="261"/>
            <ac:spMk id="2" creationId="{94AD4335-DB6F-DDA3-8BCD-0B4F9C0AF1E1}"/>
          </ac:spMkLst>
        </pc:spChg>
        <pc:spChg chg="del mod">
          <ac:chgData name="Tom Heijmans" userId="518c28196cba6f70" providerId="LiveId" clId="{B3C9E6DC-382B-4CC4-A649-1B8F663856C1}" dt="2025-11-13T10:36:22.478" v="153" actId="22"/>
          <ac:spMkLst>
            <pc:docMk/>
            <pc:sldMk cId="2280972869" sldId="261"/>
            <ac:spMk id="3" creationId="{4B19FBF4-9528-CE05-72B3-394E38622257}"/>
          </ac:spMkLst>
        </pc:spChg>
        <pc:spChg chg="add mod">
          <ac:chgData name="Tom Heijmans" userId="518c28196cba6f70" providerId="LiveId" clId="{B3C9E6DC-382B-4CC4-A649-1B8F663856C1}" dt="2025-11-13T10:36:23.946" v="154" actId="478"/>
          <ac:spMkLst>
            <pc:docMk/>
            <pc:sldMk cId="2280972869" sldId="261"/>
            <ac:spMk id="7" creationId="{475FD24C-3CC3-ADA4-5C95-026ED0711F52}"/>
          </ac:spMkLst>
        </pc:spChg>
        <pc:picChg chg="add del mod ord">
          <ac:chgData name="Tom Heijmans" userId="518c28196cba6f70" providerId="LiveId" clId="{B3C9E6DC-382B-4CC4-A649-1B8F663856C1}" dt="2025-11-13T10:36:23.946" v="154" actId="478"/>
          <ac:picMkLst>
            <pc:docMk/>
            <pc:sldMk cId="2280972869" sldId="261"/>
            <ac:picMk id="5" creationId="{691B7613-0373-C779-42E4-521E3FDAC256}"/>
          </ac:picMkLst>
        </pc:picChg>
      </pc:sldChg>
      <pc:sldChg chg="modSp">
        <pc:chgData name="Tom Heijmans" userId="518c28196cba6f70" providerId="LiveId" clId="{B3C9E6DC-382B-4CC4-A649-1B8F663856C1}" dt="2025-11-13T10:22:29.063" v="145"/>
        <pc:sldMkLst>
          <pc:docMk/>
          <pc:sldMk cId="1950260872" sldId="262"/>
        </pc:sldMkLst>
        <pc:spChg chg="mod">
          <ac:chgData name="Tom Heijmans" userId="518c28196cba6f70" providerId="LiveId" clId="{B3C9E6DC-382B-4CC4-A649-1B8F663856C1}" dt="2025-11-13T10:22:29.063" v="145"/>
          <ac:spMkLst>
            <pc:docMk/>
            <pc:sldMk cId="1950260872" sldId="262"/>
            <ac:spMk id="2" creationId="{90851ACB-07AF-6A68-A4CF-686BD1130B97}"/>
          </ac:spMkLst>
        </pc:spChg>
        <pc:spChg chg="mod">
          <ac:chgData name="Tom Heijmans" userId="518c28196cba6f70" providerId="LiveId" clId="{B3C9E6DC-382B-4CC4-A649-1B8F663856C1}" dt="2025-11-13T10:22:29.063" v="145"/>
          <ac:spMkLst>
            <pc:docMk/>
            <pc:sldMk cId="1950260872" sldId="262"/>
            <ac:spMk id="3" creationId="{6F623A0E-51EE-AF81-1C89-5D7FF16393A9}"/>
          </ac:spMkLst>
        </pc:spChg>
      </pc:sldChg>
      <pc:sldChg chg="modSp new mod">
        <pc:chgData name="Tom Heijmans" userId="518c28196cba6f70" providerId="LiveId" clId="{B3C9E6DC-382B-4CC4-A649-1B8F663856C1}" dt="2025-11-13T12:41:22.328" v="389" actId="20577"/>
        <pc:sldMkLst>
          <pc:docMk/>
          <pc:sldMk cId="3093572949" sldId="263"/>
        </pc:sldMkLst>
        <pc:spChg chg="mod">
          <ac:chgData name="Tom Heijmans" userId="518c28196cba6f70" providerId="LiveId" clId="{B3C9E6DC-382B-4CC4-A649-1B8F663856C1}" dt="2025-11-13T11:51:34.930" v="247" actId="20577"/>
          <ac:spMkLst>
            <pc:docMk/>
            <pc:sldMk cId="3093572949" sldId="263"/>
            <ac:spMk id="2" creationId="{738FEEA1-82FD-0E61-7838-FF982BE73933}"/>
          </ac:spMkLst>
        </pc:spChg>
        <pc:spChg chg="mod">
          <ac:chgData name="Tom Heijmans" userId="518c28196cba6f70" providerId="LiveId" clId="{B3C9E6DC-382B-4CC4-A649-1B8F663856C1}" dt="2025-11-13T12:41:22.328" v="389" actId="20577"/>
          <ac:spMkLst>
            <pc:docMk/>
            <pc:sldMk cId="3093572949" sldId="263"/>
            <ac:spMk id="3" creationId="{F67C9BC1-AAB5-8919-7FF0-EFA59C50FC39}"/>
          </ac:spMkLst>
        </pc:spChg>
      </pc:sldChg>
      <pc:sldChg chg="modSp new mod">
        <pc:chgData name="Tom Heijmans" userId="518c28196cba6f70" providerId="LiveId" clId="{B3C9E6DC-382B-4CC4-A649-1B8F663856C1}" dt="2025-11-13T12:40:53.289" v="368" actId="20577"/>
        <pc:sldMkLst>
          <pc:docMk/>
          <pc:sldMk cId="2185787134" sldId="264"/>
        </pc:sldMkLst>
        <pc:spChg chg="mod">
          <ac:chgData name="Tom Heijmans" userId="518c28196cba6f70" providerId="LiveId" clId="{B3C9E6DC-382B-4CC4-A649-1B8F663856C1}" dt="2025-11-13T12:40:53.289" v="368" actId="20577"/>
          <ac:spMkLst>
            <pc:docMk/>
            <pc:sldMk cId="2185787134" sldId="264"/>
            <ac:spMk id="2" creationId="{33AC976F-6FA4-DD78-EA2E-3820F0EE1A7F}"/>
          </ac:spMkLst>
        </pc:spChg>
      </pc:sldChg>
      <pc:sldMasterChg chg="setBg">
        <pc:chgData name="Tom Heijmans" userId="518c28196cba6f70" providerId="LiveId" clId="{B3C9E6DC-382B-4CC4-A649-1B8F663856C1}" dt="2025-11-13T10:11:47.905" v="103"/>
        <pc:sldMasterMkLst>
          <pc:docMk/>
          <pc:sldMasterMk cId="1871853926" sldId="2147483678"/>
        </pc:sldMasterMkLst>
      </pc:sldMasterChg>
    </pc:docChg>
  </pc:docChgLst>
</pc:chgInfo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svg"/><Relationship Id="rId1" Type="http://schemas.openxmlformats.org/officeDocument/2006/relationships/image" Target="../media/image8.png"/><Relationship Id="rId6" Type="http://schemas.openxmlformats.org/officeDocument/2006/relationships/image" Target="../media/image13.svg"/><Relationship Id="rId5" Type="http://schemas.openxmlformats.org/officeDocument/2006/relationships/image" Target="../media/image12.png"/><Relationship Id="rId4" Type="http://schemas.openxmlformats.org/officeDocument/2006/relationships/image" Target="../media/image11.sv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svg"/><Relationship Id="rId1" Type="http://schemas.openxmlformats.org/officeDocument/2006/relationships/image" Target="../media/image8.png"/><Relationship Id="rId6" Type="http://schemas.openxmlformats.org/officeDocument/2006/relationships/image" Target="../media/image13.svg"/><Relationship Id="rId5" Type="http://schemas.openxmlformats.org/officeDocument/2006/relationships/image" Target="../media/image12.png"/><Relationship Id="rId4" Type="http://schemas.openxmlformats.org/officeDocument/2006/relationships/image" Target="../media/image11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CA7BF1D6-8226-4C59-AEAE-E885FC1F9A3B}" type="doc">
      <dgm:prSet loTypeId="urn:microsoft.com/office/officeart/2018/2/layout/IconLabelDescription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60B9BABA-45F5-4982-9487-7516027BAD53}">
      <dgm:prSet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US"/>
            <a:t>Gesprekken opdrachtgever</a:t>
          </a:r>
        </a:p>
      </dgm:t>
    </dgm:pt>
    <dgm:pt modelId="{634E0690-A5B7-4007-B071-A936C0D7C1A5}" type="parTrans" cxnId="{41DC71A6-D11B-4C17-97D0-AF9AB12E5136}">
      <dgm:prSet/>
      <dgm:spPr/>
      <dgm:t>
        <a:bodyPr/>
        <a:lstStyle/>
        <a:p>
          <a:endParaRPr lang="en-US"/>
        </a:p>
      </dgm:t>
    </dgm:pt>
    <dgm:pt modelId="{79D06961-8964-4B82-AADE-6A64B57711AC}" type="sibTrans" cxnId="{41DC71A6-D11B-4C17-97D0-AF9AB12E5136}">
      <dgm:prSet/>
      <dgm:spPr/>
      <dgm:t>
        <a:bodyPr/>
        <a:lstStyle/>
        <a:p>
          <a:endParaRPr lang="en-US"/>
        </a:p>
      </dgm:t>
    </dgm:pt>
    <dgm:pt modelId="{FF4D547C-B7B1-4B7A-9906-7BEDB8409E6A}">
      <dgm:prSet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US"/>
            <a:t>Focus op de functionaliteit</a:t>
          </a:r>
        </a:p>
      </dgm:t>
    </dgm:pt>
    <dgm:pt modelId="{B8CA404C-A117-4935-83F8-8EEB8608F383}" type="parTrans" cxnId="{E79791F0-AE2B-4AA3-B293-EB95586359CC}">
      <dgm:prSet/>
      <dgm:spPr/>
      <dgm:t>
        <a:bodyPr/>
        <a:lstStyle/>
        <a:p>
          <a:endParaRPr lang="en-US"/>
        </a:p>
      </dgm:t>
    </dgm:pt>
    <dgm:pt modelId="{7D8B8128-6FF9-4BA1-B14F-B3F307583358}" type="sibTrans" cxnId="{E79791F0-AE2B-4AA3-B293-EB95586359CC}">
      <dgm:prSet/>
      <dgm:spPr/>
      <dgm:t>
        <a:bodyPr/>
        <a:lstStyle/>
        <a:p>
          <a:endParaRPr lang="en-US"/>
        </a:p>
      </dgm:t>
    </dgm:pt>
    <dgm:pt modelId="{56E364F6-DEE7-4C25-9E3D-76B30BB2A8C4}">
      <dgm:prSet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US"/>
            <a:t>Extra’s:</a:t>
          </a:r>
        </a:p>
      </dgm:t>
    </dgm:pt>
    <dgm:pt modelId="{6F0AC9EB-8F03-463A-8677-E9CE02ED318F}" type="parTrans" cxnId="{BADE13B3-0B2D-48BA-824E-EAC57D80CDC9}">
      <dgm:prSet/>
      <dgm:spPr/>
      <dgm:t>
        <a:bodyPr/>
        <a:lstStyle/>
        <a:p>
          <a:endParaRPr lang="en-US"/>
        </a:p>
      </dgm:t>
    </dgm:pt>
    <dgm:pt modelId="{36C82AE8-94E2-428D-AAE0-CA9262A260E5}" type="sibTrans" cxnId="{BADE13B3-0B2D-48BA-824E-EAC57D80CDC9}">
      <dgm:prSet/>
      <dgm:spPr/>
      <dgm:t>
        <a:bodyPr/>
        <a:lstStyle/>
        <a:p>
          <a:endParaRPr lang="en-US"/>
        </a:p>
      </dgm:t>
    </dgm:pt>
    <dgm:pt modelId="{442E20E2-F9FB-43CE-8EBD-08CCA1932B5C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Akoestische waarneming (microfoon)</a:t>
          </a:r>
        </a:p>
      </dgm:t>
    </dgm:pt>
    <dgm:pt modelId="{EBBAFB20-27F8-4F22-BB36-C0859E38A64D}" type="parTrans" cxnId="{73D9EDE9-1120-4700-AD53-910C16CA63C4}">
      <dgm:prSet/>
      <dgm:spPr/>
      <dgm:t>
        <a:bodyPr/>
        <a:lstStyle/>
        <a:p>
          <a:endParaRPr lang="en-US"/>
        </a:p>
      </dgm:t>
    </dgm:pt>
    <dgm:pt modelId="{F715B248-E8AC-44DB-890F-213D1EE26144}" type="sibTrans" cxnId="{73D9EDE9-1120-4700-AD53-910C16CA63C4}">
      <dgm:prSet/>
      <dgm:spPr/>
      <dgm:t>
        <a:bodyPr/>
        <a:lstStyle/>
        <a:p>
          <a:endParaRPr lang="en-US"/>
        </a:p>
      </dgm:t>
    </dgm:pt>
    <dgm:pt modelId="{B488F1A6-1BA1-4024-8BD1-B02F3934421E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Nachtzichtcamera’s</a:t>
          </a:r>
        </a:p>
      </dgm:t>
    </dgm:pt>
    <dgm:pt modelId="{03D49876-26FE-46BB-B2A1-EE3165679974}" type="parTrans" cxnId="{3A8F8DA7-0E83-4112-9D7B-DB3C42076202}">
      <dgm:prSet/>
      <dgm:spPr/>
      <dgm:t>
        <a:bodyPr/>
        <a:lstStyle/>
        <a:p>
          <a:endParaRPr lang="en-US"/>
        </a:p>
      </dgm:t>
    </dgm:pt>
    <dgm:pt modelId="{6CFF2888-D7E3-4A9C-9FF6-2BCF742E2348}" type="sibTrans" cxnId="{3A8F8DA7-0E83-4112-9D7B-DB3C42076202}">
      <dgm:prSet/>
      <dgm:spPr/>
      <dgm:t>
        <a:bodyPr/>
        <a:lstStyle/>
        <a:p>
          <a:endParaRPr lang="en-US"/>
        </a:p>
      </dgm:t>
    </dgm:pt>
    <dgm:pt modelId="{5D61A38E-ED69-4635-865C-851C4AB14669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3D locatie</a:t>
          </a:r>
        </a:p>
      </dgm:t>
    </dgm:pt>
    <dgm:pt modelId="{D4271979-0304-4005-96C5-A02A6782255B}" type="parTrans" cxnId="{E68881E5-4487-4041-B558-CE773980409D}">
      <dgm:prSet/>
      <dgm:spPr/>
      <dgm:t>
        <a:bodyPr/>
        <a:lstStyle/>
        <a:p>
          <a:endParaRPr lang="en-US"/>
        </a:p>
      </dgm:t>
    </dgm:pt>
    <dgm:pt modelId="{541C950A-5902-40A0-9654-EEF1DDF19367}" type="sibTrans" cxnId="{E68881E5-4487-4041-B558-CE773980409D}">
      <dgm:prSet/>
      <dgm:spPr/>
      <dgm:t>
        <a:bodyPr/>
        <a:lstStyle/>
        <a:p>
          <a:endParaRPr lang="en-US"/>
        </a:p>
      </dgm:t>
    </dgm:pt>
    <dgm:pt modelId="{6B2BD03E-FEE5-4C9B-9086-2EE1BCFDE315}" type="pres">
      <dgm:prSet presAssocID="{CA7BF1D6-8226-4C59-AEAE-E885FC1F9A3B}" presName="root" presStyleCnt="0">
        <dgm:presLayoutVars>
          <dgm:dir/>
          <dgm:resizeHandles val="exact"/>
        </dgm:presLayoutVars>
      </dgm:prSet>
      <dgm:spPr/>
    </dgm:pt>
    <dgm:pt modelId="{74598062-BFB7-488B-A68C-83A193658013}" type="pres">
      <dgm:prSet presAssocID="{60B9BABA-45F5-4982-9487-7516027BAD53}" presName="compNode" presStyleCnt="0"/>
      <dgm:spPr/>
    </dgm:pt>
    <dgm:pt modelId="{46658309-3E3F-4A8A-B766-DD16D96933AA}" type="pres">
      <dgm:prSet presAssocID="{60B9BABA-45F5-4982-9487-7516027BAD53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Checkmark"/>
        </a:ext>
      </dgm:extLst>
    </dgm:pt>
    <dgm:pt modelId="{6C7F8C06-8ACD-4E45-9C94-3C58C632E059}" type="pres">
      <dgm:prSet presAssocID="{60B9BABA-45F5-4982-9487-7516027BAD53}" presName="iconSpace" presStyleCnt="0"/>
      <dgm:spPr/>
    </dgm:pt>
    <dgm:pt modelId="{758FB19D-BEA6-4AB6-A5BE-91CBE6B33C95}" type="pres">
      <dgm:prSet presAssocID="{60B9BABA-45F5-4982-9487-7516027BAD53}" presName="parTx" presStyleLbl="revTx" presStyleIdx="0" presStyleCnt="6">
        <dgm:presLayoutVars>
          <dgm:chMax val="0"/>
          <dgm:chPref val="0"/>
        </dgm:presLayoutVars>
      </dgm:prSet>
      <dgm:spPr/>
    </dgm:pt>
    <dgm:pt modelId="{B4FCF1BF-E1BC-4CF6-9D09-C04D83D0EE5B}" type="pres">
      <dgm:prSet presAssocID="{60B9BABA-45F5-4982-9487-7516027BAD53}" presName="txSpace" presStyleCnt="0"/>
      <dgm:spPr/>
    </dgm:pt>
    <dgm:pt modelId="{E132FDDD-719E-4C43-87DF-1CC0A870ACAA}" type="pres">
      <dgm:prSet presAssocID="{60B9BABA-45F5-4982-9487-7516027BAD53}" presName="desTx" presStyleLbl="revTx" presStyleIdx="1" presStyleCnt="6">
        <dgm:presLayoutVars/>
      </dgm:prSet>
      <dgm:spPr/>
    </dgm:pt>
    <dgm:pt modelId="{15FAFCA4-010E-4A1B-B7DA-3656EBF3757F}" type="pres">
      <dgm:prSet presAssocID="{79D06961-8964-4B82-AADE-6A64B57711AC}" presName="sibTrans" presStyleCnt="0"/>
      <dgm:spPr/>
    </dgm:pt>
    <dgm:pt modelId="{DC5DA1D9-F215-4E21-9A2C-FCA180192ED5}" type="pres">
      <dgm:prSet presAssocID="{FF4D547C-B7B1-4B7A-9906-7BEDB8409E6A}" presName="compNode" presStyleCnt="0"/>
      <dgm:spPr/>
    </dgm:pt>
    <dgm:pt modelId="{31CB2959-0E88-4748-B7AA-6470DE4F9E4F}" type="pres">
      <dgm:prSet presAssocID="{FF4D547C-B7B1-4B7A-9906-7BEDB8409E6A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Bullseye"/>
        </a:ext>
      </dgm:extLst>
    </dgm:pt>
    <dgm:pt modelId="{7448226C-A1EA-4FBD-BE67-57C1ADDABFF3}" type="pres">
      <dgm:prSet presAssocID="{FF4D547C-B7B1-4B7A-9906-7BEDB8409E6A}" presName="iconSpace" presStyleCnt="0"/>
      <dgm:spPr/>
    </dgm:pt>
    <dgm:pt modelId="{AAD222A4-0EFA-4E9C-B984-57A29DD1B169}" type="pres">
      <dgm:prSet presAssocID="{FF4D547C-B7B1-4B7A-9906-7BEDB8409E6A}" presName="parTx" presStyleLbl="revTx" presStyleIdx="2" presStyleCnt="6">
        <dgm:presLayoutVars>
          <dgm:chMax val="0"/>
          <dgm:chPref val="0"/>
        </dgm:presLayoutVars>
      </dgm:prSet>
      <dgm:spPr/>
    </dgm:pt>
    <dgm:pt modelId="{D4D5D80E-2E3B-4367-9CF5-2C68DBC8F81B}" type="pres">
      <dgm:prSet presAssocID="{FF4D547C-B7B1-4B7A-9906-7BEDB8409E6A}" presName="txSpace" presStyleCnt="0"/>
      <dgm:spPr/>
    </dgm:pt>
    <dgm:pt modelId="{9C641790-5D02-4BEB-AA0B-6A5B948F0912}" type="pres">
      <dgm:prSet presAssocID="{FF4D547C-B7B1-4B7A-9906-7BEDB8409E6A}" presName="desTx" presStyleLbl="revTx" presStyleIdx="3" presStyleCnt="6">
        <dgm:presLayoutVars/>
      </dgm:prSet>
      <dgm:spPr/>
    </dgm:pt>
    <dgm:pt modelId="{4E919213-BA39-4D86-A2FC-A70D1463CDE5}" type="pres">
      <dgm:prSet presAssocID="{7D8B8128-6FF9-4BA1-B14F-B3F307583358}" presName="sibTrans" presStyleCnt="0"/>
      <dgm:spPr/>
    </dgm:pt>
    <dgm:pt modelId="{375D15FA-303F-41D2-92B0-F1A7DC7E5FC9}" type="pres">
      <dgm:prSet presAssocID="{56E364F6-DEE7-4C25-9E3D-76B30BB2A8C4}" presName="compNode" presStyleCnt="0"/>
      <dgm:spPr/>
    </dgm:pt>
    <dgm:pt modelId="{16CD96CD-D625-4AF9-8DED-2D169166A3DC}" type="pres">
      <dgm:prSet presAssocID="{56E364F6-DEE7-4C25-9E3D-76B30BB2A8C4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Toothpaste"/>
        </a:ext>
      </dgm:extLst>
    </dgm:pt>
    <dgm:pt modelId="{92D4C3DA-AA54-48C9-9596-C5DA41D1681B}" type="pres">
      <dgm:prSet presAssocID="{56E364F6-DEE7-4C25-9E3D-76B30BB2A8C4}" presName="iconSpace" presStyleCnt="0"/>
      <dgm:spPr/>
    </dgm:pt>
    <dgm:pt modelId="{957739F5-2368-4FEB-A39F-0BDFDF45A820}" type="pres">
      <dgm:prSet presAssocID="{56E364F6-DEE7-4C25-9E3D-76B30BB2A8C4}" presName="parTx" presStyleLbl="revTx" presStyleIdx="4" presStyleCnt="6">
        <dgm:presLayoutVars>
          <dgm:chMax val="0"/>
          <dgm:chPref val="0"/>
        </dgm:presLayoutVars>
      </dgm:prSet>
      <dgm:spPr/>
    </dgm:pt>
    <dgm:pt modelId="{19EF5EA9-2FD7-4E0A-B5A7-814F14797105}" type="pres">
      <dgm:prSet presAssocID="{56E364F6-DEE7-4C25-9E3D-76B30BB2A8C4}" presName="txSpace" presStyleCnt="0"/>
      <dgm:spPr/>
    </dgm:pt>
    <dgm:pt modelId="{60C997D9-A212-4B22-BACB-472E232586C5}" type="pres">
      <dgm:prSet presAssocID="{56E364F6-DEE7-4C25-9E3D-76B30BB2A8C4}" presName="desTx" presStyleLbl="revTx" presStyleIdx="5" presStyleCnt="6">
        <dgm:presLayoutVars/>
      </dgm:prSet>
      <dgm:spPr/>
    </dgm:pt>
  </dgm:ptLst>
  <dgm:cxnLst>
    <dgm:cxn modelId="{E2B7591E-3AB8-469C-9653-BD3ADD71464E}" type="presOf" srcId="{B488F1A6-1BA1-4024-8BD1-B02F3934421E}" destId="{60C997D9-A212-4B22-BACB-472E232586C5}" srcOrd="0" destOrd="1" presId="urn:microsoft.com/office/officeart/2018/2/layout/IconLabelDescriptionList"/>
    <dgm:cxn modelId="{AA0E985B-1786-4A00-9D50-2D3D244E1A0F}" type="presOf" srcId="{56E364F6-DEE7-4C25-9E3D-76B30BB2A8C4}" destId="{957739F5-2368-4FEB-A39F-0BDFDF45A820}" srcOrd="0" destOrd="0" presId="urn:microsoft.com/office/officeart/2018/2/layout/IconLabelDescriptionList"/>
    <dgm:cxn modelId="{E5FBD45D-EF93-4A1F-8950-1CEF0F14C37B}" type="presOf" srcId="{5D61A38E-ED69-4635-865C-851C4AB14669}" destId="{60C997D9-A212-4B22-BACB-472E232586C5}" srcOrd="0" destOrd="2" presId="urn:microsoft.com/office/officeart/2018/2/layout/IconLabelDescriptionList"/>
    <dgm:cxn modelId="{E1579D78-7FC6-4A04-AD06-9F2B46FF84A2}" type="presOf" srcId="{442E20E2-F9FB-43CE-8EBD-08CCA1932B5C}" destId="{60C997D9-A212-4B22-BACB-472E232586C5}" srcOrd="0" destOrd="0" presId="urn:microsoft.com/office/officeart/2018/2/layout/IconLabelDescriptionList"/>
    <dgm:cxn modelId="{F7B1665A-2143-45EB-BA86-EBE4D32D645E}" type="presOf" srcId="{CA7BF1D6-8226-4C59-AEAE-E885FC1F9A3B}" destId="{6B2BD03E-FEE5-4C9B-9086-2EE1BCFDE315}" srcOrd="0" destOrd="0" presId="urn:microsoft.com/office/officeart/2018/2/layout/IconLabelDescriptionList"/>
    <dgm:cxn modelId="{41DC71A6-D11B-4C17-97D0-AF9AB12E5136}" srcId="{CA7BF1D6-8226-4C59-AEAE-E885FC1F9A3B}" destId="{60B9BABA-45F5-4982-9487-7516027BAD53}" srcOrd="0" destOrd="0" parTransId="{634E0690-A5B7-4007-B071-A936C0D7C1A5}" sibTransId="{79D06961-8964-4B82-AADE-6A64B57711AC}"/>
    <dgm:cxn modelId="{3A8F8DA7-0E83-4112-9D7B-DB3C42076202}" srcId="{56E364F6-DEE7-4C25-9E3D-76B30BB2A8C4}" destId="{B488F1A6-1BA1-4024-8BD1-B02F3934421E}" srcOrd="1" destOrd="0" parTransId="{03D49876-26FE-46BB-B2A1-EE3165679974}" sibTransId="{6CFF2888-D7E3-4A9C-9FF6-2BCF742E2348}"/>
    <dgm:cxn modelId="{BADE13B3-0B2D-48BA-824E-EAC57D80CDC9}" srcId="{CA7BF1D6-8226-4C59-AEAE-E885FC1F9A3B}" destId="{56E364F6-DEE7-4C25-9E3D-76B30BB2A8C4}" srcOrd="2" destOrd="0" parTransId="{6F0AC9EB-8F03-463A-8677-E9CE02ED318F}" sibTransId="{36C82AE8-94E2-428D-AAE0-CA9262A260E5}"/>
    <dgm:cxn modelId="{C6F474D8-81C9-4BC2-BD57-BBC693ADC20E}" type="presOf" srcId="{60B9BABA-45F5-4982-9487-7516027BAD53}" destId="{758FB19D-BEA6-4AB6-A5BE-91CBE6B33C95}" srcOrd="0" destOrd="0" presId="urn:microsoft.com/office/officeart/2018/2/layout/IconLabelDescriptionList"/>
    <dgm:cxn modelId="{D660A0E3-15C5-4FB6-872E-2A4EDCAC54E0}" type="presOf" srcId="{FF4D547C-B7B1-4B7A-9906-7BEDB8409E6A}" destId="{AAD222A4-0EFA-4E9C-B984-57A29DD1B169}" srcOrd="0" destOrd="0" presId="urn:microsoft.com/office/officeart/2018/2/layout/IconLabelDescriptionList"/>
    <dgm:cxn modelId="{E68881E5-4487-4041-B558-CE773980409D}" srcId="{56E364F6-DEE7-4C25-9E3D-76B30BB2A8C4}" destId="{5D61A38E-ED69-4635-865C-851C4AB14669}" srcOrd="2" destOrd="0" parTransId="{D4271979-0304-4005-96C5-A02A6782255B}" sibTransId="{541C950A-5902-40A0-9654-EEF1DDF19367}"/>
    <dgm:cxn modelId="{73D9EDE9-1120-4700-AD53-910C16CA63C4}" srcId="{56E364F6-DEE7-4C25-9E3D-76B30BB2A8C4}" destId="{442E20E2-F9FB-43CE-8EBD-08CCA1932B5C}" srcOrd="0" destOrd="0" parTransId="{EBBAFB20-27F8-4F22-BB36-C0859E38A64D}" sibTransId="{F715B248-E8AC-44DB-890F-213D1EE26144}"/>
    <dgm:cxn modelId="{E79791F0-AE2B-4AA3-B293-EB95586359CC}" srcId="{CA7BF1D6-8226-4C59-AEAE-E885FC1F9A3B}" destId="{FF4D547C-B7B1-4B7A-9906-7BEDB8409E6A}" srcOrd="1" destOrd="0" parTransId="{B8CA404C-A117-4935-83F8-8EEB8608F383}" sibTransId="{7D8B8128-6FF9-4BA1-B14F-B3F307583358}"/>
    <dgm:cxn modelId="{6DF9DAA6-01CF-42FC-8039-F0EF4B504191}" type="presParOf" srcId="{6B2BD03E-FEE5-4C9B-9086-2EE1BCFDE315}" destId="{74598062-BFB7-488B-A68C-83A193658013}" srcOrd="0" destOrd="0" presId="urn:microsoft.com/office/officeart/2018/2/layout/IconLabelDescriptionList"/>
    <dgm:cxn modelId="{861474EA-CB75-4CEB-8192-595E5A4001D2}" type="presParOf" srcId="{74598062-BFB7-488B-A68C-83A193658013}" destId="{46658309-3E3F-4A8A-B766-DD16D96933AA}" srcOrd="0" destOrd="0" presId="urn:microsoft.com/office/officeart/2018/2/layout/IconLabelDescriptionList"/>
    <dgm:cxn modelId="{2D812131-20D2-4506-8D37-A9736A75ABED}" type="presParOf" srcId="{74598062-BFB7-488B-A68C-83A193658013}" destId="{6C7F8C06-8ACD-4E45-9C94-3C58C632E059}" srcOrd="1" destOrd="0" presId="urn:microsoft.com/office/officeart/2018/2/layout/IconLabelDescriptionList"/>
    <dgm:cxn modelId="{60E12DC4-D9F8-4F2D-A1EC-7B0B244295F2}" type="presParOf" srcId="{74598062-BFB7-488B-A68C-83A193658013}" destId="{758FB19D-BEA6-4AB6-A5BE-91CBE6B33C95}" srcOrd="2" destOrd="0" presId="urn:microsoft.com/office/officeart/2018/2/layout/IconLabelDescriptionList"/>
    <dgm:cxn modelId="{8C226A98-FA05-48BF-8E5A-740D99351814}" type="presParOf" srcId="{74598062-BFB7-488B-A68C-83A193658013}" destId="{B4FCF1BF-E1BC-4CF6-9D09-C04D83D0EE5B}" srcOrd="3" destOrd="0" presId="urn:microsoft.com/office/officeart/2018/2/layout/IconLabelDescriptionList"/>
    <dgm:cxn modelId="{3007B19E-1017-42ED-BA7A-039CF27A324D}" type="presParOf" srcId="{74598062-BFB7-488B-A68C-83A193658013}" destId="{E132FDDD-719E-4C43-87DF-1CC0A870ACAA}" srcOrd="4" destOrd="0" presId="urn:microsoft.com/office/officeart/2018/2/layout/IconLabelDescriptionList"/>
    <dgm:cxn modelId="{97842D50-BDBE-41B3-9D6D-AC6CBEE37EFF}" type="presParOf" srcId="{6B2BD03E-FEE5-4C9B-9086-2EE1BCFDE315}" destId="{15FAFCA4-010E-4A1B-B7DA-3656EBF3757F}" srcOrd="1" destOrd="0" presId="urn:microsoft.com/office/officeart/2018/2/layout/IconLabelDescriptionList"/>
    <dgm:cxn modelId="{63F53902-EA30-41F2-A3E5-CC08D1E3BCA8}" type="presParOf" srcId="{6B2BD03E-FEE5-4C9B-9086-2EE1BCFDE315}" destId="{DC5DA1D9-F215-4E21-9A2C-FCA180192ED5}" srcOrd="2" destOrd="0" presId="urn:microsoft.com/office/officeart/2018/2/layout/IconLabelDescriptionList"/>
    <dgm:cxn modelId="{69B1589E-8414-4644-8A46-049FC4457AC7}" type="presParOf" srcId="{DC5DA1D9-F215-4E21-9A2C-FCA180192ED5}" destId="{31CB2959-0E88-4748-B7AA-6470DE4F9E4F}" srcOrd="0" destOrd="0" presId="urn:microsoft.com/office/officeart/2018/2/layout/IconLabelDescriptionList"/>
    <dgm:cxn modelId="{9ECCBFDB-966C-4E4E-9FD3-52E5A30C9C6E}" type="presParOf" srcId="{DC5DA1D9-F215-4E21-9A2C-FCA180192ED5}" destId="{7448226C-A1EA-4FBD-BE67-57C1ADDABFF3}" srcOrd="1" destOrd="0" presId="urn:microsoft.com/office/officeart/2018/2/layout/IconLabelDescriptionList"/>
    <dgm:cxn modelId="{D7F44950-1B07-416D-8434-70CB311D55C5}" type="presParOf" srcId="{DC5DA1D9-F215-4E21-9A2C-FCA180192ED5}" destId="{AAD222A4-0EFA-4E9C-B984-57A29DD1B169}" srcOrd="2" destOrd="0" presId="urn:microsoft.com/office/officeart/2018/2/layout/IconLabelDescriptionList"/>
    <dgm:cxn modelId="{E133D60E-50B9-47EC-ADCD-977104DE380D}" type="presParOf" srcId="{DC5DA1D9-F215-4E21-9A2C-FCA180192ED5}" destId="{D4D5D80E-2E3B-4367-9CF5-2C68DBC8F81B}" srcOrd="3" destOrd="0" presId="urn:microsoft.com/office/officeart/2018/2/layout/IconLabelDescriptionList"/>
    <dgm:cxn modelId="{6672F573-5544-4A41-8C7D-CED77C6BEBF1}" type="presParOf" srcId="{DC5DA1D9-F215-4E21-9A2C-FCA180192ED5}" destId="{9C641790-5D02-4BEB-AA0B-6A5B948F0912}" srcOrd="4" destOrd="0" presId="urn:microsoft.com/office/officeart/2018/2/layout/IconLabelDescriptionList"/>
    <dgm:cxn modelId="{7C582F11-FAAE-4BEE-B241-FDE8474182A7}" type="presParOf" srcId="{6B2BD03E-FEE5-4C9B-9086-2EE1BCFDE315}" destId="{4E919213-BA39-4D86-A2FC-A70D1463CDE5}" srcOrd="3" destOrd="0" presId="urn:microsoft.com/office/officeart/2018/2/layout/IconLabelDescriptionList"/>
    <dgm:cxn modelId="{327850B4-9B93-403E-A0ED-E1E1739FF954}" type="presParOf" srcId="{6B2BD03E-FEE5-4C9B-9086-2EE1BCFDE315}" destId="{375D15FA-303F-41D2-92B0-F1A7DC7E5FC9}" srcOrd="4" destOrd="0" presId="urn:microsoft.com/office/officeart/2018/2/layout/IconLabelDescriptionList"/>
    <dgm:cxn modelId="{8A3991DD-020C-43AB-A847-421FC07D40BF}" type="presParOf" srcId="{375D15FA-303F-41D2-92B0-F1A7DC7E5FC9}" destId="{16CD96CD-D625-4AF9-8DED-2D169166A3DC}" srcOrd="0" destOrd="0" presId="urn:microsoft.com/office/officeart/2018/2/layout/IconLabelDescriptionList"/>
    <dgm:cxn modelId="{3036677B-730D-48B7-A6BB-A789C5FB8A7F}" type="presParOf" srcId="{375D15FA-303F-41D2-92B0-F1A7DC7E5FC9}" destId="{92D4C3DA-AA54-48C9-9596-C5DA41D1681B}" srcOrd="1" destOrd="0" presId="urn:microsoft.com/office/officeart/2018/2/layout/IconLabelDescriptionList"/>
    <dgm:cxn modelId="{64F32B71-4919-4CE3-8C24-32447643FAF0}" type="presParOf" srcId="{375D15FA-303F-41D2-92B0-F1A7DC7E5FC9}" destId="{957739F5-2368-4FEB-A39F-0BDFDF45A820}" srcOrd="2" destOrd="0" presId="urn:microsoft.com/office/officeart/2018/2/layout/IconLabelDescriptionList"/>
    <dgm:cxn modelId="{1E6BBE90-0E8C-4BF1-AB38-E8F0A9947CE1}" type="presParOf" srcId="{375D15FA-303F-41D2-92B0-F1A7DC7E5FC9}" destId="{19EF5EA9-2FD7-4E0A-B5A7-814F14797105}" srcOrd="3" destOrd="0" presId="urn:microsoft.com/office/officeart/2018/2/layout/IconLabelDescriptionList"/>
    <dgm:cxn modelId="{25C6B586-AE59-4B56-9C7D-A4B1A9B3EF01}" type="presParOf" srcId="{375D15FA-303F-41D2-92B0-F1A7DC7E5FC9}" destId="{60C997D9-A212-4B22-BACB-472E232586C5}" srcOrd="4" destOrd="0" presId="urn:microsoft.com/office/officeart/2018/2/layout/IconLabelDescription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6658309-3E3F-4A8A-B766-DD16D96933AA}">
      <dsp:nvSpPr>
        <dsp:cNvPr id="0" name=""/>
        <dsp:cNvSpPr/>
      </dsp:nvSpPr>
      <dsp:spPr>
        <a:xfrm>
          <a:off x="393" y="877279"/>
          <a:ext cx="1098562" cy="1098562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58FB19D-BEA6-4AB6-A5BE-91CBE6B33C95}">
      <dsp:nvSpPr>
        <dsp:cNvPr id="0" name=""/>
        <dsp:cNvSpPr/>
      </dsp:nvSpPr>
      <dsp:spPr>
        <a:xfrm>
          <a:off x="393" y="2087503"/>
          <a:ext cx="3138750" cy="47081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8890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2000" kern="1200"/>
            <a:t>Gesprekken opdrachtgever</a:t>
          </a:r>
        </a:p>
      </dsp:txBody>
      <dsp:txXfrm>
        <a:off x="393" y="2087503"/>
        <a:ext cx="3138750" cy="470812"/>
      </dsp:txXfrm>
    </dsp:sp>
    <dsp:sp modelId="{E132FDDD-719E-4C43-87DF-1CC0A870ACAA}">
      <dsp:nvSpPr>
        <dsp:cNvPr id="0" name=""/>
        <dsp:cNvSpPr/>
      </dsp:nvSpPr>
      <dsp:spPr>
        <a:xfrm>
          <a:off x="393" y="2610251"/>
          <a:ext cx="3138750" cy="86380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31CB2959-0E88-4748-B7AA-6470DE4F9E4F}">
      <dsp:nvSpPr>
        <dsp:cNvPr id="0" name=""/>
        <dsp:cNvSpPr/>
      </dsp:nvSpPr>
      <dsp:spPr>
        <a:xfrm>
          <a:off x="3688425" y="877279"/>
          <a:ext cx="1098562" cy="1098562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AD222A4-0EFA-4E9C-B984-57A29DD1B169}">
      <dsp:nvSpPr>
        <dsp:cNvPr id="0" name=""/>
        <dsp:cNvSpPr/>
      </dsp:nvSpPr>
      <dsp:spPr>
        <a:xfrm>
          <a:off x="3688425" y="2087503"/>
          <a:ext cx="3138750" cy="47081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8890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2000" kern="1200"/>
            <a:t>Focus op de functionaliteit</a:t>
          </a:r>
        </a:p>
      </dsp:txBody>
      <dsp:txXfrm>
        <a:off x="3688425" y="2087503"/>
        <a:ext cx="3138750" cy="470812"/>
      </dsp:txXfrm>
    </dsp:sp>
    <dsp:sp modelId="{9C641790-5D02-4BEB-AA0B-6A5B948F0912}">
      <dsp:nvSpPr>
        <dsp:cNvPr id="0" name=""/>
        <dsp:cNvSpPr/>
      </dsp:nvSpPr>
      <dsp:spPr>
        <a:xfrm>
          <a:off x="3688425" y="2610251"/>
          <a:ext cx="3138750" cy="86380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16CD96CD-D625-4AF9-8DED-2D169166A3DC}">
      <dsp:nvSpPr>
        <dsp:cNvPr id="0" name=""/>
        <dsp:cNvSpPr/>
      </dsp:nvSpPr>
      <dsp:spPr>
        <a:xfrm>
          <a:off x="7376456" y="877279"/>
          <a:ext cx="1098562" cy="1098562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57739F5-2368-4FEB-A39F-0BDFDF45A820}">
      <dsp:nvSpPr>
        <dsp:cNvPr id="0" name=""/>
        <dsp:cNvSpPr/>
      </dsp:nvSpPr>
      <dsp:spPr>
        <a:xfrm>
          <a:off x="7376456" y="2087503"/>
          <a:ext cx="3138750" cy="47081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8890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2000" kern="1200"/>
            <a:t>Extra’s:</a:t>
          </a:r>
        </a:p>
      </dsp:txBody>
      <dsp:txXfrm>
        <a:off x="7376456" y="2087503"/>
        <a:ext cx="3138750" cy="470812"/>
      </dsp:txXfrm>
    </dsp:sp>
    <dsp:sp modelId="{60C997D9-A212-4B22-BACB-472E232586C5}">
      <dsp:nvSpPr>
        <dsp:cNvPr id="0" name=""/>
        <dsp:cNvSpPr/>
      </dsp:nvSpPr>
      <dsp:spPr>
        <a:xfrm>
          <a:off x="7376456" y="2610251"/>
          <a:ext cx="3138750" cy="86380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6667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/>
            <a:t>Akoestische waarneming (microfoon)</a:t>
          </a:r>
        </a:p>
        <a:p>
          <a:pPr marL="0" lvl="0" indent="0" algn="l" defTabSz="6667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/>
            <a:t>Nachtzichtcamera’s</a:t>
          </a:r>
        </a:p>
        <a:p>
          <a:pPr marL="0" lvl="0" indent="0" algn="l" defTabSz="6667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/>
            <a:t>3D locatie</a:t>
          </a:r>
        </a:p>
      </dsp:txBody>
      <dsp:txXfrm>
        <a:off x="7376456" y="2610251"/>
        <a:ext cx="3138750" cy="863807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LabelDescriptionList">
  <dgm:title val="Icon Label Description List"/>
  <dgm:desc val="Use to show non-sequential or grouped chunks of information. The placeholder holds an icon or small picture, and corresponding text boxes show Level 1 and Level 2 text respectively. Works well for minimal Level 1 text accompanied by lengthier Level two text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/>
      </dgm:if>
      <dgm:else name="Name2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Node" refType="h" fact="0.45"/>
      <dgm:constr type="w" for="ch" forName="compNode" val="120"/>
      <dgm:constr type="w" for="ch" forName="sibTrans" refType="w" refFor="ch" refForName="compNode" fact="0.175"/>
      <dgm:constr type="primFontSz" for="des" forName="parTx" val="36"/>
      <dgm:constr type="primFontSz" for="des" forName="desTx" refType="primFontSz" refFor="des" refForName="parTx" op="lte" fact="0.75"/>
      <dgm:constr type="h" for="des" forName="compNode" op="equ"/>
      <dgm:constr type="h" for="des" forName="iconRect" op="equ"/>
      <dgm:constr type="w" for="des" forName="iconRect" op="equ"/>
      <dgm:constr type="h" for="des" forName="iconSpace" op="equ"/>
      <dgm:constr type="h" for="des" forName="parTx" op="equ"/>
      <dgm:constr type="h" for="des" forName="txSpace" op="equ"/>
      <dgm:constr type="h" for="des" forName="desTx" op="equ"/>
    </dgm:constrLst>
    <dgm:ruleLst>
      <dgm:rule type="w" for="ch" forName="compNode" val="0" fact="NaN" max="NaN"/>
    </dgm:ruleLst>
    <dgm:forEach name="Name3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35"/>
          <dgm:constr type="h" for="ch" forName="iconRect" refType="w" refFor="ch" refForName="iconRect"/>
          <dgm:constr type="l" for="ch" forName="iconRect"/>
          <dgm:constr type="t" for="ch" forName="iconRect"/>
          <dgm:constr type="w" for="ch" forName="iconSpace" refType="w"/>
          <dgm:constr type="h" for="ch" forName="iconSpace" refType="h" fact="0.043"/>
          <dgm:constr type="l" for="ch" forName="iconSpace"/>
          <dgm:constr type="t" for="ch" forName="iconSpace" refType="b" refFor="ch" refForName="iconRect"/>
          <dgm:constr type="w" for="ch" forName="parTx" refType="w"/>
          <dgm:constr type="h" for="ch" forName="parTx" refType="w" fact="0.15"/>
          <dgm:constr type="l" for="ch" forName="parTx"/>
          <dgm:constr type="t" for="ch" forName="parTx" refType="b" refFor="ch" refForName="iconSpace"/>
          <dgm:constr type="h" for="ch" forName="txSpace" refType="h" fact="0.02"/>
          <dgm:constr type="w" for="ch" forName="txSpace" refType="w"/>
          <dgm:constr type="l" for="ch" forName="txSpace"/>
          <dgm:constr type="t" for="ch" forName="txSpace" refType="b" refFor="ch" refForName="parTx"/>
          <dgm:constr type="w" for="ch" forName="desTx" refType="w"/>
          <dgm:constr type="l" for="ch" forName="desTx"/>
          <dgm:constr type="t" for="ch" forName="desTx" refType="b" refFor="ch" refForName="txSpace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icon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t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4" fact="NaN" max="NaN"/>
            <dgm:rule type="h" val="INF" fact="NaN" max="NaN"/>
          </dgm:ruleLst>
        </dgm:layoutNode>
        <dgm:layoutNode name="tx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desTx" styleLbl="revTx">
          <dgm:varLst/>
          <dgm:alg type="tx">
            <dgm:param type="stBulletLvl" val="0"/>
            <dgm:param type="txAnchorVert" val="t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refType="primFontSz"/>
            <dgm:constr type="lMarg"/>
            <dgm:constr type="rMarg"/>
            <dgm:constr type="tMarg"/>
            <dgm:constr type="bMarg"/>
          </dgm:constrLst>
          <dgm:ruleLst>
            <dgm:rule type="primFontSz" val="NaN" fact="NaN" max="17"/>
            <dgm:rule type="h" val="INF" fact="NaN" max="NaN"/>
          </dgm:ruleLst>
        </dgm:layoutNode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b="1"/>
        </a:lvl1pPr>
        <a:lvl2pPr>
          <a:lnSpc>
            <a:spcPct val="100000"/>
          </a:lnSpc>
        </a:lvl2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nl-NL"/>
              <a:t>Klikken om de ondertitelstijl van het model te bewerken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E3B2EF-A649-4C70-A571-CAD2EADC0F31}" type="datetimeFigureOut">
              <a:rPr lang="nl-NL" smtClean="0"/>
              <a:t>14-11-2025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AD9F08-95AE-4EFB-B651-6E60C60ACD49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68942625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en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E3B2EF-A649-4C70-A571-CAD2EADC0F31}" type="datetimeFigureOut">
              <a:rPr lang="nl-NL" smtClean="0"/>
              <a:t>14-11-2025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AD9F08-95AE-4EFB-B651-6E60C60ACD49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23955676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ek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shade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shade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shade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E3B2EF-A649-4C70-A571-CAD2EADC0F31}" type="datetimeFigureOut">
              <a:rPr lang="nl-NL" smtClean="0"/>
              <a:t>14-11-2025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AD9F08-95AE-4EFB-B651-6E60C60ACD49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85044200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Inhoud van tw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E3B2EF-A649-4C70-A571-CAD2EADC0F31}" type="datetimeFigureOut">
              <a:rPr lang="nl-NL" smtClean="0"/>
              <a:t>14-11-2025</a:t>
            </a:fld>
            <a:endParaRPr lang="nl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AD9F08-95AE-4EFB-B651-6E60C60ACD49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7480965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elijk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E3B2EF-A649-4C70-A571-CAD2EADC0F31}" type="datetimeFigureOut">
              <a:rPr lang="nl-NL" smtClean="0"/>
              <a:t>14-11-2025</a:t>
            </a:fld>
            <a:endParaRPr lang="nl-NL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AD9F08-95AE-4EFB-B651-6E60C60ACD49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174875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Allee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E3B2EF-A649-4C70-A571-CAD2EADC0F31}" type="datetimeFigureOut">
              <a:rPr lang="nl-NL" smtClean="0"/>
              <a:t>14-11-2025</a:t>
            </a:fld>
            <a:endParaRPr lang="nl-NL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AD9F08-95AE-4EFB-B651-6E60C60ACD49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6378812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E3B2EF-A649-4C70-A571-CAD2EADC0F31}" type="datetimeFigureOut">
              <a:rPr lang="nl-NL" smtClean="0"/>
              <a:t>14-11-2025</a:t>
            </a:fld>
            <a:endParaRPr lang="nl-NL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AD9F08-95AE-4EFB-B651-6E60C60ACD49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91051361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oud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E3B2EF-A649-4C70-A571-CAD2EADC0F31}" type="datetimeFigureOut">
              <a:rPr lang="nl-NL" smtClean="0"/>
              <a:t>14-11-2025</a:t>
            </a:fld>
            <a:endParaRPr lang="nl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AD9F08-95AE-4EFB-B651-6E60C60ACD49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85919444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Afbeelding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nl-NL"/>
              <a:t>Klik op het pictogram als u een afbeelding wilt toevoegen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E3B2EF-A649-4C70-A571-CAD2EADC0F31}" type="datetimeFigureOut">
              <a:rPr lang="nl-NL" smtClean="0"/>
              <a:t>14-11-2025</a:t>
            </a:fld>
            <a:endParaRPr lang="nl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AD9F08-95AE-4EFB-B651-6E60C60ACD49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2183577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en verticale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E3B2EF-A649-4C70-A571-CAD2EADC0F31}" type="datetimeFigureOut">
              <a:rPr lang="nl-NL" smtClean="0"/>
              <a:t>14-11-2025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AD9F08-95AE-4EFB-B651-6E60C60ACD49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8704022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e titel en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E3B2EF-A649-4C70-A571-CAD2EADC0F31}" type="datetimeFigureOut">
              <a:rPr lang="nl-NL" smtClean="0"/>
              <a:t>14-11-2025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AD9F08-95AE-4EFB-B651-6E60C60ACD49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74869925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fld id="{7CE3B2EF-A649-4C70-A571-CAD2EADC0F31}" type="datetimeFigureOut">
              <a:rPr lang="nl-NL" smtClean="0"/>
              <a:t>14-11-2025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fld id="{0FAD9F08-95AE-4EFB-B651-6E60C60ACD49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563874437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805" r:id="rId1"/>
    <p:sldLayoutId id="2147483806" r:id="rId2"/>
    <p:sldLayoutId id="2147483807" r:id="rId3"/>
    <p:sldLayoutId id="2147483808" r:id="rId4"/>
    <p:sldLayoutId id="2147483809" r:id="rId5"/>
    <p:sldLayoutId id="2147483810" r:id="rId6"/>
    <p:sldLayoutId id="2147483811" r:id="rId7"/>
    <p:sldLayoutId id="2147483812" r:id="rId8"/>
    <p:sldLayoutId id="2147483813" r:id="rId9"/>
    <p:sldLayoutId id="2147483814" r:id="rId10"/>
    <p:sldLayoutId id="2147483815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eg"/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jpe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hyperlink" Target="file:///C:\Users\Dell\Downloads\Project5-6\Opleverset_Project_5-6\Ontwerpen\architecture-ontwerp-v2.drawio.svg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4">
            <a:extLst>
              <a:ext uri="{FF2B5EF4-FFF2-40B4-BE49-F238E27FC236}">
                <a16:creationId xmlns:a16="http://schemas.microsoft.com/office/drawing/2014/main" id="{B1595A09-E336-4D1B-9B3A-06A2287A54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F6203A12-DAEC-3FDF-11FA-091060E3762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0080" y="4777739"/>
            <a:ext cx="3418990" cy="1412119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l"/>
            <a:r>
              <a:rPr lang="en-US" sz="3700"/>
              <a:t>Project 5/6 50% presentatie</a:t>
            </a:r>
          </a:p>
        </p:txBody>
      </p:sp>
      <p:pic>
        <p:nvPicPr>
          <p:cNvPr id="10" name="Afbeelding 9">
            <a:extLst>
              <a:ext uri="{FF2B5EF4-FFF2-40B4-BE49-F238E27FC236}">
                <a16:creationId xmlns:a16="http://schemas.microsoft.com/office/drawing/2014/main" id="{A3EC0C5B-1710-66BE-18F7-353467119C5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24467"/>
          <a:stretch>
            <a:fillRect/>
          </a:stretch>
        </p:blipFill>
        <p:spPr>
          <a:xfrm>
            <a:off x="20" y="10"/>
            <a:ext cx="12191980" cy="4558420"/>
          </a:xfrm>
          <a:custGeom>
            <a:avLst/>
            <a:gdLst/>
            <a:ahLst/>
            <a:cxnLst/>
            <a:rect l="l" t="t" r="r" b="b"/>
            <a:pathLst>
              <a:path w="12188952" h="4558430">
                <a:moveTo>
                  <a:pt x="6789701" y="4490221"/>
                </a:moveTo>
                <a:lnTo>
                  <a:pt x="6788702" y="4490299"/>
                </a:lnTo>
                <a:lnTo>
                  <a:pt x="6788476" y="4490833"/>
                </a:lnTo>
                <a:close/>
                <a:moveTo>
                  <a:pt x="0" y="0"/>
                </a:moveTo>
                <a:lnTo>
                  <a:pt x="12188952" y="0"/>
                </a:lnTo>
                <a:lnTo>
                  <a:pt x="12188952" y="3596895"/>
                </a:lnTo>
                <a:lnTo>
                  <a:pt x="12061096" y="3635026"/>
                </a:lnTo>
                <a:cubicBezTo>
                  <a:pt x="11933500" y="3671240"/>
                  <a:pt x="11805390" y="3705769"/>
                  <a:pt x="11676800" y="3738601"/>
                </a:cubicBezTo>
                <a:cubicBezTo>
                  <a:pt x="11262789" y="3846108"/>
                  <a:pt x="10845343" y="3939710"/>
                  <a:pt x="10425355" y="4022140"/>
                </a:cubicBezTo>
                <a:cubicBezTo>
                  <a:pt x="10092810" y="4087351"/>
                  <a:pt x="9759033" y="4145748"/>
                  <a:pt x="9424022" y="4197302"/>
                </a:cubicBezTo>
                <a:cubicBezTo>
                  <a:pt x="9102997" y="4246959"/>
                  <a:pt x="8781133" y="4291526"/>
                  <a:pt x="8458419" y="4331003"/>
                </a:cubicBezTo>
                <a:cubicBezTo>
                  <a:pt x="8211360" y="4361169"/>
                  <a:pt x="7963792" y="4386742"/>
                  <a:pt x="7715970" y="4410950"/>
                </a:cubicBezTo>
                <a:lnTo>
                  <a:pt x="6951716" y="4476730"/>
                </a:lnTo>
                <a:lnTo>
                  <a:pt x="6936303" y="4478801"/>
                </a:lnTo>
                <a:lnTo>
                  <a:pt x="6790448" y="4490162"/>
                </a:lnTo>
                <a:lnTo>
                  <a:pt x="6799941" y="4491982"/>
                </a:lnTo>
                <a:cubicBezTo>
                  <a:pt x="6811623" y="4492448"/>
                  <a:pt x="6823734" y="4490275"/>
                  <a:pt x="6835432" y="4490275"/>
                </a:cubicBezTo>
                <a:cubicBezTo>
                  <a:pt x="6851580" y="4490275"/>
                  <a:pt x="6867729" y="4487668"/>
                  <a:pt x="6884003" y="4487297"/>
                </a:cubicBezTo>
                <a:cubicBezTo>
                  <a:pt x="7115805" y="4481835"/>
                  <a:pt x="7347351" y="4469668"/>
                  <a:pt x="7578771" y="4454770"/>
                </a:cubicBezTo>
                <a:cubicBezTo>
                  <a:pt x="7927552" y="4432302"/>
                  <a:pt x="8276080" y="4404123"/>
                  <a:pt x="8623845" y="4367873"/>
                </a:cubicBezTo>
                <a:cubicBezTo>
                  <a:pt x="8909939" y="4338575"/>
                  <a:pt x="9195310" y="4303940"/>
                  <a:pt x="9479970" y="4263967"/>
                </a:cubicBezTo>
                <a:cubicBezTo>
                  <a:pt x="9864901" y="4209593"/>
                  <a:pt x="10248014" y="4144879"/>
                  <a:pt x="10629308" y="4069810"/>
                </a:cubicBezTo>
                <a:cubicBezTo>
                  <a:pt x="11090114" y="3978690"/>
                  <a:pt x="11546975" y="3871184"/>
                  <a:pt x="11998498" y="3743816"/>
                </a:cubicBezTo>
                <a:lnTo>
                  <a:pt x="12188952" y="3687715"/>
                </a:lnTo>
                <a:lnTo>
                  <a:pt x="12188952" y="3742439"/>
                </a:lnTo>
                <a:lnTo>
                  <a:pt x="11829257" y="3846853"/>
                </a:lnTo>
                <a:cubicBezTo>
                  <a:pt x="11534769" y="3926550"/>
                  <a:pt x="11238120" y="3997436"/>
                  <a:pt x="10939183" y="4061368"/>
                </a:cubicBezTo>
                <a:cubicBezTo>
                  <a:pt x="10622824" y="4129150"/>
                  <a:pt x="10304941" y="4189147"/>
                  <a:pt x="9985530" y="4241373"/>
                </a:cubicBezTo>
                <a:cubicBezTo>
                  <a:pt x="9720036" y="4284822"/>
                  <a:pt x="9453814" y="4323467"/>
                  <a:pt x="9186882" y="4357320"/>
                </a:cubicBezTo>
                <a:cubicBezTo>
                  <a:pt x="8984197" y="4382894"/>
                  <a:pt x="8781514" y="4406977"/>
                  <a:pt x="8578198" y="4426839"/>
                </a:cubicBezTo>
                <a:cubicBezTo>
                  <a:pt x="8340547" y="4449559"/>
                  <a:pt x="8102644" y="4471034"/>
                  <a:pt x="7864358" y="4488290"/>
                </a:cubicBezTo>
                <a:cubicBezTo>
                  <a:pt x="7554994" y="4510634"/>
                  <a:pt x="7245502" y="4528512"/>
                  <a:pt x="6935502" y="4539684"/>
                </a:cubicBezTo>
                <a:cubicBezTo>
                  <a:pt x="6782917" y="4545147"/>
                  <a:pt x="6630334" y="4548995"/>
                  <a:pt x="6477750" y="4553587"/>
                </a:cubicBezTo>
                <a:cubicBezTo>
                  <a:pt x="6439195" y="4551503"/>
                  <a:pt x="6400529" y="4553128"/>
                  <a:pt x="6362294" y="4558430"/>
                </a:cubicBezTo>
                <a:lnTo>
                  <a:pt x="6057129" y="4558430"/>
                </a:lnTo>
                <a:lnTo>
                  <a:pt x="5977784" y="4553836"/>
                </a:lnTo>
                <a:cubicBezTo>
                  <a:pt x="5740261" y="4541423"/>
                  <a:pt x="5502739" y="4527644"/>
                  <a:pt x="5265087" y="4517587"/>
                </a:cubicBezTo>
                <a:cubicBezTo>
                  <a:pt x="4958267" y="4505171"/>
                  <a:pt x="4651826" y="4484691"/>
                  <a:pt x="4346277" y="4455517"/>
                </a:cubicBezTo>
                <a:cubicBezTo>
                  <a:pt x="4021654" y="4424605"/>
                  <a:pt x="3697795" y="4389970"/>
                  <a:pt x="3373045" y="4356948"/>
                </a:cubicBezTo>
                <a:cubicBezTo>
                  <a:pt x="3035412" y="4322686"/>
                  <a:pt x="2698456" y="4283047"/>
                  <a:pt x="2362173" y="4238021"/>
                </a:cubicBezTo>
                <a:cubicBezTo>
                  <a:pt x="1984692" y="4187868"/>
                  <a:pt x="1608364" y="4130142"/>
                  <a:pt x="1233177" y="4064845"/>
                </a:cubicBezTo>
                <a:cubicBezTo>
                  <a:pt x="842181" y="3996132"/>
                  <a:pt x="453758" y="3917644"/>
                  <a:pt x="68500" y="3825138"/>
                </a:cubicBezTo>
                <a:lnTo>
                  <a:pt x="0" y="3807783"/>
                </a:lnTo>
                <a:lnTo>
                  <a:pt x="0" y="3751294"/>
                </a:lnTo>
                <a:lnTo>
                  <a:pt x="72441" y="3770071"/>
                </a:lnTo>
                <a:cubicBezTo>
                  <a:pt x="247961" y="3812249"/>
                  <a:pt x="424164" y="3851509"/>
                  <a:pt x="600716" y="3888441"/>
                </a:cubicBezTo>
                <a:cubicBezTo>
                  <a:pt x="988279" y="3969255"/>
                  <a:pt x="1378133" y="4038153"/>
                  <a:pt x="1769512" y="4098609"/>
                </a:cubicBezTo>
                <a:cubicBezTo>
                  <a:pt x="2052426" y="4142185"/>
                  <a:pt x="2335725" y="4182282"/>
                  <a:pt x="2613554" y="4215551"/>
                </a:cubicBezTo>
                <a:cubicBezTo>
                  <a:pt x="2605544" y="4218158"/>
                  <a:pt x="2594611" y="4208102"/>
                  <a:pt x="2581134" y="4205620"/>
                </a:cubicBezTo>
                <a:cubicBezTo>
                  <a:pt x="2087178" y="4113668"/>
                  <a:pt x="1597684" y="4002775"/>
                  <a:pt x="1112635" y="3872923"/>
                </a:cubicBezTo>
                <a:cubicBezTo>
                  <a:pt x="880453" y="3810852"/>
                  <a:pt x="649713" y="3744374"/>
                  <a:pt x="420412" y="3673490"/>
                </a:cubicBezTo>
                <a:lnTo>
                  <a:pt x="0" y="3534573"/>
                </a:lnTo>
                <a:close/>
              </a:path>
            </a:pathLst>
          </a:custGeom>
        </p:spPr>
      </p:pic>
      <p:sp>
        <p:nvSpPr>
          <p:cNvPr id="14" name="sketch line">
            <a:extLst>
              <a:ext uri="{FF2B5EF4-FFF2-40B4-BE49-F238E27FC236}">
                <a16:creationId xmlns:a16="http://schemas.microsoft.com/office/drawing/2014/main" id="{3540989C-C7B8-473B-BF87-6F2DA6A900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3661305" y="5468206"/>
            <a:ext cx="1371600" cy="18288"/>
          </a:xfrm>
          <a:custGeom>
            <a:avLst/>
            <a:gdLst>
              <a:gd name="connsiteX0" fmla="*/ 0 w 1371600"/>
              <a:gd name="connsiteY0" fmla="*/ 0 h 18288"/>
              <a:gd name="connsiteX1" fmla="*/ 685800 w 1371600"/>
              <a:gd name="connsiteY1" fmla="*/ 0 h 18288"/>
              <a:gd name="connsiteX2" fmla="*/ 1371600 w 1371600"/>
              <a:gd name="connsiteY2" fmla="*/ 0 h 18288"/>
              <a:gd name="connsiteX3" fmla="*/ 1371600 w 1371600"/>
              <a:gd name="connsiteY3" fmla="*/ 18288 h 18288"/>
              <a:gd name="connsiteX4" fmla="*/ 713232 w 1371600"/>
              <a:gd name="connsiteY4" fmla="*/ 18288 h 18288"/>
              <a:gd name="connsiteX5" fmla="*/ 0 w 1371600"/>
              <a:gd name="connsiteY5" fmla="*/ 18288 h 18288"/>
              <a:gd name="connsiteX6" fmla="*/ 0 w 1371600"/>
              <a:gd name="connsiteY6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371600" h="18288" fill="none" extrusionOk="0">
                <a:moveTo>
                  <a:pt x="0" y="0"/>
                </a:moveTo>
                <a:cubicBezTo>
                  <a:pt x="247303" y="31625"/>
                  <a:pt x="422310" y="-25629"/>
                  <a:pt x="685800" y="0"/>
                </a:cubicBezTo>
                <a:cubicBezTo>
                  <a:pt x="949290" y="25629"/>
                  <a:pt x="1192357" y="6696"/>
                  <a:pt x="1371600" y="0"/>
                </a:cubicBezTo>
                <a:cubicBezTo>
                  <a:pt x="1371355" y="6649"/>
                  <a:pt x="1371915" y="11310"/>
                  <a:pt x="1371600" y="18288"/>
                </a:cubicBezTo>
                <a:cubicBezTo>
                  <a:pt x="1107995" y="26464"/>
                  <a:pt x="1033361" y="32942"/>
                  <a:pt x="713232" y="18288"/>
                </a:cubicBezTo>
                <a:cubicBezTo>
                  <a:pt x="393103" y="3634"/>
                  <a:pt x="289343" y="43221"/>
                  <a:pt x="0" y="18288"/>
                </a:cubicBezTo>
                <a:cubicBezTo>
                  <a:pt x="-459" y="11562"/>
                  <a:pt x="-31" y="5093"/>
                  <a:pt x="0" y="0"/>
                </a:cubicBezTo>
                <a:close/>
              </a:path>
              <a:path w="1371600" h="18288" stroke="0" extrusionOk="0">
                <a:moveTo>
                  <a:pt x="0" y="0"/>
                </a:moveTo>
                <a:cubicBezTo>
                  <a:pt x="170249" y="-24099"/>
                  <a:pt x="504634" y="14338"/>
                  <a:pt x="644652" y="0"/>
                </a:cubicBezTo>
                <a:cubicBezTo>
                  <a:pt x="784670" y="-14338"/>
                  <a:pt x="1087773" y="8679"/>
                  <a:pt x="1371600" y="0"/>
                </a:cubicBezTo>
                <a:cubicBezTo>
                  <a:pt x="1372456" y="3662"/>
                  <a:pt x="1371030" y="13946"/>
                  <a:pt x="1371600" y="18288"/>
                </a:cubicBezTo>
                <a:cubicBezTo>
                  <a:pt x="1176823" y="-1409"/>
                  <a:pt x="900830" y="9989"/>
                  <a:pt x="713232" y="18288"/>
                </a:cubicBezTo>
                <a:cubicBezTo>
                  <a:pt x="525634" y="26587"/>
                  <a:pt x="282837" y="5724"/>
                  <a:pt x="0" y="18288"/>
                </a:cubicBezTo>
                <a:cubicBezTo>
                  <a:pt x="367" y="13143"/>
                  <a:pt x="-823" y="5844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445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615697673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F92DBD36-496A-DABE-366D-1747E8468E8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654294" y="4777739"/>
            <a:ext cx="6897626" cy="1399223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indent="-228600" algn="l">
              <a:buFont typeface="Arial" panose="020B0604020202020204" pitchFamily="34" charset="0"/>
              <a:buChar char="•"/>
            </a:pPr>
            <a:r>
              <a:rPr lang="en-US" sz="1500"/>
              <a:t>Tom Heijmans, 1079471,</a:t>
            </a:r>
          </a:p>
          <a:p>
            <a:pPr indent="-228600" algn="l">
              <a:buFont typeface="Arial" panose="020B0604020202020204" pitchFamily="34" charset="0"/>
              <a:buChar char="•"/>
            </a:pPr>
            <a:r>
              <a:rPr lang="en-US" sz="1500"/>
              <a:t>Fabio Wolthuis, 1079471</a:t>
            </a:r>
          </a:p>
          <a:p>
            <a:pPr indent="-228600" algn="l">
              <a:buFont typeface="Arial" panose="020B0604020202020204" pitchFamily="34" charset="0"/>
              <a:buChar char="•"/>
            </a:pPr>
            <a:r>
              <a:rPr lang="en-US" sz="1500"/>
              <a:t>Ali Haimed, 1103776</a:t>
            </a:r>
          </a:p>
          <a:p>
            <a:pPr indent="-228600" algn="l">
              <a:buFont typeface="Arial" panose="020B0604020202020204" pitchFamily="34" charset="0"/>
              <a:buChar char="•"/>
            </a:pPr>
            <a:r>
              <a:rPr lang="en-US" sz="1500"/>
              <a:t>Dennis Zejnilovic, 1098617</a:t>
            </a:r>
          </a:p>
        </p:txBody>
      </p:sp>
    </p:spTree>
    <p:extLst>
      <p:ext uri="{BB962C8B-B14F-4D97-AF65-F5344CB8AC3E}">
        <p14:creationId xmlns:p14="http://schemas.microsoft.com/office/powerpoint/2010/main" val="33704301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4D083C3-5619-A5C4-D177-724F6BB9AB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nl-NL" sz="5400"/>
              <a:t>Inhoudsopgave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A9B11EB2-0A11-4DC3-14E2-9DAAEBC25D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29384"/>
            <a:ext cx="10515600" cy="4251960"/>
          </a:xfrm>
        </p:spPr>
        <p:txBody>
          <a:bodyPr>
            <a:normAutofit/>
          </a:bodyPr>
          <a:lstStyle/>
          <a:p>
            <a:r>
              <a:rPr lang="nl-NL" sz="2200" dirty="0"/>
              <a:t>De opdrachtgever</a:t>
            </a:r>
          </a:p>
          <a:p>
            <a:r>
              <a:rPr lang="nl-NL" sz="2200" dirty="0"/>
              <a:t>Probleemstelling</a:t>
            </a:r>
          </a:p>
          <a:p>
            <a:r>
              <a:rPr lang="nl-NL" sz="2200" dirty="0"/>
              <a:t>De opdracht</a:t>
            </a:r>
          </a:p>
          <a:p>
            <a:r>
              <a:rPr lang="nl-NL" sz="2200" dirty="0"/>
              <a:t>De scope</a:t>
            </a:r>
          </a:p>
          <a:p>
            <a:r>
              <a:rPr lang="nl-NL" sz="2200" dirty="0"/>
              <a:t>Wat we hebben gedaan</a:t>
            </a:r>
          </a:p>
          <a:p>
            <a:r>
              <a:rPr lang="nl-NL" sz="2200" dirty="0"/>
              <a:t>Demo</a:t>
            </a:r>
          </a:p>
          <a:p>
            <a:r>
              <a:rPr lang="nl-NL" sz="2200" dirty="0"/>
              <a:t>Zitten we op 50%?</a:t>
            </a:r>
          </a:p>
          <a:p>
            <a:r>
              <a:rPr lang="nl-NL" sz="2200" dirty="0"/>
              <a:t>Wat gaan we doen?/ De komende 50%</a:t>
            </a:r>
          </a:p>
          <a:p>
            <a:r>
              <a:rPr lang="nl-NL" sz="2200" dirty="0" err="1"/>
              <a:t>Retrospective</a:t>
            </a:r>
            <a:endParaRPr lang="nl-NL" sz="2200" dirty="0"/>
          </a:p>
        </p:txBody>
      </p:sp>
    </p:spTree>
    <p:extLst>
      <p:ext uri="{BB962C8B-B14F-4D97-AF65-F5344CB8AC3E}">
        <p14:creationId xmlns:p14="http://schemas.microsoft.com/office/powerpoint/2010/main" val="20727436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6CBD5C1-50A9-FAF7-65E7-4908518010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De opdrachtgever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123C502E-835C-B6AF-AF88-D4C9B01140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nl-NL" sz="2400" dirty="0" err="1"/>
              <a:t>Tidalis</a:t>
            </a:r>
            <a:endParaRPr lang="nl-NL" sz="2400" dirty="0"/>
          </a:p>
          <a:p>
            <a:r>
              <a:rPr lang="nl-NL" sz="2400" dirty="0"/>
              <a:t>Scheepvaart-gerelateerde</a:t>
            </a:r>
          </a:p>
          <a:p>
            <a:r>
              <a:rPr lang="nl-NL" sz="2400" dirty="0" err="1"/>
              <a:t>Situational</a:t>
            </a:r>
            <a:r>
              <a:rPr lang="nl-NL" sz="2400" dirty="0"/>
              <a:t> awareness</a:t>
            </a:r>
          </a:p>
          <a:p>
            <a:r>
              <a:rPr lang="nl-NL" sz="2400" dirty="0"/>
              <a:t>Martijn </a:t>
            </a:r>
            <a:r>
              <a:rPr lang="nl-NL" sz="2400" dirty="0" err="1"/>
              <a:t>Nijënstein</a:t>
            </a:r>
            <a:endParaRPr lang="nl-NL" sz="2400" dirty="0"/>
          </a:p>
          <a:p>
            <a:r>
              <a:rPr lang="nl-NL" sz="2400" dirty="0"/>
              <a:t>Maarten </a:t>
            </a:r>
            <a:r>
              <a:rPr lang="nl-NL" sz="2400" dirty="0" err="1"/>
              <a:t>Tietge</a:t>
            </a:r>
            <a:endParaRPr lang="nl-NL" sz="2400" dirty="0"/>
          </a:p>
        </p:txBody>
      </p:sp>
      <p:pic>
        <p:nvPicPr>
          <p:cNvPr id="5" name="Afbeelding 4">
            <a:extLst>
              <a:ext uri="{FF2B5EF4-FFF2-40B4-BE49-F238E27FC236}">
                <a16:creationId xmlns:a16="http://schemas.microsoft.com/office/drawing/2014/main" id="{296A188A-4DBF-2A03-EF5F-76D5ADCD79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5062" y="2154553"/>
            <a:ext cx="7048500" cy="4022410"/>
          </a:xfrm>
          <a:prstGeom prst="rect">
            <a:avLst/>
          </a:prstGeom>
        </p:spPr>
      </p:pic>
      <p:pic>
        <p:nvPicPr>
          <p:cNvPr id="6" name="Afbeelding 5">
            <a:extLst>
              <a:ext uri="{FF2B5EF4-FFF2-40B4-BE49-F238E27FC236}">
                <a16:creationId xmlns:a16="http://schemas.microsoft.com/office/drawing/2014/main" id="{72DC5032-78C5-4C55-C0CD-B3E1F903219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06612" y="1509713"/>
            <a:ext cx="2552700" cy="361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71349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4EC2E30-888A-B680-94C1-243CC0A798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8" y="978408"/>
            <a:ext cx="4607052" cy="1106424"/>
          </a:xfrm>
        </p:spPr>
        <p:txBody>
          <a:bodyPr>
            <a:normAutofit/>
          </a:bodyPr>
          <a:lstStyle/>
          <a:p>
            <a:r>
              <a:rPr lang="nl-NL" sz="2900"/>
              <a:t>Probleemstelling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6BF46591-3E2D-8CF4-06ED-6E16B36E03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41246" y="2368296"/>
            <a:ext cx="4607052" cy="3502152"/>
          </a:xfrm>
        </p:spPr>
        <p:txBody>
          <a:bodyPr>
            <a:normAutofit/>
          </a:bodyPr>
          <a:lstStyle/>
          <a:p>
            <a:r>
              <a:rPr lang="nl-NL" sz="1800"/>
              <a:t>Surveillance</a:t>
            </a:r>
          </a:p>
          <a:p>
            <a:r>
              <a:rPr lang="nl-NL" sz="1800"/>
              <a:t>Camera’s</a:t>
            </a:r>
          </a:p>
          <a:p>
            <a:r>
              <a:rPr lang="nl-NL" sz="1800"/>
              <a:t>Concept</a:t>
            </a:r>
          </a:p>
          <a:p>
            <a:r>
              <a:rPr lang="nl-NL" sz="1800"/>
              <a:t>Hoofdvraag: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US" sz="1800" dirty="0"/>
              <a:t>Hoe </a:t>
            </a:r>
            <a:r>
              <a:rPr lang="en-US" sz="1800"/>
              <a:t>kan</a:t>
            </a:r>
            <a:r>
              <a:rPr lang="en-US" sz="1800" dirty="0"/>
              <a:t> je met het </a:t>
            </a:r>
            <a:r>
              <a:rPr lang="en-US" sz="1800"/>
              <a:t>gebruik</a:t>
            </a:r>
            <a:r>
              <a:rPr lang="en-US" sz="1800" dirty="0"/>
              <a:t> van </a:t>
            </a:r>
            <a:r>
              <a:rPr lang="en-US" sz="1800"/>
              <a:t>Optische</a:t>
            </a:r>
            <a:r>
              <a:rPr lang="en-US" sz="1800" dirty="0"/>
              <a:t> </a:t>
            </a:r>
            <a:r>
              <a:rPr lang="en-US" sz="1800"/>
              <a:t>waarneming</a:t>
            </a:r>
            <a:r>
              <a:rPr lang="en-US" sz="1800" dirty="0"/>
              <a:t> drones </a:t>
            </a:r>
            <a:r>
              <a:rPr lang="en-US" sz="1800"/>
              <a:t>detecteren</a:t>
            </a:r>
            <a:r>
              <a:rPr lang="en-US" sz="1800" dirty="0"/>
              <a:t> </a:t>
            </a:r>
            <a:r>
              <a:rPr lang="en-US" sz="1800"/>
              <a:t>en</a:t>
            </a:r>
            <a:r>
              <a:rPr lang="en-US" sz="1800" dirty="0"/>
              <a:t> </a:t>
            </a:r>
            <a:r>
              <a:rPr lang="en-US" sz="1800"/>
              <a:t>lokaliseren</a:t>
            </a:r>
            <a:r>
              <a:rPr lang="en-US" sz="1800" dirty="0"/>
              <a:t>?</a:t>
            </a:r>
          </a:p>
          <a:p>
            <a:endParaRPr lang="nl-NL" sz="1800"/>
          </a:p>
        </p:txBody>
      </p:sp>
      <p:pic>
        <p:nvPicPr>
          <p:cNvPr id="5" name="Afbeelding 4">
            <a:extLst>
              <a:ext uri="{FF2B5EF4-FFF2-40B4-BE49-F238E27FC236}">
                <a16:creationId xmlns:a16="http://schemas.microsoft.com/office/drawing/2014/main" id="{469CDBE5-139B-39C3-61B3-AEDC7003014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8387" r="3" b="3"/>
          <a:stretch>
            <a:fillRect/>
          </a:stretch>
        </p:blipFill>
        <p:spPr>
          <a:xfrm>
            <a:off x="6324599" y="10"/>
            <a:ext cx="5457817" cy="3337549"/>
          </a:xfrm>
          <a:prstGeom prst="rect">
            <a:avLst/>
          </a:prstGeom>
        </p:spPr>
      </p:pic>
      <p:pic>
        <p:nvPicPr>
          <p:cNvPr id="1026" name="Picture 2" descr="Containerschip, Container Vervoer">
            <a:extLst>
              <a:ext uri="{FF2B5EF4-FFF2-40B4-BE49-F238E27FC236}">
                <a16:creationId xmlns:a16="http://schemas.microsoft.com/office/drawing/2014/main" id="{A95E92AC-A928-FE2E-5343-3361CD8AC46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566" r="3" b="824"/>
          <a:stretch>
            <a:fillRect/>
          </a:stretch>
        </p:blipFill>
        <p:spPr bwMode="auto">
          <a:xfrm>
            <a:off x="6324590" y="3520439"/>
            <a:ext cx="5457817" cy="33375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5601429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AB6987-6B28-3BE9-FFD9-70122103CB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457200"/>
            <a:ext cx="4343400" cy="1929384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800" dirty="0"/>
              <a:t>De </a:t>
            </a:r>
            <a:r>
              <a:rPr lang="en-US" sz="4800" dirty="0" err="1"/>
              <a:t>opdracht</a:t>
            </a:r>
            <a:endParaRPr lang="en-US" sz="48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9799B3D-2B12-EDC7-8F40-731239444F65}"/>
              </a:ext>
            </a:extLst>
          </p:cNvPr>
          <p:cNvSpPr txBox="1"/>
          <p:nvPr/>
        </p:nvSpPr>
        <p:spPr>
          <a:xfrm>
            <a:off x="5541263" y="457200"/>
            <a:ext cx="6007608" cy="192938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285750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200" dirty="0"/>
              <a:t>GUI</a:t>
            </a:r>
          </a:p>
          <a:p>
            <a:pPr marL="285750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200" dirty="0"/>
              <a:t>2D-grafiek</a:t>
            </a:r>
          </a:p>
          <a:p>
            <a:pPr marL="285750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200" dirty="0"/>
              <a:t>Live-feed</a:t>
            </a:r>
          </a:p>
          <a:p>
            <a:pPr marL="285750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200" dirty="0" err="1"/>
              <a:t>Afstand</a:t>
            </a:r>
            <a:r>
              <a:rPr lang="en-US" sz="2200" dirty="0"/>
              <a:t> </a:t>
            </a:r>
          </a:p>
          <a:p>
            <a:pPr marL="285750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200" dirty="0"/>
              <a:t>Functionaliteit</a:t>
            </a:r>
          </a:p>
        </p:txBody>
      </p:sp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6052D207-2EED-274B-46C9-290BB63458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59" y="2744595"/>
            <a:ext cx="5468112" cy="3567942"/>
          </a:xfrm>
          <a:prstGeom prst="rect">
            <a:avLst/>
          </a:prstGeom>
        </p:spPr>
      </p:pic>
      <p:pic>
        <p:nvPicPr>
          <p:cNvPr id="4" name="Content Placeholder 3" descr="A screenshot of a graph&#10;&#10;AI-generated content may be incorrect.">
            <a:extLst>
              <a:ext uri="{FF2B5EF4-FFF2-40B4-BE49-F238E27FC236}">
                <a16:creationId xmlns:a16="http://schemas.microsoft.com/office/drawing/2014/main" id="{75B9311F-3C5B-F8A3-A070-E4B7463785D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326139" y="2744595"/>
            <a:ext cx="5468112" cy="35679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84169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C63C50-EBF7-4D28-AC94-D75C61AB1F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 scope 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EB39488D-F495-2B6A-4C21-726AEEBCCC5A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55231628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38FEEA1-82FD-0E61-7838-FF982BE739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5568" y="548640"/>
            <a:ext cx="10168128" cy="1179576"/>
          </a:xfrm>
        </p:spPr>
        <p:txBody>
          <a:bodyPr>
            <a:normAutofit/>
          </a:bodyPr>
          <a:lstStyle/>
          <a:p>
            <a:r>
              <a:rPr lang="nl-NL" sz="4000"/>
              <a:t>Wat we hebben gedaan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F67C9BC1-AAB5-8919-7FF0-EFA59C50FC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15568" y="2481943"/>
            <a:ext cx="10168128" cy="3695020"/>
          </a:xfrm>
        </p:spPr>
        <p:txBody>
          <a:bodyPr>
            <a:normAutofit/>
          </a:bodyPr>
          <a:lstStyle/>
          <a:p>
            <a:r>
              <a:rPr lang="nl-NL" sz="2200"/>
              <a:t>Camera’s</a:t>
            </a:r>
          </a:p>
          <a:p>
            <a:r>
              <a:rPr lang="nl-NL" sz="2200"/>
              <a:t>Raspberry PI</a:t>
            </a:r>
          </a:p>
          <a:p>
            <a:r>
              <a:rPr lang="nl-NL" sz="2200"/>
              <a:t>Object detectie</a:t>
            </a:r>
          </a:p>
          <a:p>
            <a:r>
              <a:rPr lang="nl-NL" sz="2200"/>
              <a:t>Begin afstandsbepaling</a:t>
            </a:r>
          </a:p>
          <a:p>
            <a:endParaRPr lang="nl-NL" sz="2200"/>
          </a:p>
        </p:txBody>
      </p:sp>
    </p:spTree>
    <p:extLst>
      <p:ext uri="{BB962C8B-B14F-4D97-AF65-F5344CB8AC3E}">
        <p14:creationId xmlns:p14="http://schemas.microsoft.com/office/powerpoint/2010/main" val="149020525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51B657-A220-99FA-D24C-5FDD4AA9B4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76693" y="741391"/>
            <a:ext cx="3351679" cy="1616203"/>
          </a:xfrm>
        </p:spPr>
        <p:txBody>
          <a:bodyPr anchor="b">
            <a:normAutofit/>
          </a:bodyPr>
          <a:lstStyle/>
          <a:p>
            <a:endParaRPr lang="en-US" sz="320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8376D6-0D6F-7BF7-4621-66C2A7CD7F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76693" y="2533476"/>
            <a:ext cx="3351679" cy="3447832"/>
          </a:xfrm>
        </p:spPr>
        <p:txBody>
          <a:bodyPr anchor="t">
            <a:normAutofit/>
          </a:bodyPr>
          <a:lstStyle/>
          <a:p>
            <a:endParaRPr lang="en-US" sz="2000"/>
          </a:p>
        </p:txBody>
      </p:sp>
      <p:pic>
        <p:nvPicPr>
          <p:cNvPr id="4" name="Picture 3" descr="A person standing in front of a computer screen&#10;&#10;AI-generated content may be incorrect.">
            <a:extLst>
              <a:ext uri="{FF2B5EF4-FFF2-40B4-BE49-F238E27FC236}">
                <a16:creationId xmlns:a16="http://schemas.microsoft.com/office/drawing/2014/main" id="{A84297FB-3732-9E9F-B845-BA72F32A6DD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6983"/>
          <a:stretch>
            <a:fillRect/>
          </a:stretch>
        </p:blipFill>
        <p:spPr>
          <a:xfrm>
            <a:off x="6094519" y="1053420"/>
            <a:ext cx="3815433" cy="2375580"/>
          </a:xfrm>
          <a:prstGeom prst="rect">
            <a:avLst/>
          </a:prstGeom>
        </p:spPr>
      </p:pic>
      <p:pic>
        <p:nvPicPr>
          <p:cNvPr id="6" name="Picture 5" descr="A computer screen with a person holding a checkerboard&#10;&#10;AI-generated content may be incorrect.">
            <a:extLst>
              <a:ext uri="{FF2B5EF4-FFF2-40B4-BE49-F238E27FC236}">
                <a16:creationId xmlns:a16="http://schemas.microsoft.com/office/drawing/2014/main" id="{63CBA4E3-0918-7DCD-4302-318F9E42600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220" r="-1" b="-1"/>
          <a:stretch>
            <a:fillRect/>
          </a:stretch>
        </p:blipFill>
        <p:spPr>
          <a:xfrm>
            <a:off x="5065566" y="3770439"/>
            <a:ext cx="3225818" cy="2268875"/>
          </a:xfrm>
          <a:prstGeom prst="rect">
            <a:avLst/>
          </a:prstGeom>
        </p:spPr>
      </p:pic>
      <p:pic>
        <p:nvPicPr>
          <p:cNvPr id="5" name="Picture 4" descr="A computer screen with a person holding a checkerboard&#10;&#10;AI-generated content may be incorrect.">
            <a:extLst>
              <a:ext uri="{FF2B5EF4-FFF2-40B4-BE49-F238E27FC236}">
                <a16:creationId xmlns:a16="http://schemas.microsoft.com/office/drawing/2014/main" id="{EA1A97E3-20B7-1A53-38A1-CF61347558F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-1" b="6219"/>
          <a:stretch>
            <a:fillRect/>
          </a:stretch>
        </p:blipFill>
        <p:spPr>
          <a:xfrm>
            <a:off x="8548850" y="3781805"/>
            <a:ext cx="3127189" cy="21995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027285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E3DB821-1AE2-C78B-B4D1-7540789C76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6" name="Rectangle 25">
            <a:extLst>
              <a:ext uri="{FF2B5EF4-FFF2-40B4-BE49-F238E27FC236}">
                <a16:creationId xmlns:a16="http://schemas.microsoft.com/office/drawing/2014/main" id="{78BA5F19-D5E1-4ECC-BEC2-DF7AEDFD7C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50CC88A9-A661-4C48-866E-8734E51140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"/>
            <a:ext cx="11269336" cy="2008639"/>
          </a:xfrm>
          <a:custGeom>
            <a:avLst/>
            <a:gdLst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742561 w 11269336"/>
              <a:gd name="connsiteY18" fmla="*/ 500437 h 2323145"/>
              <a:gd name="connsiteX19" fmla="*/ 9561831 w 11269336"/>
              <a:gd name="connsiteY19" fmla="*/ 547649 h 2323145"/>
              <a:gd name="connsiteX20" fmla="*/ 9380600 w 11269336"/>
              <a:gd name="connsiteY20" fmla="*/ 549821 h 2323145"/>
              <a:gd name="connsiteX21" fmla="*/ 9139429 w 11269336"/>
              <a:gd name="connsiteY21" fmla="*/ 696446 h 2323145"/>
              <a:gd name="connsiteX22" fmla="*/ 9114263 w 11269336"/>
              <a:gd name="connsiteY22" fmla="*/ 709213 h 2323145"/>
              <a:gd name="connsiteX23" fmla="*/ 9028928 w 11269336"/>
              <a:gd name="connsiteY23" fmla="*/ 745350 h 2323145"/>
              <a:gd name="connsiteX24" fmla="*/ 8977138 w 11269336"/>
              <a:gd name="connsiteY24" fmla="*/ 774970 h 2323145"/>
              <a:gd name="connsiteX25" fmla="*/ 8947030 w 11269336"/>
              <a:gd name="connsiteY25" fmla="*/ 814934 h 2323145"/>
              <a:gd name="connsiteX26" fmla="*/ 8914746 w 11269336"/>
              <a:gd name="connsiteY26" fmla="*/ 826428 h 2323145"/>
              <a:gd name="connsiteX27" fmla="*/ 8917778 w 11269336"/>
              <a:gd name="connsiteY27" fmla="*/ 835198 h 2323145"/>
              <a:gd name="connsiteX28" fmla="*/ 8905560 w 11269336"/>
              <a:gd name="connsiteY28" fmla="*/ 838358 h 2323145"/>
              <a:gd name="connsiteX29" fmla="*/ 8897564 w 11269336"/>
              <a:gd name="connsiteY29" fmla="*/ 834287 h 2323145"/>
              <a:gd name="connsiteX30" fmla="*/ 8878040 w 11269336"/>
              <a:gd name="connsiteY30" fmla="*/ 844150 h 2323145"/>
              <a:gd name="connsiteX31" fmla="*/ 8882654 w 11269336"/>
              <a:gd name="connsiteY31" fmla="*/ 892768 h 2323145"/>
              <a:gd name="connsiteX32" fmla="*/ 8837498 w 11269336"/>
              <a:gd name="connsiteY32" fmla="*/ 885664 h 2323145"/>
              <a:gd name="connsiteX33" fmla="*/ 8795998 w 11269336"/>
              <a:gd name="connsiteY33" fmla="*/ 863337 h 2323145"/>
              <a:gd name="connsiteX34" fmla="*/ 8776970 w 11269336"/>
              <a:gd name="connsiteY34" fmla="*/ 885177 h 2323145"/>
              <a:gd name="connsiteX35" fmla="*/ 8755719 w 11269336"/>
              <a:gd name="connsiteY35" fmla="*/ 889754 h 2323145"/>
              <a:gd name="connsiteX36" fmla="*/ 8743257 w 11269336"/>
              <a:gd name="connsiteY36" fmla="*/ 904723 h 2323145"/>
              <a:gd name="connsiteX37" fmla="*/ 8721366 w 11269336"/>
              <a:gd name="connsiteY37" fmla="*/ 904711 h 2323145"/>
              <a:gd name="connsiteX38" fmla="*/ 8678353 w 11269336"/>
              <a:gd name="connsiteY38" fmla="*/ 926318 h 2323145"/>
              <a:gd name="connsiteX39" fmla="*/ 8636849 w 11269336"/>
              <a:gd name="connsiteY39" fmla="*/ 937900 h 2323145"/>
              <a:gd name="connsiteX40" fmla="*/ 8620213 w 11269336"/>
              <a:gd name="connsiteY40" fmla="*/ 943068 h 2323145"/>
              <a:gd name="connsiteX41" fmla="*/ 8612581 w 11269336"/>
              <a:gd name="connsiteY41" fmla="*/ 952695 h 2323145"/>
              <a:gd name="connsiteX42" fmla="*/ 8589038 w 11269336"/>
              <a:gd name="connsiteY42" fmla="*/ 963892 h 2323145"/>
              <a:gd name="connsiteX43" fmla="*/ 8579950 w 11269336"/>
              <a:gd name="connsiteY43" fmla="*/ 960899 h 2323145"/>
              <a:gd name="connsiteX44" fmla="*/ 8579319 w 11269336"/>
              <a:gd name="connsiteY44" fmla="*/ 965630 h 2323145"/>
              <a:gd name="connsiteX45" fmla="*/ 8547429 w 11269336"/>
              <a:gd name="connsiteY45" fmla="*/ 984506 h 2323145"/>
              <a:gd name="connsiteX46" fmla="*/ 8478704 w 11269336"/>
              <a:gd name="connsiteY46" fmla="*/ 1025490 h 2323145"/>
              <a:gd name="connsiteX47" fmla="*/ 8461421 w 11269336"/>
              <a:gd name="connsiteY47" fmla="*/ 1035512 h 2323145"/>
              <a:gd name="connsiteX48" fmla="*/ 8445003 w 11269336"/>
              <a:gd name="connsiteY48" fmla="*/ 1036851 h 2323145"/>
              <a:gd name="connsiteX49" fmla="*/ 8357350 w 11269336"/>
              <a:gd name="connsiteY49" fmla="*/ 1060213 h 2323145"/>
              <a:gd name="connsiteX50" fmla="*/ 8335565 w 11269336"/>
              <a:gd name="connsiteY50" fmla="*/ 1061151 h 2323145"/>
              <a:gd name="connsiteX51" fmla="*/ 8325267 w 11269336"/>
              <a:gd name="connsiteY51" fmla="*/ 1055919 h 2323145"/>
              <a:gd name="connsiteX52" fmla="*/ 8293586 w 11269336"/>
              <a:gd name="connsiteY52" fmla="*/ 1076144 h 2323145"/>
              <a:gd name="connsiteX53" fmla="*/ 8242405 w 11269336"/>
              <a:gd name="connsiteY53" fmla="*/ 1095960 h 2323145"/>
              <a:gd name="connsiteX54" fmla="*/ 8218531 w 11269336"/>
              <a:gd name="connsiteY54" fmla="*/ 1107622 h 2323145"/>
              <a:gd name="connsiteX55" fmla="*/ 8197391 w 11269336"/>
              <a:gd name="connsiteY55" fmla="*/ 1107746 h 2323145"/>
              <a:gd name="connsiteX56" fmla="*/ 8081474 w 11269336"/>
              <a:gd name="connsiteY56" fmla="*/ 1130125 h 2323145"/>
              <a:gd name="connsiteX57" fmla="*/ 8053585 w 11269336"/>
              <a:gd name="connsiteY57" fmla="*/ 1129169 h 2323145"/>
              <a:gd name="connsiteX58" fmla="*/ 8038422 w 11269336"/>
              <a:gd name="connsiteY58" fmla="*/ 1119092 h 2323145"/>
              <a:gd name="connsiteX59" fmla="*/ 8029450 w 11269336"/>
              <a:gd name="connsiteY59" fmla="*/ 1125592 h 2323145"/>
              <a:gd name="connsiteX60" fmla="*/ 7959552 w 11269336"/>
              <a:gd name="connsiteY60" fmla="*/ 1140188 h 2323145"/>
              <a:gd name="connsiteX61" fmla="*/ 7914188 w 11269336"/>
              <a:gd name="connsiteY61" fmla="*/ 1150862 h 2323145"/>
              <a:gd name="connsiteX62" fmla="*/ 7914918 w 11269336"/>
              <a:gd name="connsiteY62" fmla="*/ 1168758 h 2323145"/>
              <a:gd name="connsiteX63" fmla="*/ 7875510 w 11269336"/>
              <a:gd name="connsiteY63" fmla="*/ 1183153 h 2323145"/>
              <a:gd name="connsiteX64" fmla="*/ 7829932 w 11269336"/>
              <a:gd name="connsiteY64" fmla="*/ 1180782 h 2323145"/>
              <a:gd name="connsiteX65" fmla="*/ 7779182 w 11269336"/>
              <a:gd name="connsiteY65" fmla="*/ 1192665 h 2323145"/>
              <a:gd name="connsiteX66" fmla="*/ 7748774 w 11269336"/>
              <a:gd name="connsiteY66" fmla="*/ 1199586 h 2323145"/>
              <a:gd name="connsiteX67" fmla="*/ 7671846 w 11269336"/>
              <a:gd name="connsiteY67" fmla="*/ 1231966 h 2323145"/>
              <a:gd name="connsiteX68" fmla="*/ 7554146 w 11269336"/>
              <a:gd name="connsiteY68" fmla="*/ 1319748 h 2323145"/>
              <a:gd name="connsiteX69" fmla="*/ 7515052 w 11269336"/>
              <a:gd name="connsiteY69" fmla="*/ 1336718 h 2323145"/>
              <a:gd name="connsiteX70" fmla="*/ 7507193 w 11269336"/>
              <a:gd name="connsiteY70" fmla="*/ 1334617 h 2323145"/>
              <a:gd name="connsiteX71" fmla="*/ 7461694 w 11269336"/>
              <a:gd name="connsiteY71" fmla="*/ 1375866 h 2323145"/>
              <a:gd name="connsiteX72" fmla="*/ 7377571 w 11269336"/>
              <a:gd name="connsiteY72" fmla="*/ 1400128 h 2323145"/>
              <a:gd name="connsiteX73" fmla="*/ 7311261 w 11269336"/>
              <a:gd name="connsiteY73" fmla="*/ 1412652 h 2323145"/>
              <a:gd name="connsiteX74" fmla="*/ 7275307 w 11269336"/>
              <a:gd name="connsiteY74" fmla="*/ 1422171 h 2323145"/>
              <a:gd name="connsiteX75" fmla="*/ 7247783 w 11269336"/>
              <a:gd name="connsiteY75" fmla="*/ 1426330 h 2323145"/>
              <a:gd name="connsiteX76" fmla="*/ 7185047 w 11269336"/>
              <a:gd name="connsiteY76" fmla="*/ 1451812 h 2323145"/>
              <a:gd name="connsiteX77" fmla="*/ 7084117 w 11269336"/>
              <a:gd name="connsiteY77" fmla="*/ 1500281 h 2323145"/>
              <a:gd name="connsiteX78" fmla="*/ 7062011 w 11269336"/>
              <a:gd name="connsiteY78" fmla="*/ 1509183 h 2323145"/>
              <a:gd name="connsiteX79" fmla="*/ 7040555 w 11269336"/>
              <a:gd name="connsiteY79" fmla="*/ 1511207 h 2323145"/>
              <a:gd name="connsiteX80" fmla="*/ 7033438 w 11269336"/>
              <a:gd name="connsiteY80" fmla="*/ 1506772 h 2323145"/>
              <a:gd name="connsiteX81" fmla="*/ 7020886 w 11269336"/>
              <a:gd name="connsiteY81" fmla="*/ 1510764 h 2323145"/>
              <a:gd name="connsiteX82" fmla="*/ 7017033 w 11269336"/>
              <a:gd name="connsiteY82" fmla="*/ 1510650 h 2323145"/>
              <a:gd name="connsiteX83" fmla="*/ 6995460 w 11269336"/>
              <a:gd name="connsiteY83" fmla="*/ 1511173 h 2323145"/>
              <a:gd name="connsiteX84" fmla="*/ 6962144 w 11269336"/>
              <a:gd name="connsiteY84" fmla="*/ 1541508 h 2323145"/>
              <a:gd name="connsiteX85" fmla="*/ 6910674 w 11269336"/>
              <a:gd name="connsiteY85" fmla="*/ 1554793 h 2323145"/>
              <a:gd name="connsiteX86" fmla="*/ 6732152 w 11269336"/>
              <a:gd name="connsiteY86" fmla="*/ 1642538 h 2323145"/>
              <a:gd name="connsiteX87" fmla="*/ 6694106 w 11269336"/>
              <a:gd name="connsiteY87" fmla="*/ 1632377 h 2323145"/>
              <a:gd name="connsiteX88" fmla="*/ 6617223 w 11269336"/>
              <a:gd name="connsiteY88" fmla="*/ 1659889 h 2323145"/>
              <a:gd name="connsiteX89" fmla="*/ 6521138 w 11269336"/>
              <a:gd name="connsiteY89" fmla="*/ 1744340 h 2323145"/>
              <a:gd name="connsiteX90" fmla="*/ 6380677 w 11269336"/>
              <a:gd name="connsiteY90" fmla="*/ 1796883 h 2323145"/>
              <a:gd name="connsiteX91" fmla="*/ 6374897 w 11269336"/>
              <a:gd name="connsiteY91" fmla="*/ 1809910 h 2323145"/>
              <a:gd name="connsiteX92" fmla="*/ 6364545 w 11269336"/>
              <a:gd name="connsiteY92" fmla="*/ 1820090 h 2323145"/>
              <a:gd name="connsiteX93" fmla="*/ 6362126 w 11269336"/>
              <a:gd name="connsiteY93" fmla="*/ 1819991 h 2323145"/>
              <a:gd name="connsiteX94" fmla="*/ 6346673 w 11269336"/>
              <a:gd name="connsiteY94" fmla="*/ 1827824 h 2323145"/>
              <a:gd name="connsiteX95" fmla="*/ 6345588 w 11269336"/>
              <a:gd name="connsiteY95" fmla="*/ 1832232 h 2323145"/>
              <a:gd name="connsiteX96" fmla="*/ 6335708 w 11269336"/>
              <a:gd name="connsiteY96" fmla="*/ 1838451 h 2323145"/>
              <a:gd name="connsiteX97" fmla="*/ 6318182 w 11269336"/>
              <a:gd name="connsiteY97" fmla="*/ 1852975 h 2323145"/>
              <a:gd name="connsiteX98" fmla="*/ 6313084 w 11269336"/>
              <a:gd name="connsiteY98" fmla="*/ 1853561 h 2323145"/>
              <a:gd name="connsiteX99" fmla="*/ 6283816 w 11269336"/>
              <a:gd name="connsiteY99" fmla="*/ 1872148 h 2323145"/>
              <a:gd name="connsiteX100" fmla="*/ 6282550 w 11269336"/>
              <a:gd name="connsiteY100" fmla="*/ 1871392 h 2323145"/>
              <a:gd name="connsiteX101" fmla="*/ 6270527 w 11269336"/>
              <a:gd name="connsiteY101" fmla="*/ 1872208 h 2323145"/>
              <a:gd name="connsiteX102" fmla="*/ 6249518 w 11269336"/>
              <a:gd name="connsiteY102" fmla="*/ 1876079 h 2323145"/>
              <a:gd name="connsiteX103" fmla="*/ 6190386 w 11269336"/>
              <a:gd name="connsiteY103" fmla="*/ 1872478 h 2323145"/>
              <a:gd name="connsiteX104" fmla="*/ 6159777 w 11269336"/>
              <a:gd name="connsiteY104" fmla="*/ 1891745 h 2323145"/>
              <a:gd name="connsiteX105" fmla="*/ 6153131 w 11269336"/>
              <a:gd name="connsiteY105" fmla="*/ 1895079 h 2323145"/>
              <a:gd name="connsiteX106" fmla="*/ 6152798 w 11269336"/>
              <a:gd name="connsiteY106" fmla="*/ 1894920 h 2323145"/>
              <a:gd name="connsiteX107" fmla="*/ 6145388 w 11269336"/>
              <a:gd name="connsiteY107" fmla="*/ 1897990 h 2323145"/>
              <a:gd name="connsiteX108" fmla="*/ 6141014 w 11269336"/>
              <a:gd name="connsiteY108" fmla="*/ 1901155 h 2323145"/>
              <a:gd name="connsiteX109" fmla="*/ 6128122 w 11269336"/>
              <a:gd name="connsiteY109" fmla="*/ 1907623 h 2323145"/>
              <a:gd name="connsiteX110" fmla="*/ 6122351 w 11269336"/>
              <a:gd name="connsiteY110" fmla="*/ 1908359 h 2323145"/>
              <a:gd name="connsiteX111" fmla="*/ 6064750 w 11269336"/>
              <a:gd name="connsiteY111" fmla="*/ 1896394 h 2323145"/>
              <a:gd name="connsiteX112" fmla="*/ 5964230 w 11269336"/>
              <a:gd name="connsiteY112" fmla="*/ 1910038 h 2323145"/>
              <a:gd name="connsiteX113" fmla="*/ 5865399 w 11269336"/>
              <a:gd name="connsiteY113" fmla="*/ 1926966 h 2323145"/>
              <a:gd name="connsiteX114" fmla="*/ 5829951 w 11269336"/>
              <a:gd name="connsiteY114" fmla="*/ 1934755 h 2323145"/>
              <a:gd name="connsiteX115" fmla="*/ 5765285 w 11269336"/>
              <a:gd name="connsiteY115" fmla="*/ 1941322 h 2323145"/>
              <a:gd name="connsiteX116" fmla="*/ 5734750 w 11269336"/>
              <a:gd name="connsiteY116" fmla="*/ 1939793 h 2323145"/>
              <a:gd name="connsiteX117" fmla="*/ 5733569 w 11269336"/>
              <a:gd name="connsiteY117" fmla="*/ 1940505 h 2323145"/>
              <a:gd name="connsiteX118" fmla="*/ 5730329 w 11269336"/>
              <a:gd name="connsiteY118" fmla="*/ 1937845 h 2323145"/>
              <a:gd name="connsiteX119" fmla="*/ 5724661 w 11269336"/>
              <a:gd name="connsiteY119" fmla="*/ 1937455 h 2323145"/>
              <a:gd name="connsiteX120" fmla="*/ 5710186 w 11269336"/>
              <a:gd name="connsiteY120" fmla="*/ 1941370 h 2323145"/>
              <a:gd name="connsiteX121" fmla="*/ 5704910 w 11269336"/>
              <a:gd name="connsiteY121" fmla="*/ 1943663 h 2323145"/>
              <a:gd name="connsiteX122" fmla="*/ 5696836 w 11269336"/>
              <a:gd name="connsiteY122" fmla="*/ 1945271 h 2323145"/>
              <a:gd name="connsiteX123" fmla="*/ 5696583 w 11269336"/>
              <a:gd name="connsiteY123" fmla="*/ 1945050 h 2323145"/>
              <a:gd name="connsiteX124" fmla="*/ 5689123 w 11269336"/>
              <a:gd name="connsiteY124" fmla="*/ 1947067 h 2323145"/>
              <a:gd name="connsiteX125" fmla="*/ 5653291 w 11269336"/>
              <a:gd name="connsiteY125" fmla="*/ 1960245 h 2323145"/>
              <a:gd name="connsiteX126" fmla="*/ 5599385 w 11269336"/>
              <a:gd name="connsiteY126" fmla="*/ 1945198 h 2323145"/>
              <a:gd name="connsiteX127" fmla="*/ 5578300 w 11269336"/>
              <a:gd name="connsiteY127" fmla="*/ 1944963 h 2323145"/>
              <a:gd name="connsiteX128" fmla="*/ 5566758 w 11269336"/>
              <a:gd name="connsiteY128" fmla="*/ 1943441 h 2323145"/>
              <a:gd name="connsiteX129" fmla="*/ 5565857 w 11269336"/>
              <a:gd name="connsiteY129" fmla="*/ 1942445 h 2323145"/>
              <a:gd name="connsiteX130" fmla="*/ 5531534 w 11269336"/>
              <a:gd name="connsiteY130" fmla="*/ 1955208 h 2323145"/>
              <a:gd name="connsiteX131" fmla="*/ 5526552 w 11269336"/>
              <a:gd name="connsiteY131" fmla="*/ 1954799 h 2323145"/>
              <a:gd name="connsiteX132" fmla="*/ 5504723 w 11269336"/>
              <a:gd name="connsiteY132" fmla="*/ 1965811 h 2323145"/>
              <a:gd name="connsiteX133" fmla="*/ 5493156 w 11269336"/>
              <a:gd name="connsiteY133" fmla="*/ 1970063 h 2323145"/>
              <a:gd name="connsiteX134" fmla="*/ 5490486 w 11269336"/>
              <a:gd name="connsiteY134" fmla="*/ 1974227 h 2323145"/>
              <a:gd name="connsiteX135" fmla="*/ 5473107 w 11269336"/>
              <a:gd name="connsiteY135" fmla="*/ 1979001 h 2323145"/>
              <a:gd name="connsiteX136" fmla="*/ 5470885 w 11269336"/>
              <a:gd name="connsiteY136" fmla="*/ 1978432 h 2323145"/>
              <a:gd name="connsiteX137" fmla="*/ 5457393 w 11269336"/>
              <a:gd name="connsiteY137" fmla="*/ 1986525 h 2323145"/>
              <a:gd name="connsiteX138" fmla="*/ 5447102 w 11269336"/>
              <a:gd name="connsiteY138" fmla="*/ 1998329 h 2323145"/>
              <a:gd name="connsiteX139" fmla="*/ 5296127 w 11269336"/>
              <a:gd name="connsiteY139" fmla="*/ 2023208 h 2323145"/>
              <a:gd name="connsiteX140" fmla="*/ 5174645 w 11269336"/>
              <a:gd name="connsiteY140" fmla="*/ 2088358 h 2323145"/>
              <a:gd name="connsiteX141" fmla="*/ 5092476 w 11269336"/>
              <a:gd name="connsiteY141" fmla="*/ 2100737 h 2323145"/>
              <a:gd name="connsiteX142" fmla="*/ 5060738 w 11269336"/>
              <a:gd name="connsiteY142" fmla="*/ 2083274 h 2323145"/>
              <a:gd name="connsiteX143" fmla="*/ 4860988 w 11269336"/>
              <a:gd name="connsiteY143" fmla="*/ 2135698 h 2323145"/>
              <a:gd name="connsiteX144" fmla="*/ 4807902 w 11269336"/>
              <a:gd name="connsiteY144" fmla="*/ 2138894 h 2323145"/>
              <a:gd name="connsiteX145" fmla="*/ 4765388 w 11269336"/>
              <a:gd name="connsiteY145" fmla="*/ 2162525 h 2323145"/>
              <a:gd name="connsiteX146" fmla="*/ 4745033 w 11269336"/>
              <a:gd name="connsiteY146" fmla="*/ 2158859 h 2323145"/>
              <a:gd name="connsiteX147" fmla="*/ 4741475 w 11269336"/>
              <a:gd name="connsiteY147" fmla="*/ 2157998 h 2323145"/>
              <a:gd name="connsiteX148" fmla="*/ 4728247 w 11269336"/>
              <a:gd name="connsiteY148" fmla="*/ 2159526 h 2323145"/>
              <a:gd name="connsiteX149" fmla="*/ 4723263 w 11269336"/>
              <a:gd name="connsiteY149" fmla="*/ 2153742 h 2323145"/>
              <a:gd name="connsiteX150" fmla="*/ 4702453 w 11269336"/>
              <a:gd name="connsiteY150" fmla="*/ 2151586 h 2323145"/>
              <a:gd name="connsiteX151" fmla="*/ 4678455 w 11269336"/>
              <a:gd name="connsiteY151" fmla="*/ 2156131 h 2323145"/>
              <a:gd name="connsiteX152" fmla="*/ 4593061 w 11269336"/>
              <a:gd name="connsiteY152" fmla="*/ 2171597 h 2323145"/>
              <a:gd name="connsiteX153" fmla="*/ 4579902 w 11269336"/>
              <a:gd name="connsiteY153" fmla="*/ 2177927 h 2323145"/>
              <a:gd name="connsiteX154" fmla="*/ 4533444 w 11269336"/>
              <a:gd name="connsiteY154" fmla="*/ 2181200 h 2323145"/>
              <a:gd name="connsiteX155" fmla="*/ 4492832 w 11269336"/>
              <a:gd name="connsiteY155" fmla="*/ 2188033 h 2323145"/>
              <a:gd name="connsiteX156" fmla="*/ 4467257 w 11269336"/>
              <a:gd name="connsiteY156" fmla="*/ 2196121 h 2323145"/>
              <a:gd name="connsiteX157" fmla="*/ 4459937 w 11269336"/>
              <a:gd name="connsiteY157" fmla="*/ 2195182 h 2323145"/>
              <a:gd name="connsiteX158" fmla="*/ 4433312 w 11269336"/>
              <a:gd name="connsiteY158" fmla="*/ 2199004 h 2323145"/>
              <a:gd name="connsiteX159" fmla="*/ 4420601 w 11269336"/>
              <a:gd name="connsiteY159" fmla="*/ 2205158 h 2323145"/>
              <a:gd name="connsiteX160" fmla="*/ 4405765 w 11269336"/>
              <a:gd name="connsiteY160" fmla="*/ 2199902 h 2323145"/>
              <a:gd name="connsiteX161" fmla="*/ 4401354 w 11269336"/>
              <a:gd name="connsiteY161" fmla="*/ 2194745 h 2323145"/>
              <a:gd name="connsiteX162" fmla="*/ 4383151 w 11269336"/>
              <a:gd name="connsiteY162" fmla="*/ 2201140 h 2323145"/>
              <a:gd name="connsiteX163" fmla="*/ 4366646 w 11269336"/>
              <a:gd name="connsiteY163" fmla="*/ 2198564 h 2323145"/>
              <a:gd name="connsiteX164" fmla="*/ 4354009 w 11269336"/>
              <a:gd name="connsiteY164" fmla="*/ 2204984 h 2323145"/>
              <a:gd name="connsiteX165" fmla="*/ 4348284 w 11269336"/>
              <a:gd name="connsiteY165" fmla="*/ 2205270 h 2323145"/>
              <a:gd name="connsiteX166" fmla="*/ 4333906 w 11269336"/>
              <a:gd name="connsiteY166" fmla="*/ 2205251 h 2323145"/>
              <a:gd name="connsiteX167" fmla="*/ 4308819 w 11269336"/>
              <a:gd name="connsiteY167" fmla="*/ 2203822 h 2323145"/>
              <a:gd name="connsiteX168" fmla="*/ 4301210 w 11269336"/>
              <a:gd name="connsiteY168" fmla="*/ 2204456 h 2323145"/>
              <a:gd name="connsiteX169" fmla="*/ 4283095 w 11269336"/>
              <a:gd name="connsiteY169" fmla="*/ 2198177 h 2323145"/>
              <a:gd name="connsiteX170" fmla="*/ 4250119 w 11269336"/>
              <a:gd name="connsiteY170" fmla="*/ 2196342 h 2323145"/>
              <a:gd name="connsiteX171" fmla="*/ 4189203 w 11269336"/>
              <a:gd name="connsiteY171" fmla="*/ 2178994 h 2323145"/>
              <a:gd name="connsiteX172" fmla="*/ 4154035 w 11269336"/>
              <a:gd name="connsiteY172" fmla="*/ 2171950 h 2323145"/>
              <a:gd name="connsiteX173" fmla="*/ 4129569 w 11269336"/>
              <a:gd name="connsiteY173" fmla="*/ 2163850 h 2323145"/>
              <a:gd name="connsiteX174" fmla="*/ 4061250 w 11269336"/>
              <a:gd name="connsiteY174" fmla="*/ 2159236 h 2323145"/>
              <a:gd name="connsiteX175" fmla="*/ 3945480 w 11269336"/>
              <a:gd name="connsiteY175" fmla="*/ 2158279 h 2323145"/>
              <a:gd name="connsiteX176" fmla="*/ 3921468 w 11269336"/>
              <a:gd name="connsiteY176" fmla="*/ 2156588 h 2323145"/>
              <a:gd name="connsiteX177" fmla="*/ 3903348 w 11269336"/>
              <a:gd name="connsiteY177" fmla="*/ 2149220 h 2323145"/>
              <a:gd name="connsiteX178" fmla="*/ 3901342 w 11269336"/>
              <a:gd name="connsiteY178" fmla="*/ 2142355 h 2323145"/>
              <a:gd name="connsiteX179" fmla="*/ 3888539 w 11269336"/>
              <a:gd name="connsiteY179" fmla="*/ 2140476 h 2323145"/>
              <a:gd name="connsiteX180" fmla="*/ 3885662 w 11269336"/>
              <a:gd name="connsiteY180" fmla="*/ 2138740 h 2323145"/>
              <a:gd name="connsiteX181" fmla="*/ 3868627 w 11269336"/>
              <a:gd name="connsiteY181" fmla="*/ 2130023 h 2323145"/>
              <a:gd name="connsiteX182" fmla="*/ 3819177 w 11269336"/>
              <a:gd name="connsiteY182" fmla="*/ 2142111 h 2323145"/>
              <a:gd name="connsiteX183" fmla="*/ 3769100 w 11269336"/>
              <a:gd name="connsiteY183" fmla="*/ 2131731 h 2323145"/>
              <a:gd name="connsiteX184" fmla="*/ 3562752 w 11269336"/>
              <a:gd name="connsiteY184" fmla="*/ 2131785 h 2323145"/>
              <a:gd name="connsiteX185" fmla="*/ 3541402 w 11269336"/>
              <a:gd name="connsiteY185" fmla="*/ 2106821 h 2323145"/>
              <a:gd name="connsiteX186" fmla="*/ 3460591 w 11269336"/>
              <a:gd name="connsiteY186" fmla="*/ 2097951 h 2323145"/>
              <a:gd name="connsiteX187" fmla="*/ 3320348 w 11269336"/>
              <a:gd name="connsiteY187" fmla="*/ 2130191 h 2323145"/>
              <a:gd name="connsiteX188" fmla="*/ 3170922 w 11269336"/>
              <a:gd name="connsiteY188" fmla="*/ 2115957 h 2323145"/>
              <a:gd name="connsiteX189" fmla="*/ 3156256 w 11269336"/>
              <a:gd name="connsiteY189" fmla="*/ 2124773 h 2323145"/>
              <a:gd name="connsiteX190" fmla="*/ 3140298 w 11269336"/>
              <a:gd name="connsiteY190" fmla="*/ 2129182 h 2323145"/>
              <a:gd name="connsiteX191" fmla="*/ 3138514 w 11269336"/>
              <a:gd name="connsiteY191" fmla="*/ 2128069 h 2323145"/>
              <a:gd name="connsiteX192" fmla="*/ 3120467 w 11269336"/>
              <a:gd name="connsiteY192" fmla="*/ 2128281 h 2323145"/>
              <a:gd name="connsiteX193" fmla="*/ 3116175 w 11269336"/>
              <a:gd name="connsiteY193" fmla="*/ 2131633 h 2323145"/>
              <a:gd name="connsiteX194" fmla="*/ 3103685 w 11269336"/>
              <a:gd name="connsiteY194" fmla="*/ 2132814 h 2323145"/>
              <a:gd name="connsiteX195" fmla="*/ 3078794 w 11269336"/>
              <a:gd name="connsiteY195" fmla="*/ 2137935 h 2323145"/>
              <a:gd name="connsiteX196" fmla="*/ 3074407 w 11269336"/>
              <a:gd name="connsiteY196" fmla="*/ 2136274 h 2323145"/>
              <a:gd name="connsiteX197" fmla="*/ 3037285 w 11269336"/>
              <a:gd name="connsiteY197" fmla="*/ 2139919 h 2323145"/>
              <a:gd name="connsiteX198" fmla="*/ 3036901 w 11269336"/>
              <a:gd name="connsiteY198" fmla="*/ 2138726 h 2323145"/>
              <a:gd name="connsiteX199" fmla="*/ 3026996 w 11269336"/>
              <a:gd name="connsiteY199" fmla="*/ 2134322 h 2323145"/>
              <a:gd name="connsiteX200" fmla="*/ 3007772 w 11269336"/>
              <a:gd name="connsiteY200" fmla="*/ 2128742 h 2323145"/>
              <a:gd name="connsiteX201" fmla="*/ 2965030 w 11269336"/>
              <a:gd name="connsiteY201" fmla="*/ 2100494 h 2323145"/>
              <a:gd name="connsiteX202" fmla="*/ 2926342 w 11269336"/>
              <a:gd name="connsiteY202" fmla="*/ 2104155 h 2323145"/>
              <a:gd name="connsiteX203" fmla="*/ 2918608 w 11269336"/>
              <a:gd name="connsiteY203" fmla="*/ 2104215 h 2323145"/>
              <a:gd name="connsiteX204" fmla="*/ 2918475 w 11269336"/>
              <a:gd name="connsiteY204" fmla="*/ 2103937 h 2323145"/>
              <a:gd name="connsiteX205" fmla="*/ 2910360 w 11269336"/>
              <a:gd name="connsiteY205" fmla="*/ 2103444 h 2323145"/>
              <a:gd name="connsiteX206" fmla="*/ 2904507 w 11269336"/>
              <a:gd name="connsiteY206" fmla="*/ 2104326 h 2323145"/>
              <a:gd name="connsiteX207" fmla="*/ 2889503 w 11269336"/>
              <a:gd name="connsiteY207" fmla="*/ 2104443 h 2323145"/>
              <a:gd name="connsiteX208" fmla="*/ 2884480 w 11269336"/>
              <a:gd name="connsiteY208" fmla="*/ 2102626 h 2323145"/>
              <a:gd name="connsiteX209" fmla="*/ 2882689 w 11269336"/>
              <a:gd name="connsiteY209" fmla="*/ 2099228 h 2323145"/>
              <a:gd name="connsiteX210" fmla="*/ 2881291 w 11269336"/>
              <a:gd name="connsiteY210" fmla="*/ 2099618 h 2323145"/>
              <a:gd name="connsiteX211" fmla="*/ 2853979 w 11269336"/>
              <a:gd name="connsiteY211" fmla="*/ 2090388 h 2323145"/>
              <a:gd name="connsiteX212" fmla="*/ 2791790 w 11269336"/>
              <a:gd name="connsiteY212" fmla="*/ 2080332 h 2323145"/>
              <a:gd name="connsiteX213" fmla="*/ 2755844 w 11269336"/>
              <a:gd name="connsiteY213" fmla="*/ 2078874 h 2323145"/>
              <a:gd name="connsiteX214" fmla="*/ 2657742 w 11269336"/>
              <a:gd name="connsiteY214" fmla="*/ 2070179 h 2323145"/>
              <a:gd name="connsiteX215" fmla="*/ 2559549 w 11269336"/>
              <a:gd name="connsiteY215" fmla="*/ 2057873 h 2323145"/>
              <a:gd name="connsiteX216" fmla="*/ 2512054 w 11269336"/>
              <a:gd name="connsiteY216" fmla="*/ 2031671 h 2323145"/>
              <a:gd name="connsiteX217" fmla="*/ 2506437 w 11269336"/>
              <a:gd name="connsiteY217" fmla="*/ 2030918 h 2323145"/>
              <a:gd name="connsiteX218" fmla="*/ 2491752 w 11269336"/>
              <a:gd name="connsiteY218" fmla="*/ 2033906 h 2323145"/>
              <a:gd name="connsiteX219" fmla="*/ 2486338 w 11269336"/>
              <a:gd name="connsiteY219" fmla="*/ 2035862 h 2323145"/>
              <a:gd name="connsiteX220" fmla="*/ 2478186 w 11269336"/>
              <a:gd name="connsiteY220" fmla="*/ 2036953 h 2323145"/>
              <a:gd name="connsiteX221" fmla="*/ 2477950 w 11269336"/>
              <a:gd name="connsiteY221" fmla="*/ 2036715 h 2323145"/>
              <a:gd name="connsiteX222" fmla="*/ 2470381 w 11269336"/>
              <a:gd name="connsiteY222" fmla="*/ 2038256 h 2323145"/>
              <a:gd name="connsiteX223" fmla="*/ 2433781 w 11269336"/>
              <a:gd name="connsiteY223" fmla="*/ 2049140 h 2323145"/>
              <a:gd name="connsiteX224" fmla="*/ 2381172 w 11269336"/>
              <a:gd name="connsiteY224" fmla="*/ 2030645 h 2323145"/>
              <a:gd name="connsiteX225" fmla="*/ 2360198 w 11269336"/>
              <a:gd name="connsiteY225" fmla="*/ 2029059 h 2323145"/>
              <a:gd name="connsiteX226" fmla="*/ 2348815 w 11269336"/>
              <a:gd name="connsiteY226" fmla="*/ 2026798 h 2323145"/>
              <a:gd name="connsiteX227" fmla="*/ 2347988 w 11269336"/>
              <a:gd name="connsiteY227" fmla="*/ 2025745 h 2323145"/>
              <a:gd name="connsiteX228" fmla="*/ 2312920 w 11269336"/>
              <a:gd name="connsiteY228" fmla="*/ 2036311 h 2323145"/>
              <a:gd name="connsiteX229" fmla="*/ 2307986 w 11269336"/>
              <a:gd name="connsiteY229" fmla="*/ 2035583 h 2323145"/>
              <a:gd name="connsiteX230" fmla="*/ 2285481 w 11269336"/>
              <a:gd name="connsiteY230" fmla="*/ 2045197 h 2323145"/>
              <a:gd name="connsiteX231" fmla="*/ 2273666 w 11269336"/>
              <a:gd name="connsiteY231" fmla="*/ 2048710 h 2323145"/>
              <a:gd name="connsiteX232" fmla="*/ 2270719 w 11269336"/>
              <a:gd name="connsiteY232" fmla="*/ 2052702 h 2323145"/>
              <a:gd name="connsiteX233" fmla="*/ 2253080 w 11269336"/>
              <a:gd name="connsiteY233" fmla="*/ 2056363 h 2323145"/>
              <a:gd name="connsiteX234" fmla="*/ 2250906 w 11269336"/>
              <a:gd name="connsiteY234" fmla="*/ 2055654 h 2323145"/>
              <a:gd name="connsiteX235" fmla="*/ 2236905 w 11269336"/>
              <a:gd name="connsiteY235" fmla="*/ 2062882 h 2323145"/>
              <a:gd name="connsiteX236" fmla="*/ 2225830 w 11269336"/>
              <a:gd name="connsiteY236" fmla="*/ 2074027 h 2323145"/>
              <a:gd name="connsiteX237" fmla="*/ 2073776 w 11269336"/>
              <a:gd name="connsiteY237" fmla="*/ 2089244 h 2323145"/>
              <a:gd name="connsiteX238" fmla="*/ 1948256 w 11269336"/>
              <a:gd name="connsiteY238" fmla="*/ 2146616 h 2323145"/>
              <a:gd name="connsiteX239" fmla="*/ 1865582 w 11269336"/>
              <a:gd name="connsiteY239" fmla="*/ 2153738 h 2323145"/>
              <a:gd name="connsiteX240" fmla="*/ 1835210 w 11269336"/>
              <a:gd name="connsiteY240" fmla="*/ 2134244 h 2323145"/>
              <a:gd name="connsiteX241" fmla="*/ 1632661 w 11269336"/>
              <a:gd name="connsiteY241" fmla="*/ 2173882 h 2323145"/>
              <a:gd name="connsiteX242" fmla="*/ 1579590 w 11269336"/>
              <a:gd name="connsiteY242" fmla="*/ 2173680 h 2323145"/>
              <a:gd name="connsiteX243" fmla="*/ 1535601 w 11269336"/>
              <a:gd name="connsiteY243" fmla="*/ 2194590 h 2323145"/>
              <a:gd name="connsiteX244" fmla="*/ 1515594 w 11269336"/>
              <a:gd name="connsiteY244" fmla="*/ 2189622 h 2323145"/>
              <a:gd name="connsiteX245" fmla="*/ 1512113 w 11269336"/>
              <a:gd name="connsiteY245" fmla="*/ 2188534 h 2323145"/>
              <a:gd name="connsiteX246" fmla="*/ 1498838 w 11269336"/>
              <a:gd name="connsiteY246" fmla="*/ 2189213 h 2323145"/>
              <a:gd name="connsiteX247" fmla="*/ 1494279 w 11269336"/>
              <a:gd name="connsiteY247" fmla="*/ 2183112 h 2323145"/>
              <a:gd name="connsiteX248" fmla="*/ 1473714 w 11269336"/>
              <a:gd name="connsiteY248" fmla="*/ 2179625 h 2323145"/>
              <a:gd name="connsiteX249" fmla="*/ 1449503 w 11269336"/>
              <a:gd name="connsiteY249" fmla="*/ 2182633 h 2323145"/>
              <a:gd name="connsiteX250" fmla="*/ 1335495 w 11269336"/>
              <a:gd name="connsiteY250" fmla="*/ 2203940 h 2323145"/>
              <a:gd name="connsiteX251" fmla="*/ 1266687 w 11269336"/>
              <a:gd name="connsiteY251" fmla="*/ 2212688 h 2323145"/>
              <a:gd name="connsiteX252" fmla="*/ 1239614 w 11269336"/>
              <a:gd name="connsiteY252" fmla="*/ 2209727 h 2323145"/>
              <a:gd name="connsiteX253" fmla="*/ 1202436 w 11269336"/>
              <a:gd name="connsiteY253" fmla="*/ 2209817 h 2323145"/>
              <a:gd name="connsiteX254" fmla="*/ 1136097 w 11269336"/>
              <a:gd name="connsiteY254" fmla="*/ 2205112 h 2323145"/>
              <a:gd name="connsiteX255" fmla="*/ 1048229 w 11269336"/>
              <a:gd name="connsiteY255" fmla="*/ 2207249 h 2323145"/>
              <a:gd name="connsiteX256" fmla="*/ 988232 w 11269336"/>
              <a:gd name="connsiteY256" fmla="*/ 2235635 h 2323145"/>
              <a:gd name="connsiteX257" fmla="*/ 981959 w 11269336"/>
              <a:gd name="connsiteY257" fmla="*/ 2231607 h 2323145"/>
              <a:gd name="connsiteX258" fmla="*/ 938600 w 11269336"/>
              <a:gd name="connsiteY258" fmla="*/ 2238113 h 2323145"/>
              <a:gd name="connsiteX259" fmla="*/ 791788 w 11269336"/>
              <a:gd name="connsiteY259" fmla="*/ 2293224 h 2323145"/>
              <a:gd name="connsiteX260" fmla="*/ 706914 w 11269336"/>
              <a:gd name="connsiteY260" fmla="*/ 2305046 h 2323145"/>
              <a:gd name="connsiteX261" fmla="*/ 675971 w 11269336"/>
              <a:gd name="connsiteY261" fmla="*/ 2304030 h 2323145"/>
              <a:gd name="connsiteX262" fmla="*/ 624180 w 11269336"/>
              <a:gd name="connsiteY262" fmla="*/ 2302650 h 2323145"/>
              <a:gd name="connsiteX263" fmla="*/ 583453 w 11269336"/>
              <a:gd name="connsiteY263" fmla="*/ 2288788 h 2323145"/>
              <a:gd name="connsiteX264" fmla="*/ 540946 w 11269336"/>
              <a:gd name="connsiteY264" fmla="*/ 2292721 h 2323145"/>
              <a:gd name="connsiteX265" fmla="*/ 533680 w 11269336"/>
              <a:gd name="connsiteY265" fmla="*/ 2310233 h 2323145"/>
              <a:gd name="connsiteX266" fmla="*/ 487366 w 11269336"/>
              <a:gd name="connsiteY266" fmla="*/ 2309053 h 2323145"/>
              <a:gd name="connsiteX267" fmla="*/ 416820 w 11269336"/>
              <a:gd name="connsiteY267" fmla="*/ 2305443 h 2323145"/>
              <a:gd name="connsiteX268" fmla="*/ 376805 w 11269336"/>
              <a:gd name="connsiteY268" fmla="*/ 2307647 h 2323145"/>
              <a:gd name="connsiteX269" fmla="*/ 266777 w 11269336"/>
              <a:gd name="connsiteY269" fmla="*/ 2309012 h 2323145"/>
              <a:gd name="connsiteX270" fmla="*/ 156013 w 11269336"/>
              <a:gd name="connsiteY270" fmla="*/ 2306832 h 2323145"/>
              <a:gd name="connsiteX271" fmla="*/ 87258 w 11269336"/>
              <a:gd name="connsiteY271" fmla="*/ 2285511 h 2323145"/>
              <a:gd name="connsiteX272" fmla="*/ 23798 w 11269336"/>
              <a:gd name="connsiteY272" fmla="*/ 2281822 h 2323145"/>
              <a:gd name="connsiteX273" fmla="*/ 0 w 11269336"/>
              <a:gd name="connsiteY273" fmla="*/ 2285369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742561 w 11269336"/>
              <a:gd name="connsiteY18" fmla="*/ 500437 h 2323145"/>
              <a:gd name="connsiteX19" fmla="*/ 9561831 w 11269336"/>
              <a:gd name="connsiteY19" fmla="*/ 547649 h 2323145"/>
              <a:gd name="connsiteX20" fmla="*/ 9380600 w 11269336"/>
              <a:gd name="connsiteY20" fmla="*/ 549821 h 2323145"/>
              <a:gd name="connsiteX21" fmla="*/ 9139429 w 11269336"/>
              <a:gd name="connsiteY21" fmla="*/ 696446 h 2323145"/>
              <a:gd name="connsiteX22" fmla="*/ 9114263 w 11269336"/>
              <a:gd name="connsiteY22" fmla="*/ 709213 h 2323145"/>
              <a:gd name="connsiteX23" fmla="*/ 9028928 w 11269336"/>
              <a:gd name="connsiteY23" fmla="*/ 745350 h 2323145"/>
              <a:gd name="connsiteX24" fmla="*/ 8977138 w 11269336"/>
              <a:gd name="connsiteY24" fmla="*/ 774970 h 2323145"/>
              <a:gd name="connsiteX25" fmla="*/ 8947030 w 11269336"/>
              <a:gd name="connsiteY25" fmla="*/ 814934 h 2323145"/>
              <a:gd name="connsiteX26" fmla="*/ 8914746 w 11269336"/>
              <a:gd name="connsiteY26" fmla="*/ 826428 h 2323145"/>
              <a:gd name="connsiteX27" fmla="*/ 8917778 w 11269336"/>
              <a:gd name="connsiteY27" fmla="*/ 835198 h 2323145"/>
              <a:gd name="connsiteX28" fmla="*/ 8905560 w 11269336"/>
              <a:gd name="connsiteY28" fmla="*/ 838358 h 2323145"/>
              <a:gd name="connsiteX29" fmla="*/ 8897564 w 11269336"/>
              <a:gd name="connsiteY29" fmla="*/ 834287 h 2323145"/>
              <a:gd name="connsiteX30" fmla="*/ 8878040 w 11269336"/>
              <a:gd name="connsiteY30" fmla="*/ 844150 h 2323145"/>
              <a:gd name="connsiteX31" fmla="*/ 8882654 w 11269336"/>
              <a:gd name="connsiteY31" fmla="*/ 892768 h 2323145"/>
              <a:gd name="connsiteX32" fmla="*/ 8837498 w 11269336"/>
              <a:gd name="connsiteY32" fmla="*/ 885664 h 2323145"/>
              <a:gd name="connsiteX33" fmla="*/ 8795998 w 11269336"/>
              <a:gd name="connsiteY33" fmla="*/ 863337 h 2323145"/>
              <a:gd name="connsiteX34" fmla="*/ 8776970 w 11269336"/>
              <a:gd name="connsiteY34" fmla="*/ 885177 h 2323145"/>
              <a:gd name="connsiteX35" fmla="*/ 8755719 w 11269336"/>
              <a:gd name="connsiteY35" fmla="*/ 889754 h 2323145"/>
              <a:gd name="connsiteX36" fmla="*/ 8743257 w 11269336"/>
              <a:gd name="connsiteY36" fmla="*/ 904723 h 2323145"/>
              <a:gd name="connsiteX37" fmla="*/ 8721366 w 11269336"/>
              <a:gd name="connsiteY37" fmla="*/ 904711 h 2323145"/>
              <a:gd name="connsiteX38" fmla="*/ 8678353 w 11269336"/>
              <a:gd name="connsiteY38" fmla="*/ 926318 h 2323145"/>
              <a:gd name="connsiteX39" fmla="*/ 8636849 w 11269336"/>
              <a:gd name="connsiteY39" fmla="*/ 937900 h 2323145"/>
              <a:gd name="connsiteX40" fmla="*/ 8620213 w 11269336"/>
              <a:gd name="connsiteY40" fmla="*/ 943068 h 2323145"/>
              <a:gd name="connsiteX41" fmla="*/ 8612581 w 11269336"/>
              <a:gd name="connsiteY41" fmla="*/ 952695 h 2323145"/>
              <a:gd name="connsiteX42" fmla="*/ 8589038 w 11269336"/>
              <a:gd name="connsiteY42" fmla="*/ 963892 h 2323145"/>
              <a:gd name="connsiteX43" fmla="*/ 8579950 w 11269336"/>
              <a:gd name="connsiteY43" fmla="*/ 960899 h 2323145"/>
              <a:gd name="connsiteX44" fmla="*/ 8579319 w 11269336"/>
              <a:gd name="connsiteY44" fmla="*/ 965630 h 2323145"/>
              <a:gd name="connsiteX45" fmla="*/ 8547429 w 11269336"/>
              <a:gd name="connsiteY45" fmla="*/ 984506 h 2323145"/>
              <a:gd name="connsiteX46" fmla="*/ 8478704 w 11269336"/>
              <a:gd name="connsiteY46" fmla="*/ 1025490 h 2323145"/>
              <a:gd name="connsiteX47" fmla="*/ 8461421 w 11269336"/>
              <a:gd name="connsiteY47" fmla="*/ 1035512 h 2323145"/>
              <a:gd name="connsiteX48" fmla="*/ 8445003 w 11269336"/>
              <a:gd name="connsiteY48" fmla="*/ 1036851 h 2323145"/>
              <a:gd name="connsiteX49" fmla="*/ 8357350 w 11269336"/>
              <a:gd name="connsiteY49" fmla="*/ 1060213 h 2323145"/>
              <a:gd name="connsiteX50" fmla="*/ 8335565 w 11269336"/>
              <a:gd name="connsiteY50" fmla="*/ 1061151 h 2323145"/>
              <a:gd name="connsiteX51" fmla="*/ 8325267 w 11269336"/>
              <a:gd name="connsiteY51" fmla="*/ 1055919 h 2323145"/>
              <a:gd name="connsiteX52" fmla="*/ 8293586 w 11269336"/>
              <a:gd name="connsiteY52" fmla="*/ 1076144 h 2323145"/>
              <a:gd name="connsiteX53" fmla="*/ 8242405 w 11269336"/>
              <a:gd name="connsiteY53" fmla="*/ 1095960 h 2323145"/>
              <a:gd name="connsiteX54" fmla="*/ 8218531 w 11269336"/>
              <a:gd name="connsiteY54" fmla="*/ 1107622 h 2323145"/>
              <a:gd name="connsiteX55" fmla="*/ 8197391 w 11269336"/>
              <a:gd name="connsiteY55" fmla="*/ 1107746 h 2323145"/>
              <a:gd name="connsiteX56" fmla="*/ 8081474 w 11269336"/>
              <a:gd name="connsiteY56" fmla="*/ 1130125 h 2323145"/>
              <a:gd name="connsiteX57" fmla="*/ 8053585 w 11269336"/>
              <a:gd name="connsiteY57" fmla="*/ 1129169 h 2323145"/>
              <a:gd name="connsiteX58" fmla="*/ 8038422 w 11269336"/>
              <a:gd name="connsiteY58" fmla="*/ 1119092 h 2323145"/>
              <a:gd name="connsiteX59" fmla="*/ 8029450 w 11269336"/>
              <a:gd name="connsiteY59" fmla="*/ 1125592 h 2323145"/>
              <a:gd name="connsiteX60" fmla="*/ 7959552 w 11269336"/>
              <a:gd name="connsiteY60" fmla="*/ 1140188 h 2323145"/>
              <a:gd name="connsiteX61" fmla="*/ 7914188 w 11269336"/>
              <a:gd name="connsiteY61" fmla="*/ 1150862 h 2323145"/>
              <a:gd name="connsiteX62" fmla="*/ 7914918 w 11269336"/>
              <a:gd name="connsiteY62" fmla="*/ 1168758 h 2323145"/>
              <a:gd name="connsiteX63" fmla="*/ 7875510 w 11269336"/>
              <a:gd name="connsiteY63" fmla="*/ 1183153 h 2323145"/>
              <a:gd name="connsiteX64" fmla="*/ 7829932 w 11269336"/>
              <a:gd name="connsiteY64" fmla="*/ 1180782 h 2323145"/>
              <a:gd name="connsiteX65" fmla="*/ 7779182 w 11269336"/>
              <a:gd name="connsiteY65" fmla="*/ 1192665 h 2323145"/>
              <a:gd name="connsiteX66" fmla="*/ 7748774 w 11269336"/>
              <a:gd name="connsiteY66" fmla="*/ 1199586 h 2323145"/>
              <a:gd name="connsiteX67" fmla="*/ 7671846 w 11269336"/>
              <a:gd name="connsiteY67" fmla="*/ 1231966 h 2323145"/>
              <a:gd name="connsiteX68" fmla="*/ 7554146 w 11269336"/>
              <a:gd name="connsiteY68" fmla="*/ 1319748 h 2323145"/>
              <a:gd name="connsiteX69" fmla="*/ 7515052 w 11269336"/>
              <a:gd name="connsiteY69" fmla="*/ 1336718 h 2323145"/>
              <a:gd name="connsiteX70" fmla="*/ 7507193 w 11269336"/>
              <a:gd name="connsiteY70" fmla="*/ 1334617 h 2323145"/>
              <a:gd name="connsiteX71" fmla="*/ 7461694 w 11269336"/>
              <a:gd name="connsiteY71" fmla="*/ 1375866 h 2323145"/>
              <a:gd name="connsiteX72" fmla="*/ 7377571 w 11269336"/>
              <a:gd name="connsiteY72" fmla="*/ 1400128 h 2323145"/>
              <a:gd name="connsiteX73" fmla="*/ 7311261 w 11269336"/>
              <a:gd name="connsiteY73" fmla="*/ 1412652 h 2323145"/>
              <a:gd name="connsiteX74" fmla="*/ 7275307 w 11269336"/>
              <a:gd name="connsiteY74" fmla="*/ 1422171 h 2323145"/>
              <a:gd name="connsiteX75" fmla="*/ 7247783 w 11269336"/>
              <a:gd name="connsiteY75" fmla="*/ 1426330 h 2323145"/>
              <a:gd name="connsiteX76" fmla="*/ 7185047 w 11269336"/>
              <a:gd name="connsiteY76" fmla="*/ 1451812 h 2323145"/>
              <a:gd name="connsiteX77" fmla="*/ 7084117 w 11269336"/>
              <a:gd name="connsiteY77" fmla="*/ 1500281 h 2323145"/>
              <a:gd name="connsiteX78" fmla="*/ 7062011 w 11269336"/>
              <a:gd name="connsiteY78" fmla="*/ 1509183 h 2323145"/>
              <a:gd name="connsiteX79" fmla="*/ 7040555 w 11269336"/>
              <a:gd name="connsiteY79" fmla="*/ 1511207 h 2323145"/>
              <a:gd name="connsiteX80" fmla="*/ 7033438 w 11269336"/>
              <a:gd name="connsiteY80" fmla="*/ 1506772 h 2323145"/>
              <a:gd name="connsiteX81" fmla="*/ 7020886 w 11269336"/>
              <a:gd name="connsiteY81" fmla="*/ 1510764 h 2323145"/>
              <a:gd name="connsiteX82" fmla="*/ 7017033 w 11269336"/>
              <a:gd name="connsiteY82" fmla="*/ 1510650 h 2323145"/>
              <a:gd name="connsiteX83" fmla="*/ 6995460 w 11269336"/>
              <a:gd name="connsiteY83" fmla="*/ 1511173 h 2323145"/>
              <a:gd name="connsiteX84" fmla="*/ 6962144 w 11269336"/>
              <a:gd name="connsiteY84" fmla="*/ 1541508 h 2323145"/>
              <a:gd name="connsiteX85" fmla="*/ 6910674 w 11269336"/>
              <a:gd name="connsiteY85" fmla="*/ 1554793 h 2323145"/>
              <a:gd name="connsiteX86" fmla="*/ 6732152 w 11269336"/>
              <a:gd name="connsiteY86" fmla="*/ 1642538 h 2323145"/>
              <a:gd name="connsiteX87" fmla="*/ 6694106 w 11269336"/>
              <a:gd name="connsiteY87" fmla="*/ 1632377 h 2323145"/>
              <a:gd name="connsiteX88" fmla="*/ 6617223 w 11269336"/>
              <a:gd name="connsiteY88" fmla="*/ 1659889 h 2323145"/>
              <a:gd name="connsiteX89" fmla="*/ 6521138 w 11269336"/>
              <a:gd name="connsiteY89" fmla="*/ 1744340 h 2323145"/>
              <a:gd name="connsiteX90" fmla="*/ 6380677 w 11269336"/>
              <a:gd name="connsiteY90" fmla="*/ 1796883 h 2323145"/>
              <a:gd name="connsiteX91" fmla="*/ 6374897 w 11269336"/>
              <a:gd name="connsiteY91" fmla="*/ 1809910 h 2323145"/>
              <a:gd name="connsiteX92" fmla="*/ 6364545 w 11269336"/>
              <a:gd name="connsiteY92" fmla="*/ 1820090 h 2323145"/>
              <a:gd name="connsiteX93" fmla="*/ 6362126 w 11269336"/>
              <a:gd name="connsiteY93" fmla="*/ 1819991 h 2323145"/>
              <a:gd name="connsiteX94" fmla="*/ 6346673 w 11269336"/>
              <a:gd name="connsiteY94" fmla="*/ 1827824 h 2323145"/>
              <a:gd name="connsiteX95" fmla="*/ 6345588 w 11269336"/>
              <a:gd name="connsiteY95" fmla="*/ 1832232 h 2323145"/>
              <a:gd name="connsiteX96" fmla="*/ 6335708 w 11269336"/>
              <a:gd name="connsiteY96" fmla="*/ 1838451 h 2323145"/>
              <a:gd name="connsiteX97" fmla="*/ 6318182 w 11269336"/>
              <a:gd name="connsiteY97" fmla="*/ 1852975 h 2323145"/>
              <a:gd name="connsiteX98" fmla="*/ 6313084 w 11269336"/>
              <a:gd name="connsiteY98" fmla="*/ 1853561 h 2323145"/>
              <a:gd name="connsiteX99" fmla="*/ 6283816 w 11269336"/>
              <a:gd name="connsiteY99" fmla="*/ 1872148 h 2323145"/>
              <a:gd name="connsiteX100" fmla="*/ 6282550 w 11269336"/>
              <a:gd name="connsiteY100" fmla="*/ 1871392 h 2323145"/>
              <a:gd name="connsiteX101" fmla="*/ 6270527 w 11269336"/>
              <a:gd name="connsiteY101" fmla="*/ 1872208 h 2323145"/>
              <a:gd name="connsiteX102" fmla="*/ 6249518 w 11269336"/>
              <a:gd name="connsiteY102" fmla="*/ 1876079 h 2323145"/>
              <a:gd name="connsiteX103" fmla="*/ 6190386 w 11269336"/>
              <a:gd name="connsiteY103" fmla="*/ 1872478 h 2323145"/>
              <a:gd name="connsiteX104" fmla="*/ 6159777 w 11269336"/>
              <a:gd name="connsiteY104" fmla="*/ 1891745 h 2323145"/>
              <a:gd name="connsiteX105" fmla="*/ 6153131 w 11269336"/>
              <a:gd name="connsiteY105" fmla="*/ 1895079 h 2323145"/>
              <a:gd name="connsiteX106" fmla="*/ 6152798 w 11269336"/>
              <a:gd name="connsiteY106" fmla="*/ 1894920 h 2323145"/>
              <a:gd name="connsiteX107" fmla="*/ 6145388 w 11269336"/>
              <a:gd name="connsiteY107" fmla="*/ 1897990 h 2323145"/>
              <a:gd name="connsiteX108" fmla="*/ 6141014 w 11269336"/>
              <a:gd name="connsiteY108" fmla="*/ 1901155 h 2323145"/>
              <a:gd name="connsiteX109" fmla="*/ 6128122 w 11269336"/>
              <a:gd name="connsiteY109" fmla="*/ 1907623 h 2323145"/>
              <a:gd name="connsiteX110" fmla="*/ 6122351 w 11269336"/>
              <a:gd name="connsiteY110" fmla="*/ 1908359 h 2323145"/>
              <a:gd name="connsiteX111" fmla="*/ 6064750 w 11269336"/>
              <a:gd name="connsiteY111" fmla="*/ 1896394 h 2323145"/>
              <a:gd name="connsiteX112" fmla="*/ 5964230 w 11269336"/>
              <a:gd name="connsiteY112" fmla="*/ 1910038 h 2323145"/>
              <a:gd name="connsiteX113" fmla="*/ 5865399 w 11269336"/>
              <a:gd name="connsiteY113" fmla="*/ 1926966 h 2323145"/>
              <a:gd name="connsiteX114" fmla="*/ 5829951 w 11269336"/>
              <a:gd name="connsiteY114" fmla="*/ 1934755 h 2323145"/>
              <a:gd name="connsiteX115" fmla="*/ 5765285 w 11269336"/>
              <a:gd name="connsiteY115" fmla="*/ 1941322 h 2323145"/>
              <a:gd name="connsiteX116" fmla="*/ 5734750 w 11269336"/>
              <a:gd name="connsiteY116" fmla="*/ 1939793 h 2323145"/>
              <a:gd name="connsiteX117" fmla="*/ 5733569 w 11269336"/>
              <a:gd name="connsiteY117" fmla="*/ 1940505 h 2323145"/>
              <a:gd name="connsiteX118" fmla="*/ 5730329 w 11269336"/>
              <a:gd name="connsiteY118" fmla="*/ 1937845 h 2323145"/>
              <a:gd name="connsiteX119" fmla="*/ 5724661 w 11269336"/>
              <a:gd name="connsiteY119" fmla="*/ 1937455 h 2323145"/>
              <a:gd name="connsiteX120" fmla="*/ 5710186 w 11269336"/>
              <a:gd name="connsiteY120" fmla="*/ 1941370 h 2323145"/>
              <a:gd name="connsiteX121" fmla="*/ 5704910 w 11269336"/>
              <a:gd name="connsiteY121" fmla="*/ 1943663 h 2323145"/>
              <a:gd name="connsiteX122" fmla="*/ 5696836 w 11269336"/>
              <a:gd name="connsiteY122" fmla="*/ 1945271 h 2323145"/>
              <a:gd name="connsiteX123" fmla="*/ 5696583 w 11269336"/>
              <a:gd name="connsiteY123" fmla="*/ 1945050 h 2323145"/>
              <a:gd name="connsiteX124" fmla="*/ 5689123 w 11269336"/>
              <a:gd name="connsiteY124" fmla="*/ 1947067 h 2323145"/>
              <a:gd name="connsiteX125" fmla="*/ 5653291 w 11269336"/>
              <a:gd name="connsiteY125" fmla="*/ 1960245 h 2323145"/>
              <a:gd name="connsiteX126" fmla="*/ 5599385 w 11269336"/>
              <a:gd name="connsiteY126" fmla="*/ 1945198 h 2323145"/>
              <a:gd name="connsiteX127" fmla="*/ 5578300 w 11269336"/>
              <a:gd name="connsiteY127" fmla="*/ 1944963 h 2323145"/>
              <a:gd name="connsiteX128" fmla="*/ 5566758 w 11269336"/>
              <a:gd name="connsiteY128" fmla="*/ 1943441 h 2323145"/>
              <a:gd name="connsiteX129" fmla="*/ 5565857 w 11269336"/>
              <a:gd name="connsiteY129" fmla="*/ 1942445 h 2323145"/>
              <a:gd name="connsiteX130" fmla="*/ 5531534 w 11269336"/>
              <a:gd name="connsiteY130" fmla="*/ 1955208 h 2323145"/>
              <a:gd name="connsiteX131" fmla="*/ 5526552 w 11269336"/>
              <a:gd name="connsiteY131" fmla="*/ 1954799 h 2323145"/>
              <a:gd name="connsiteX132" fmla="*/ 5504723 w 11269336"/>
              <a:gd name="connsiteY132" fmla="*/ 1965811 h 2323145"/>
              <a:gd name="connsiteX133" fmla="*/ 5493156 w 11269336"/>
              <a:gd name="connsiteY133" fmla="*/ 1970063 h 2323145"/>
              <a:gd name="connsiteX134" fmla="*/ 5490486 w 11269336"/>
              <a:gd name="connsiteY134" fmla="*/ 1974227 h 2323145"/>
              <a:gd name="connsiteX135" fmla="*/ 5473107 w 11269336"/>
              <a:gd name="connsiteY135" fmla="*/ 1979001 h 2323145"/>
              <a:gd name="connsiteX136" fmla="*/ 5470885 w 11269336"/>
              <a:gd name="connsiteY136" fmla="*/ 1978432 h 2323145"/>
              <a:gd name="connsiteX137" fmla="*/ 5457393 w 11269336"/>
              <a:gd name="connsiteY137" fmla="*/ 1986525 h 2323145"/>
              <a:gd name="connsiteX138" fmla="*/ 5447102 w 11269336"/>
              <a:gd name="connsiteY138" fmla="*/ 1998329 h 2323145"/>
              <a:gd name="connsiteX139" fmla="*/ 5296127 w 11269336"/>
              <a:gd name="connsiteY139" fmla="*/ 2023208 h 2323145"/>
              <a:gd name="connsiteX140" fmla="*/ 5092476 w 11269336"/>
              <a:gd name="connsiteY140" fmla="*/ 2100737 h 2323145"/>
              <a:gd name="connsiteX141" fmla="*/ 5060738 w 11269336"/>
              <a:gd name="connsiteY141" fmla="*/ 2083274 h 2323145"/>
              <a:gd name="connsiteX142" fmla="*/ 4860988 w 11269336"/>
              <a:gd name="connsiteY142" fmla="*/ 2135698 h 2323145"/>
              <a:gd name="connsiteX143" fmla="*/ 4807902 w 11269336"/>
              <a:gd name="connsiteY143" fmla="*/ 2138894 h 2323145"/>
              <a:gd name="connsiteX144" fmla="*/ 4765388 w 11269336"/>
              <a:gd name="connsiteY144" fmla="*/ 2162525 h 2323145"/>
              <a:gd name="connsiteX145" fmla="*/ 4745033 w 11269336"/>
              <a:gd name="connsiteY145" fmla="*/ 2158859 h 2323145"/>
              <a:gd name="connsiteX146" fmla="*/ 4741475 w 11269336"/>
              <a:gd name="connsiteY146" fmla="*/ 2157998 h 2323145"/>
              <a:gd name="connsiteX147" fmla="*/ 4728247 w 11269336"/>
              <a:gd name="connsiteY147" fmla="*/ 2159526 h 2323145"/>
              <a:gd name="connsiteX148" fmla="*/ 4723263 w 11269336"/>
              <a:gd name="connsiteY148" fmla="*/ 2153742 h 2323145"/>
              <a:gd name="connsiteX149" fmla="*/ 4702453 w 11269336"/>
              <a:gd name="connsiteY149" fmla="*/ 2151586 h 2323145"/>
              <a:gd name="connsiteX150" fmla="*/ 4678455 w 11269336"/>
              <a:gd name="connsiteY150" fmla="*/ 2156131 h 2323145"/>
              <a:gd name="connsiteX151" fmla="*/ 4593061 w 11269336"/>
              <a:gd name="connsiteY151" fmla="*/ 2171597 h 2323145"/>
              <a:gd name="connsiteX152" fmla="*/ 4579902 w 11269336"/>
              <a:gd name="connsiteY152" fmla="*/ 2177927 h 2323145"/>
              <a:gd name="connsiteX153" fmla="*/ 4533444 w 11269336"/>
              <a:gd name="connsiteY153" fmla="*/ 2181200 h 2323145"/>
              <a:gd name="connsiteX154" fmla="*/ 4492832 w 11269336"/>
              <a:gd name="connsiteY154" fmla="*/ 2188033 h 2323145"/>
              <a:gd name="connsiteX155" fmla="*/ 4467257 w 11269336"/>
              <a:gd name="connsiteY155" fmla="*/ 2196121 h 2323145"/>
              <a:gd name="connsiteX156" fmla="*/ 4459937 w 11269336"/>
              <a:gd name="connsiteY156" fmla="*/ 2195182 h 2323145"/>
              <a:gd name="connsiteX157" fmla="*/ 4433312 w 11269336"/>
              <a:gd name="connsiteY157" fmla="*/ 2199004 h 2323145"/>
              <a:gd name="connsiteX158" fmla="*/ 4420601 w 11269336"/>
              <a:gd name="connsiteY158" fmla="*/ 2205158 h 2323145"/>
              <a:gd name="connsiteX159" fmla="*/ 4405765 w 11269336"/>
              <a:gd name="connsiteY159" fmla="*/ 2199902 h 2323145"/>
              <a:gd name="connsiteX160" fmla="*/ 4401354 w 11269336"/>
              <a:gd name="connsiteY160" fmla="*/ 2194745 h 2323145"/>
              <a:gd name="connsiteX161" fmla="*/ 4383151 w 11269336"/>
              <a:gd name="connsiteY161" fmla="*/ 2201140 h 2323145"/>
              <a:gd name="connsiteX162" fmla="*/ 4366646 w 11269336"/>
              <a:gd name="connsiteY162" fmla="*/ 2198564 h 2323145"/>
              <a:gd name="connsiteX163" fmla="*/ 4354009 w 11269336"/>
              <a:gd name="connsiteY163" fmla="*/ 2204984 h 2323145"/>
              <a:gd name="connsiteX164" fmla="*/ 4348284 w 11269336"/>
              <a:gd name="connsiteY164" fmla="*/ 2205270 h 2323145"/>
              <a:gd name="connsiteX165" fmla="*/ 4333906 w 11269336"/>
              <a:gd name="connsiteY165" fmla="*/ 2205251 h 2323145"/>
              <a:gd name="connsiteX166" fmla="*/ 4308819 w 11269336"/>
              <a:gd name="connsiteY166" fmla="*/ 2203822 h 2323145"/>
              <a:gd name="connsiteX167" fmla="*/ 4301210 w 11269336"/>
              <a:gd name="connsiteY167" fmla="*/ 2204456 h 2323145"/>
              <a:gd name="connsiteX168" fmla="*/ 4283095 w 11269336"/>
              <a:gd name="connsiteY168" fmla="*/ 2198177 h 2323145"/>
              <a:gd name="connsiteX169" fmla="*/ 4250119 w 11269336"/>
              <a:gd name="connsiteY169" fmla="*/ 2196342 h 2323145"/>
              <a:gd name="connsiteX170" fmla="*/ 4189203 w 11269336"/>
              <a:gd name="connsiteY170" fmla="*/ 2178994 h 2323145"/>
              <a:gd name="connsiteX171" fmla="*/ 4154035 w 11269336"/>
              <a:gd name="connsiteY171" fmla="*/ 2171950 h 2323145"/>
              <a:gd name="connsiteX172" fmla="*/ 4129569 w 11269336"/>
              <a:gd name="connsiteY172" fmla="*/ 2163850 h 2323145"/>
              <a:gd name="connsiteX173" fmla="*/ 4061250 w 11269336"/>
              <a:gd name="connsiteY173" fmla="*/ 2159236 h 2323145"/>
              <a:gd name="connsiteX174" fmla="*/ 3945480 w 11269336"/>
              <a:gd name="connsiteY174" fmla="*/ 2158279 h 2323145"/>
              <a:gd name="connsiteX175" fmla="*/ 3921468 w 11269336"/>
              <a:gd name="connsiteY175" fmla="*/ 2156588 h 2323145"/>
              <a:gd name="connsiteX176" fmla="*/ 3903348 w 11269336"/>
              <a:gd name="connsiteY176" fmla="*/ 2149220 h 2323145"/>
              <a:gd name="connsiteX177" fmla="*/ 3901342 w 11269336"/>
              <a:gd name="connsiteY177" fmla="*/ 2142355 h 2323145"/>
              <a:gd name="connsiteX178" fmla="*/ 3888539 w 11269336"/>
              <a:gd name="connsiteY178" fmla="*/ 2140476 h 2323145"/>
              <a:gd name="connsiteX179" fmla="*/ 3885662 w 11269336"/>
              <a:gd name="connsiteY179" fmla="*/ 2138740 h 2323145"/>
              <a:gd name="connsiteX180" fmla="*/ 3868627 w 11269336"/>
              <a:gd name="connsiteY180" fmla="*/ 2130023 h 2323145"/>
              <a:gd name="connsiteX181" fmla="*/ 3819177 w 11269336"/>
              <a:gd name="connsiteY181" fmla="*/ 2142111 h 2323145"/>
              <a:gd name="connsiteX182" fmla="*/ 3769100 w 11269336"/>
              <a:gd name="connsiteY182" fmla="*/ 2131731 h 2323145"/>
              <a:gd name="connsiteX183" fmla="*/ 3562752 w 11269336"/>
              <a:gd name="connsiteY183" fmla="*/ 2131785 h 2323145"/>
              <a:gd name="connsiteX184" fmla="*/ 3541402 w 11269336"/>
              <a:gd name="connsiteY184" fmla="*/ 2106821 h 2323145"/>
              <a:gd name="connsiteX185" fmla="*/ 3460591 w 11269336"/>
              <a:gd name="connsiteY185" fmla="*/ 2097951 h 2323145"/>
              <a:gd name="connsiteX186" fmla="*/ 3320348 w 11269336"/>
              <a:gd name="connsiteY186" fmla="*/ 2130191 h 2323145"/>
              <a:gd name="connsiteX187" fmla="*/ 3170922 w 11269336"/>
              <a:gd name="connsiteY187" fmla="*/ 2115957 h 2323145"/>
              <a:gd name="connsiteX188" fmla="*/ 3156256 w 11269336"/>
              <a:gd name="connsiteY188" fmla="*/ 2124773 h 2323145"/>
              <a:gd name="connsiteX189" fmla="*/ 3140298 w 11269336"/>
              <a:gd name="connsiteY189" fmla="*/ 2129182 h 2323145"/>
              <a:gd name="connsiteX190" fmla="*/ 3138514 w 11269336"/>
              <a:gd name="connsiteY190" fmla="*/ 2128069 h 2323145"/>
              <a:gd name="connsiteX191" fmla="*/ 3120467 w 11269336"/>
              <a:gd name="connsiteY191" fmla="*/ 2128281 h 2323145"/>
              <a:gd name="connsiteX192" fmla="*/ 3116175 w 11269336"/>
              <a:gd name="connsiteY192" fmla="*/ 2131633 h 2323145"/>
              <a:gd name="connsiteX193" fmla="*/ 3103685 w 11269336"/>
              <a:gd name="connsiteY193" fmla="*/ 2132814 h 2323145"/>
              <a:gd name="connsiteX194" fmla="*/ 3078794 w 11269336"/>
              <a:gd name="connsiteY194" fmla="*/ 2137935 h 2323145"/>
              <a:gd name="connsiteX195" fmla="*/ 3074407 w 11269336"/>
              <a:gd name="connsiteY195" fmla="*/ 2136274 h 2323145"/>
              <a:gd name="connsiteX196" fmla="*/ 3037285 w 11269336"/>
              <a:gd name="connsiteY196" fmla="*/ 2139919 h 2323145"/>
              <a:gd name="connsiteX197" fmla="*/ 3036901 w 11269336"/>
              <a:gd name="connsiteY197" fmla="*/ 2138726 h 2323145"/>
              <a:gd name="connsiteX198" fmla="*/ 3026996 w 11269336"/>
              <a:gd name="connsiteY198" fmla="*/ 2134322 h 2323145"/>
              <a:gd name="connsiteX199" fmla="*/ 3007772 w 11269336"/>
              <a:gd name="connsiteY199" fmla="*/ 2128742 h 2323145"/>
              <a:gd name="connsiteX200" fmla="*/ 2965030 w 11269336"/>
              <a:gd name="connsiteY200" fmla="*/ 2100494 h 2323145"/>
              <a:gd name="connsiteX201" fmla="*/ 2926342 w 11269336"/>
              <a:gd name="connsiteY201" fmla="*/ 2104155 h 2323145"/>
              <a:gd name="connsiteX202" fmla="*/ 2918608 w 11269336"/>
              <a:gd name="connsiteY202" fmla="*/ 2104215 h 2323145"/>
              <a:gd name="connsiteX203" fmla="*/ 2918475 w 11269336"/>
              <a:gd name="connsiteY203" fmla="*/ 2103937 h 2323145"/>
              <a:gd name="connsiteX204" fmla="*/ 2910360 w 11269336"/>
              <a:gd name="connsiteY204" fmla="*/ 2103444 h 2323145"/>
              <a:gd name="connsiteX205" fmla="*/ 2904507 w 11269336"/>
              <a:gd name="connsiteY205" fmla="*/ 2104326 h 2323145"/>
              <a:gd name="connsiteX206" fmla="*/ 2889503 w 11269336"/>
              <a:gd name="connsiteY206" fmla="*/ 2104443 h 2323145"/>
              <a:gd name="connsiteX207" fmla="*/ 2884480 w 11269336"/>
              <a:gd name="connsiteY207" fmla="*/ 2102626 h 2323145"/>
              <a:gd name="connsiteX208" fmla="*/ 2882689 w 11269336"/>
              <a:gd name="connsiteY208" fmla="*/ 2099228 h 2323145"/>
              <a:gd name="connsiteX209" fmla="*/ 2881291 w 11269336"/>
              <a:gd name="connsiteY209" fmla="*/ 2099618 h 2323145"/>
              <a:gd name="connsiteX210" fmla="*/ 2853979 w 11269336"/>
              <a:gd name="connsiteY210" fmla="*/ 2090388 h 2323145"/>
              <a:gd name="connsiteX211" fmla="*/ 2791790 w 11269336"/>
              <a:gd name="connsiteY211" fmla="*/ 2080332 h 2323145"/>
              <a:gd name="connsiteX212" fmla="*/ 2755844 w 11269336"/>
              <a:gd name="connsiteY212" fmla="*/ 2078874 h 2323145"/>
              <a:gd name="connsiteX213" fmla="*/ 2657742 w 11269336"/>
              <a:gd name="connsiteY213" fmla="*/ 2070179 h 2323145"/>
              <a:gd name="connsiteX214" fmla="*/ 2559549 w 11269336"/>
              <a:gd name="connsiteY214" fmla="*/ 2057873 h 2323145"/>
              <a:gd name="connsiteX215" fmla="*/ 2512054 w 11269336"/>
              <a:gd name="connsiteY215" fmla="*/ 2031671 h 2323145"/>
              <a:gd name="connsiteX216" fmla="*/ 2506437 w 11269336"/>
              <a:gd name="connsiteY216" fmla="*/ 2030918 h 2323145"/>
              <a:gd name="connsiteX217" fmla="*/ 2491752 w 11269336"/>
              <a:gd name="connsiteY217" fmla="*/ 2033906 h 2323145"/>
              <a:gd name="connsiteX218" fmla="*/ 2486338 w 11269336"/>
              <a:gd name="connsiteY218" fmla="*/ 2035862 h 2323145"/>
              <a:gd name="connsiteX219" fmla="*/ 2478186 w 11269336"/>
              <a:gd name="connsiteY219" fmla="*/ 2036953 h 2323145"/>
              <a:gd name="connsiteX220" fmla="*/ 2477950 w 11269336"/>
              <a:gd name="connsiteY220" fmla="*/ 2036715 h 2323145"/>
              <a:gd name="connsiteX221" fmla="*/ 2470381 w 11269336"/>
              <a:gd name="connsiteY221" fmla="*/ 2038256 h 2323145"/>
              <a:gd name="connsiteX222" fmla="*/ 2433781 w 11269336"/>
              <a:gd name="connsiteY222" fmla="*/ 2049140 h 2323145"/>
              <a:gd name="connsiteX223" fmla="*/ 2381172 w 11269336"/>
              <a:gd name="connsiteY223" fmla="*/ 2030645 h 2323145"/>
              <a:gd name="connsiteX224" fmla="*/ 2360198 w 11269336"/>
              <a:gd name="connsiteY224" fmla="*/ 2029059 h 2323145"/>
              <a:gd name="connsiteX225" fmla="*/ 2348815 w 11269336"/>
              <a:gd name="connsiteY225" fmla="*/ 2026798 h 2323145"/>
              <a:gd name="connsiteX226" fmla="*/ 2347988 w 11269336"/>
              <a:gd name="connsiteY226" fmla="*/ 2025745 h 2323145"/>
              <a:gd name="connsiteX227" fmla="*/ 2312920 w 11269336"/>
              <a:gd name="connsiteY227" fmla="*/ 2036311 h 2323145"/>
              <a:gd name="connsiteX228" fmla="*/ 2307986 w 11269336"/>
              <a:gd name="connsiteY228" fmla="*/ 2035583 h 2323145"/>
              <a:gd name="connsiteX229" fmla="*/ 2285481 w 11269336"/>
              <a:gd name="connsiteY229" fmla="*/ 2045197 h 2323145"/>
              <a:gd name="connsiteX230" fmla="*/ 2273666 w 11269336"/>
              <a:gd name="connsiteY230" fmla="*/ 2048710 h 2323145"/>
              <a:gd name="connsiteX231" fmla="*/ 2270719 w 11269336"/>
              <a:gd name="connsiteY231" fmla="*/ 2052702 h 2323145"/>
              <a:gd name="connsiteX232" fmla="*/ 2253080 w 11269336"/>
              <a:gd name="connsiteY232" fmla="*/ 2056363 h 2323145"/>
              <a:gd name="connsiteX233" fmla="*/ 2250906 w 11269336"/>
              <a:gd name="connsiteY233" fmla="*/ 2055654 h 2323145"/>
              <a:gd name="connsiteX234" fmla="*/ 2236905 w 11269336"/>
              <a:gd name="connsiteY234" fmla="*/ 2062882 h 2323145"/>
              <a:gd name="connsiteX235" fmla="*/ 2225830 w 11269336"/>
              <a:gd name="connsiteY235" fmla="*/ 2074027 h 2323145"/>
              <a:gd name="connsiteX236" fmla="*/ 2073776 w 11269336"/>
              <a:gd name="connsiteY236" fmla="*/ 2089244 h 2323145"/>
              <a:gd name="connsiteX237" fmla="*/ 1948256 w 11269336"/>
              <a:gd name="connsiteY237" fmla="*/ 2146616 h 2323145"/>
              <a:gd name="connsiteX238" fmla="*/ 1865582 w 11269336"/>
              <a:gd name="connsiteY238" fmla="*/ 2153738 h 2323145"/>
              <a:gd name="connsiteX239" fmla="*/ 1835210 w 11269336"/>
              <a:gd name="connsiteY239" fmla="*/ 2134244 h 2323145"/>
              <a:gd name="connsiteX240" fmla="*/ 1632661 w 11269336"/>
              <a:gd name="connsiteY240" fmla="*/ 2173882 h 2323145"/>
              <a:gd name="connsiteX241" fmla="*/ 1579590 w 11269336"/>
              <a:gd name="connsiteY241" fmla="*/ 2173680 h 2323145"/>
              <a:gd name="connsiteX242" fmla="*/ 1535601 w 11269336"/>
              <a:gd name="connsiteY242" fmla="*/ 2194590 h 2323145"/>
              <a:gd name="connsiteX243" fmla="*/ 1515594 w 11269336"/>
              <a:gd name="connsiteY243" fmla="*/ 2189622 h 2323145"/>
              <a:gd name="connsiteX244" fmla="*/ 1512113 w 11269336"/>
              <a:gd name="connsiteY244" fmla="*/ 2188534 h 2323145"/>
              <a:gd name="connsiteX245" fmla="*/ 1498838 w 11269336"/>
              <a:gd name="connsiteY245" fmla="*/ 2189213 h 2323145"/>
              <a:gd name="connsiteX246" fmla="*/ 1494279 w 11269336"/>
              <a:gd name="connsiteY246" fmla="*/ 2183112 h 2323145"/>
              <a:gd name="connsiteX247" fmla="*/ 1473714 w 11269336"/>
              <a:gd name="connsiteY247" fmla="*/ 2179625 h 2323145"/>
              <a:gd name="connsiteX248" fmla="*/ 1449503 w 11269336"/>
              <a:gd name="connsiteY248" fmla="*/ 2182633 h 2323145"/>
              <a:gd name="connsiteX249" fmla="*/ 1335495 w 11269336"/>
              <a:gd name="connsiteY249" fmla="*/ 2203940 h 2323145"/>
              <a:gd name="connsiteX250" fmla="*/ 1266687 w 11269336"/>
              <a:gd name="connsiteY250" fmla="*/ 2212688 h 2323145"/>
              <a:gd name="connsiteX251" fmla="*/ 1239614 w 11269336"/>
              <a:gd name="connsiteY251" fmla="*/ 2209727 h 2323145"/>
              <a:gd name="connsiteX252" fmla="*/ 1202436 w 11269336"/>
              <a:gd name="connsiteY252" fmla="*/ 2209817 h 2323145"/>
              <a:gd name="connsiteX253" fmla="*/ 1136097 w 11269336"/>
              <a:gd name="connsiteY253" fmla="*/ 2205112 h 2323145"/>
              <a:gd name="connsiteX254" fmla="*/ 1048229 w 11269336"/>
              <a:gd name="connsiteY254" fmla="*/ 2207249 h 2323145"/>
              <a:gd name="connsiteX255" fmla="*/ 988232 w 11269336"/>
              <a:gd name="connsiteY255" fmla="*/ 2235635 h 2323145"/>
              <a:gd name="connsiteX256" fmla="*/ 981959 w 11269336"/>
              <a:gd name="connsiteY256" fmla="*/ 2231607 h 2323145"/>
              <a:gd name="connsiteX257" fmla="*/ 938600 w 11269336"/>
              <a:gd name="connsiteY257" fmla="*/ 2238113 h 2323145"/>
              <a:gd name="connsiteX258" fmla="*/ 791788 w 11269336"/>
              <a:gd name="connsiteY258" fmla="*/ 2293224 h 2323145"/>
              <a:gd name="connsiteX259" fmla="*/ 706914 w 11269336"/>
              <a:gd name="connsiteY259" fmla="*/ 2305046 h 2323145"/>
              <a:gd name="connsiteX260" fmla="*/ 675971 w 11269336"/>
              <a:gd name="connsiteY260" fmla="*/ 2304030 h 2323145"/>
              <a:gd name="connsiteX261" fmla="*/ 624180 w 11269336"/>
              <a:gd name="connsiteY261" fmla="*/ 2302650 h 2323145"/>
              <a:gd name="connsiteX262" fmla="*/ 583453 w 11269336"/>
              <a:gd name="connsiteY262" fmla="*/ 2288788 h 2323145"/>
              <a:gd name="connsiteX263" fmla="*/ 540946 w 11269336"/>
              <a:gd name="connsiteY263" fmla="*/ 2292721 h 2323145"/>
              <a:gd name="connsiteX264" fmla="*/ 533680 w 11269336"/>
              <a:gd name="connsiteY264" fmla="*/ 2310233 h 2323145"/>
              <a:gd name="connsiteX265" fmla="*/ 487366 w 11269336"/>
              <a:gd name="connsiteY265" fmla="*/ 2309053 h 2323145"/>
              <a:gd name="connsiteX266" fmla="*/ 416820 w 11269336"/>
              <a:gd name="connsiteY266" fmla="*/ 2305443 h 2323145"/>
              <a:gd name="connsiteX267" fmla="*/ 376805 w 11269336"/>
              <a:gd name="connsiteY267" fmla="*/ 2307647 h 2323145"/>
              <a:gd name="connsiteX268" fmla="*/ 266777 w 11269336"/>
              <a:gd name="connsiteY268" fmla="*/ 2309012 h 2323145"/>
              <a:gd name="connsiteX269" fmla="*/ 156013 w 11269336"/>
              <a:gd name="connsiteY269" fmla="*/ 2306832 h 2323145"/>
              <a:gd name="connsiteX270" fmla="*/ 87258 w 11269336"/>
              <a:gd name="connsiteY270" fmla="*/ 2285511 h 2323145"/>
              <a:gd name="connsiteX271" fmla="*/ 23798 w 11269336"/>
              <a:gd name="connsiteY271" fmla="*/ 2281822 h 2323145"/>
              <a:gd name="connsiteX272" fmla="*/ 0 w 11269336"/>
              <a:gd name="connsiteY272" fmla="*/ 2285369 h 2323145"/>
              <a:gd name="connsiteX273" fmla="*/ 0 w 11269336"/>
              <a:gd name="connsiteY273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742561 w 11269336"/>
              <a:gd name="connsiteY18" fmla="*/ 500437 h 2323145"/>
              <a:gd name="connsiteX19" fmla="*/ 9561831 w 11269336"/>
              <a:gd name="connsiteY19" fmla="*/ 547649 h 2323145"/>
              <a:gd name="connsiteX20" fmla="*/ 9380600 w 11269336"/>
              <a:gd name="connsiteY20" fmla="*/ 549821 h 2323145"/>
              <a:gd name="connsiteX21" fmla="*/ 9139429 w 11269336"/>
              <a:gd name="connsiteY21" fmla="*/ 696446 h 2323145"/>
              <a:gd name="connsiteX22" fmla="*/ 9114263 w 11269336"/>
              <a:gd name="connsiteY22" fmla="*/ 709213 h 2323145"/>
              <a:gd name="connsiteX23" fmla="*/ 9028928 w 11269336"/>
              <a:gd name="connsiteY23" fmla="*/ 745350 h 2323145"/>
              <a:gd name="connsiteX24" fmla="*/ 8977138 w 11269336"/>
              <a:gd name="connsiteY24" fmla="*/ 774970 h 2323145"/>
              <a:gd name="connsiteX25" fmla="*/ 8947030 w 11269336"/>
              <a:gd name="connsiteY25" fmla="*/ 814934 h 2323145"/>
              <a:gd name="connsiteX26" fmla="*/ 8914746 w 11269336"/>
              <a:gd name="connsiteY26" fmla="*/ 826428 h 2323145"/>
              <a:gd name="connsiteX27" fmla="*/ 8917778 w 11269336"/>
              <a:gd name="connsiteY27" fmla="*/ 835198 h 2323145"/>
              <a:gd name="connsiteX28" fmla="*/ 8905560 w 11269336"/>
              <a:gd name="connsiteY28" fmla="*/ 838358 h 2323145"/>
              <a:gd name="connsiteX29" fmla="*/ 8897564 w 11269336"/>
              <a:gd name="connsiteY29" fmla="*/ 834287 h 2323145"/>
              <a:gd name="connsiteX30" fmla="*/ 8878040 w 11269336"/>
              <a:gd name="connsiteY30" fmla="*/ 844150 h 2323145"/>
              <a:gd name="connsiteX31" fmla="*/ 8882654 w 11269336"/>
              <a:gd name="connsiteY31" fmla="*/ 892768 h 2323145"/>
              <a:gd name="connsiteX32" fmla="*/ 8837498 w 11269336"/>
              <a:gd name="connsiteY32" fmla="*/ 885664 h 2323145"/>
              <a:gd name="connsiteX33" fmla="*/ 8795998 w 11269336"/>
              <a:gd name="connsiteY33" fmla="*/ 863337 h 2323145"/>
              <a:gd name="connsiteX34" fmla="*/ 8776970 w 11269336"/>
              <a:gd name="connsiteY34" fmla="*/ 885177 h 2323145"/>
              <a:gd name="connsiteX35" fmla="*/ 8755719 w 11269336"/>
              <a:gd name="connsiteY35" fmla="*/ 889754 h 2323145"/>
              <a:gd name="connsiteX36" fmla="*/ 8743257 w 11269336"/>
              <a:gd name="connsiteY36" fmla="*/ 904723 h 2323145"/>
              <a:gd name="connsiteX37" fmla="*/ 8721366 w 11269336"/>
              <a:gd name="connsiteY37" fmla="*/ 904711 h 2323145"/>
              <a:gd name="connsiteX38" fmla="*/ 8678353 w 11269336"/>
              <a:gd name="connsiteY38" fmla="*/ 926318 h 2323145"/>
              <a:gd name="connsiteX39" fmla="*/ 8636849 w 11269336"/>
              <a:gd name="connsiteY39" fmla="*/ 937900 h 2323145"/>
              <a:gd name="connsiteX40" fmla="*/ 8620213 w 11269336"/>
              <a:gd name="connsiteY40" fmla="*/ 943068 h 2323145"/>
              <a:gd name="connsiteX41" fmla="*/ 8612581 w 11269336"/>
              <a:gd name="connsiteY41" fmla="*/ 952695 h 2323145"/>
              <a:gd name="connsiteX42" fmla="*/ 8589038 w 11269336"/>
              <a:gd name="connsiteY42" fmla="*/ 963892 h 2323145"/>
              <a:gd name="connsiteX43" fmla="*/ 8579950 w 11269336"/>
              <a:gd name="connsiteY43" fmla="*/ 960899 h 2323145"/>
              <a:gd name="connsiteX44" fmla="*/ 8579319 w 11269336"/>
              <a:gd name="connsiteY44" fmla="*/ 965630 h 2323145"/>
              <a:gd name="connsiteX45" fmla="*/ 8547429 w 11269336"/>
              <a:gd name="connsiteY45" fmla="*/ 984506 h 2323145"/>
              <a:gd name="connsiteX46" fmla="*/ 8478704 w 11269336"/>
              <a:gd name="connsiteY46" fmla="*/ 1025490 h 2323145"/>
              <a:gd name="connsiteX47" fmla="*/ 8461421 w 11269336"/>
              <a:gd name="connsiteY47" fmla="*/ 1035512 h 2323145"/>
              <a:gd name="connsiteX48" fmla="*/ 8445003 w 11269336"/>
              <a:gd name="connsiteY48" fmla="*/ 1036851 h 2323145"/>
              <a:gd name="connsiteX49" fmla="*/ 8357350 w 11269336"/>
              <a:gd name="connsiteY49" fmla="*/ 1060213 h 2323145"/>
              <a:gd name="connsiteX50" fmla="*/ 8335565 w 11269336"/>
              <a:gd name="connsiteY50" fmla="*/ 1061151 h 2323145"/>
              <a:gd name="connsiteX51" fmla="*/ 8325267 w 11269336"/>
              <a:gd name="connsiteY51" fmla="*/ 1055919 h 2323145"/>
              <a:gd name="connsiteX52" fmla="*/ 8293586 w 11269336"/>
              <a:gd name="connsiteY52" fmla="*/ 1076144 h 2323145"/>
              <a:gd name="connsiteX53" fmla="*/ 8242405 w 11269336"/>
              <a:gd name="connsiteY53" fmla="*/ 1095960 h 2323145"/>
              <a:gd name="connsiteX54" fmla="*/ 8218531 w 11269336"/>
              <a:gd name="connsiteY54" fmla="*/ 1107622 h 2323145"/>
              <a:gd name="connsiteX55" fmla="*/ 8197391 w 11269336"/>
              <a:gd name="connsiteY55" fmla="*/ 1107746 h 2323145"/>
              <a:gd name="connsiteX56" fmla="*/ 8081474 w 11269336"/>
              <a:gd name="connsiteY56" fmla="*/ 1130125 h 2323145"/>
              <a:gd name="connsiteX57" fmla="*/ 8053585 w 11269336"/>
              <a:gd name="connsiteY57" fmla="*/ 1129169 h 2323145"/>
              <a:gd name="connsiteX58" fmla="*/ 8038422 w 11269336"/>
              <a:gd name="connsiteY58" fmla="*/ 1119092 h 2323145"/>
              <a:gd name="connsiteX59" fmla="*/ 8029450 w 11269336"/>
              <a:gd name="connsiteY59" fmla="*/ 1125592 h 2323145"/>
              <a:gd name="connsiteX60" fmla="*/ 7959552 w 11269336"/>
              <a:gd name="connsiteY60" fmla="*/ 1140188 h 2323145"/>
              <a:gd name="connsiteX61" fmla="*/ 7914188 w 11269336"/>
              <a:gd name="connsiteY61" fmla="*/ 1150862 h 2323145"/>
              <a:gd name="connsiteX62" fmla="*/ 7914918 w 11269336"/>
              <a:gd name="connsiteY62" fmla="*/ 1168758 h 2323145"/>
              <a:gd name="connsiteX63" fmla="*/ 7875510 w 11269336"/>
              <a:gd name="connsiteY63" fmla="*/ 1183153 h 2323145"/>
              <a:gd name="connsiteX64" fmla="*/ 7829932 w 11269336"/>
              <a:gd name="connsiteY64" fmla="*/ 1180782 h 2323145"/>
              <a:gd name="connsiteX65" fmla="*/ 7779182 w 11269336"/>
              <a:gd name="connsiteY65" fmla="*/ 1192665 h 2323145"/>
              <a:gd name="connsiteX66" fmla="*/ 7748774 w 11269336"/>
              <a:gd name="connsiteY66" fmla="*/ 1199586 h 2323145"/>
              <a:gd name="connsiteX67" fmla="*/ 7671846 w 11269336"/>
              <a:gd name="connsiteY67" fmla="*/ 1231966 h 2323145"/>
              <a:gd name="connsiteX68" fmla="*/ 7554146 w 11269336"/>
              <a:gd name="connsiteY68" fmla="*/ 1319748 h 2323145"/>
              <a:gd name="connsiteX69" fmla="*/ 7515052 w 11269336"/>
              <a:gd name="connsiteY69" fmla="*/ 1336718 h 2323145"/>
              <a:gd name="connsiteX70" fmla="*/ 7507193 w 11269336"/>
              <a:gd name="connsiteY70" fmla="*/ 1334617 h 2323145"/>
              <a:gd name="connsiteX71" fmla="*/ 7461694 w 11269336"/>
              <a:gd name="connsiteY71" fmla="*/ 1375866 h 2323145"/>
              <a:gd name="connsiteX72" fmla="*/ 7377571 w 11269336"/>
              <a:gd name="connsiteY72" fmla="*/ 1400128 h 2323145"/>
              <a:gd name="connsiteX73" fmla="*/ 7311261 w 11269336"/>
              <a:gd name="connsiteY73" fmla="*/ 1412652 h 2323145"/>
              <a:gd name="connsiteX74" fmla="*/ 7275307 w 11269336"/>
              <a:gd name="connsiteY74" fmla="*/ 1422171 h 2323145"/>
              <a:gd name="connsiteX75" fmla="*/ 7247783 w 11269336"/>
              <a:gd name="connsiteY75" fmla="*/ 1426330 h 2323145"/>
              <a:gd name="connsiteX76" fmla="*/ 7185047 w 11269336"/>
              <a:gd name="connsiteY76" fmla="*/ 1451812 h 2323145"/>
              <a:gd name="connsiteX77" fmla="*/ 7084117 w 11269336"/>
              <a:gd name="connsiteY77" fmla="*/ 1500281 h 2323145"/>
              <a:gd name="connsiteX78" fmla="*/ 7062011 w 11269336"/>
              <a:gd name="connsiteY78" fmla="*/ 1509183 h 2323145"/>
              <a:gd name="connsiteX79" fmla="*/ 7040555 w 11269336"/>
              <a:gd name="connsiteY79" fmla="*/ 1511207 h 2323145"/>
              <a:gd name="connsiteX80" fmla="*/ 7033438 w 11269336"/>
              <a:gd name="connsiteY80" fmla="*/ 1506772 h 2323145"/>
              <a:gd name="connsiteX81" fmla="*/ 7020886 w 11269336"/>
              <a:gd name="connsiteY81" fmla="*/ 1510764 h 2323145"/>
              <a:gd name="connsiteX82" fmla="*/ 7017033 w 11269336"/>
              <a:gd name="connsiteY82" fmla="*/ 1510650 h 2323145"/>
              <a:gd name="connsiteX83" fmla="*/ 6995460 w 11269336"/>
              <a:gd name="connsiteY83" fmla="*/ 1511173 h 2323145"/>
              <a:gd name="connsiteX84" fmla="*/ 6962144 w 11269336"/>
              <a:gd name="connsiteY84" fmla="*/ 1541508 h 2323145"/>
              <a:gd name="connsiteX85" fmla="*/ 6910674 w 11269336"/>
              <a:gd name="connsiteY85" fmla="*/ 1554793 h 2323145"/>
              <a:gd name="connsiteX86" fmla="*/ 6732152 w 11269336"/>
              <a:gd name="connsiteY86" fmla="*/ 1642538 h 2323145"/>
              <a:gd name="connsiteX87" fmla="*/ 6694106 w 11269336"/>
              <a:gd name="connsiteY87" fmla="*/ 1632377 h 2323145"/>
              <a:gd name="connsiteX88" fmla="*/ 6617223 w 11269336"/>
              <a:gd name="connsiteY88" fmla="*/ 1659889 h 2323145"/>
              <a:gd name="connsiteX89" fmla="*/ 6521138 w 11269336"/>
              <a:gd name="connsiteY89" fmla="*/ 1744340 h 2323145"/>
              <a:gd name="connsiteX90" fmla="*/ 6380677 w 11269336"/>
              <a:gd name="connsiteY90" fmla="*/ 1796883 h 2323145"/>
              <a:gd name="connsiteX91" fmla="*/ 6374897 w 11269336"/>
              <a:gd name="connsiteY91" fmla="*/ 1809910 h 2323145"/>
              <a:gd name="connsiteX92" fmla="*/ 6364545 w 11269336"/>
              <a:gd name="connsiteY92" fmla="*/ 1820090 h 2323145"/>
              <a:gd name="connsiteX93" fmla="*/ 6362126 w 11269336"/>
              <a:gd name="connsiteY93" fmla="*/ 1819991 h 2323145"/>
              <a:gd name="connsiteX94" fmla="*/ 6346673 w 11269336"/>
              <a:gd name="connsiteY94" fmla="*/ 1827824 h 2323145"/>
              <a:gd name="connsiteX95" fmla="*/ 6345588 w 11269336"/>
              <a:gd name="connsiteY95" fmla="*/ 1832232 h 2323145"/>
              <a:gd name="connsiteX96" fmla="*/ 6335708 w 11269336"/>
              <a:gd name="connsiteY96" fmla="*/ 1838451 h 2323145"/>
              <a:gd name="connsiteX97" fmla="*/ 6318182 w 11269336"/>
              <a:gd name="connsiteY97" fmla="*/ 1852975 h 2323145"/>
              <a:gd name="connsiteX98" fmla="*/ 6313084 w 11269336"/>
              <a:gd name="connsiteY98" fmla="*/ 1853561 h 2323145"/>
              <a:gd name="connsiteX99" fmla="*/ 6283816 w 11269336"/>
              <a:gd name="connsiteY99" fmla="*/ 1872148 h 2323145"/>
              <a:gd name="connsiteX100" fmla="*/ 6282550 w 11269336"/>
              <a:gd name="connsiteY100" fmla="*/ 1871392 h 2323145"/>
              <a:gd name="connsiteX101" fmla="*/ 6270527 w 11269336"/>
              <a:gd name="connsiteY101" fmla="*/ 1872208 h 2323145"/>
              <a:gd name="connsiteX102" fmla="*/ 6249518 w 11269336"/>
              <a:gd name="connsiteY102" fmla="*/ 1876079 h 2323145"/>
              <a:gd name="connsiteX103" fmla="*/ 6190386 w 11269336"/>
              <a:gd name="connsiteY103" fmla="*/ 1872478 h 2323145"/>
              <a:gd name="connsiteX104" fmla="*/ 6159777 w 11269336"/>
              <a:gd name="connsiteY104" fmla="*/ 1891745 h 2323145"/>
              <a:gd name="connsiteX105" fmla="*/ 6153131 w 11269336"/>
              <a:gd name="connsiteY105" fmla="*/ 1895079 h 2323145"/>
              <a:gd name="connsiteX106" fmla="*/ 6152798 w 11269336"/>
              <a:gd name="connsiteY106" fmla="*/ 1894920 h 2323145"/>
              <a:gd name="connsiteX107" fmla="*/ 6145388 w 11269336"/>
              <a:gd name="connsiteY107" fmla="*/ 1897990 h 2323145"/>
              <a:gd name="connsiteX108" fmla="*/ 6141014 w 11269336"/>
              <a:gd name="connsiteY108" fmla="*/ 1901155 h 2323145"/>
              <a:gd name="connsiteX109" fmla="*/ 6128122 w 11269336"/>
              <a:gd name="connsiteY109" fmla="*/ 1907623 h 2323145"/>
              <a:gd name="connsiteX110" fmla="*/ 6122351 w 11269336"/>
              <a:gd name="connsiteY110" fmla="*/ 1908359 h 2323145"/>
              <a:gd name="connsiteX111" fmla="*/ 6064750 w 11269336"/>
              <a:gd name="connsiteY111" fmla="*/ 1896394 h 2323145"/>
              <a:gd name="connsiteX112" fmla="*/ 5964230 w 11269336"/>
              <a:gd name="connsiteY112" fmla="*/ 1910038 h 2323145"/>
              <a:gd name="connsiteX113" fmla="*/ 5865399 w 11269336"/>
              <a:gd name="connsiteY113" fmla="*/ 1926966 h 2323145"/>
              <a:gd name="connsiteX114" fmla="*/ 5829951 w 11269336"/>
              <a:gd name="connsiteY114" fmla="*/ 1934755 h 2323145"/>
              <a:gd name="connsiteX115" fmla="*/ 5765285 w 11269336"/>
              <a:gd name="connsiteY115" fmla="*/ 1941322 h 2323145"/>
              <a:gd name="connsiteX116" fmla="*/ 5734750 w 11269336"/>
              <a:gd name="connsiteY116" fmla="*/ 1939793 h 2323145"/>
              <a:gd name="connsiteX117" fmla="*/ 5733569 w 11269336"/>
              <a:gd name="connsiteY117" fmla="*/ 1940505 h 2323145"/>
              <a:gd name="connsiteX118" fmla="*/ 5730329 w 11269336"/>
              <a:gd name="connsiteY118" fmla="*/ 1937845 h 2323145"/>
              <a:gd name="connsiteX119" fmla="*/ 5724661 w 11269336"/>
              <a:gd name="connsiteY119" fmla="*/ 1937455 h 2323145"/>
              <a:gd name="connsiteX120" fmla="*/ 5710186 w 11269336"/>
              <a:gd name="connsiteY120" fmla="*/ 1941370 h 2323145"/>
              <a:gd name="connsiteX121" fmla="*/ 5704910 w 11269336"/>
              <a:gd name="connsiteY121" fmla="*/ 1943663 h 2323145"/>
              <a:gd name="connsiteX122" fmla="*/ 5696836 w 11269336"/>
              <a:gd name="connsiteY122" fmla="*/ 1945271 h 2323145"/>
              <a:gd name="connsiteX123" fmla="*/ 5696583 w 11269336"/>
              <a:gd name="connsiteY123" fmla="*/ 1945050 h 2323145"/>
              <a:gd name="connsiteX124" fmla="*/ 5689123 w 11269336"/>
              <a:gd name="connsiteY124" fmla="*/ 1947067 h 2323145"/>
              <a:gd name="connsiteX125" fmla="*/ 5653291 w 11269336"/>
              <a:gd name="connsiteY125" fmla="*/ 1960245 h 2323145"/>
              <a:gd name="connsiteX126" fmla="*/ 5599385 w 11269336"/>
              <a:gd name="connsiteY126" fmla="*/ 1945198 h 2323145"/>
              <a:gd name="connsiteX127" fmla="*/ 5578300 w 11269336"/>
              <a:gd name="connsiteY127" fmla="*/ 1944963 h 2323145"/>
              <a:gd name="connsiteX128" fmla="*/ 5566758 w 11269336"/>
              <a:gd name="connsiteY128" fmla="*/ 1943441 h 2323145"/>
              <a:gd name="connsiteX129" fmla="*/ 5565857 w 11269336"/>
              <a:gd name="connsiteY129" fmla="*/ 1942445 h 2323145"/>
              <a:gd name="connsiteX130" fmla="*/ 5531534 w 11269336"/>
              <a:gd name="connsiteY130" fmla="*/ 1955208 h 2323145"/>
              <a:gd name="connsiteX131" fmla="*/ 5526552 w 11269336"/>
              <a:gd name="connsiteY131" fmla="*/ 1954799 h 2323145"/>
              <a:gd name="connsiteX132" fmla="*/ 5504723 w 11269336"/>
              <a:gd name="connsiteY132" fmla="*/ 1965811 h 2323145"/>
              <a:gd name="connsiteX133" fmla="*/ 5493156 w 11269336"/>
              <a:gd name="connsiteY133" fmla="*/ 1970063 h 2323145"/>
              <a:gd name="connsiteX134" fmla="*/ 5490486 w 11269336"/>
              <a:gd name="connsiteY134" fmla="*/ 1974227 h 2323145"/>
              <a:gd name="connsiteX135" fmla="*/ 5473107 w 11269336"/>
              <a:gd name="connsiteY135" fmla="*/ 1979001 h 2323145"/>
              <a:gd name="connsiteX136" fmla="*/ 5470885 w 11269336"/>
              <a:gd name="connsiteY136" fmla="*/ 1978432 h 2323145"/>
              <a:gd name="connsiteX137" fmla="*/ 5457393 w 11269336"/>
              <a:gd name="connsiteY137" fmla="*/ 1986525 h 2323145"/>
              <a:gd name="connsiteX138" fmla="*/ 5447102 w 11269336"/>
              <a:gd name="connsiteY138" fmla="*/ 1998329 h 2323145"/>
              <a:gd name="connsiteX139" fmla="*/ 5092476 w 11269336"/>
              <a:gd name="connsiteY139" fmla="*/ 2100737 h 2323145"/>
              <a:gd name="connsiteX140" fmla="*/ 5060738 w 11269336"/>
              <a:gd name="connsiteY140" fmla="*/ 2083274 h 2323145"/>
              <a:gd name="connsiteX141" fmla="*/ 4860988 w 11269336"/>
              <a:gd name="connsiteY141" fmla="*/ 2135698 h 2323145"/>
              <a:gd name="connsiteX142" fmla="*/ 4807902 w 11269336"/>
              <a:gd name="connsiteY142" fmla="*/ 2138894 h 2323145"/>
              <a:gd name="connsiteX143" fmla="*/ 4765388 w 11269336"/>
              <a:gd name="connsiteY143" fmla="*/ 2162525 h 2323145"/>
              <a:gd name="connsiteX144" fmla="*/ 4745033 w 11269336"/>
              <a:gd name="connsiteY144" fmla="*/ 2158859 h 2323145"/>
              <a:gd name="connsiteX145" fmla="*/ 4741475 w 11269336"/>
              <a:gd name="connsiteY145" fmla="*/ 2157998 h 2323145"/>
              <a:gd name="connsiteX146" fmla="*/ 4728247 w 11269336"/>
              <a:gd name="connsiteY146" fmla="*/ 2159526 h 2323145"/>
              <a:gd name="connsiteX147" fmla="*/ 4723263 w 11269336"/>
              <a:gd name="connsiteY147" fmla="*/ 2153742 h 2323145"/>
              <a:gd name="connsiteX148" fmla="*/ 4702453 w 11269336"/>
              <a:gd name="connsiteY148" fmla="*/ 2151586 h 2323145"/>
              <a:gd name="connsiteX149" fmla="*/ 4678455 w 11269336"/>
              <a:gd name="connsiteY149" fmla="*/ 2156131 h 2323145"/>
              <a:gd name="connsiteX150" fmla="*/ 4593061 w 11269336"/>
              <a:gd name="connsiteY150" fmla="*/ 2171597 h 2323145"/>
              <a:gd name="connsiteX151" fmla="*/ 4579902 w 11269336"/>
              <a:gd name="connsiteY151" fmla="*/ 2177927 h 2323145"/>
              <a:gd name="connsiteX152" fmla="*/ 4533444 w 11269336"/>
              <a:gd name="connsiteY152" fmla="*/ 2181200 h 2323145"/>
              <a:gd name="connsiteX153" fmla="*/ 4492832 w 11269336"/>
              <a:gd name="connsiteY153" fmla="*/ 2188033 h 2323145"/>
              <a:gd name="connsiteX154" fmla="*/ 4467257 w 11269336"/>
              <a:gd name="connsiteY154" fmla="*/ 2196121 h 2323145"/>
              <a:gd name="connsiteX155" fmla="*/ 4459937 w 11269336"/>
              <a:gd name="connsiteY155" fmla="*/ 2195182 h 2323145"/>
              <a:gd name="connsiteX156" fmla="*/ 4433312 w 11269336"/>
              <a:gd name="connsiteY156" fmla="*/ 2199004 h 2323145"/>
              <a:gd name="connsiteX157" fmla="*/ 4420601 w 11269336"/>
              <a:gd name="connsiteY157" fmla="*/ 2205158 h 2323145"/>
              <a:gd name="connsiteX158" fmla="*/ 4405765 w 11269336"/>
              <a:gd name="connsiteY158" fmla="*/ 2199902 h 2323145"/>
              <a:gd name="connsiteX159" fmla="*/ 4401354 w 11269336"/>
              <a:gd name="connsiteY159" fmla="*/ 2194745 h 2323145"/>
              <a:gd name="connsiteX160" fmla="*/ 4383151 w 11269336"/>
              <a:gd name="connsiteY160" fmla="*/ 2201140 h 2323145"/>
              <a:gd name="connsiteX161" fmla="*/ 4366646 w 11269336"/>
              <a:gd name="connsiteY161" fmla="*/ 2198564 h 2323145"/>
              <a:gd name="connsiteX162" fmla="*/ 4354009 w 11269336"/>
              <a:gd name="connsiteY162" fmla="*/ 2204984 h 2323145"/>
              <a:gd name="connsiteX163" fmla="*/ 4348284 w 11269336"/>
              <a:gd name="connsiteY163" fmla="*/ 2205270 h 2323145"/>
              <a:gd name="connsiteX164" fmla="*/ 4333906 w 11269336"/>
              <a:gd name="connsiteY164" fmla="*/ 2205251 h 2323145"/>
              <a:gd name="connsiteX165" fmla="*/ 4308819 w 11269336"/>
              <a:gd name="connsiteY165" fmla="*/ 2203822 h 2323145"/>
              <a:gd name="connsiteX166" fmla="*/ 4301210 w 11269336"/>
              <a:gd name="connsiteY166" fmla="*/ 2204456 h 2323145"/>
              <a:gd name="connsiteX167" fmla="*/ 4283095 w 11269336"/>
              <a:gd name="connsiteY167" fmla="*/ 2198177 h 2323145"/>
              <a:gd name="connsiteX168" fmla="*/ 4250119 w 11269336"/>
              <a:gd name="connsiteY168" fmla="*/ 2196342 h 2323145"/>
              <a:gd name="connsiteX169" fmla="*/ 4189203 w 11269336"/>
              <a:gd name="connsiteY169" fmla="*/ 2178994 h 2323145"/>
              <a:gd name="connsiteX170" fmla="*/ 4154035 w 11269336"/>
              <a:gd name="connsiteY170" fmla="*/ 2171950 h 2323145"/>
              <a:gd name="connsiteX171" fmla="*/ 4129569 w 11269336"/>
              <a:gd name="connsiteY171" fmla="*/ 2163850 h 2323145"/>
              <a:gd name="connsiteX172" fmla="*/ 4061250 w 11269336"/>
              <a:gd name="connsiteY172" fmla="*/ 2159236 h 2323145"/>
              <a:gd name="connsiteX173" fmla="*/ 3945480 w 11269336"/>
              <a:gd name="connsiteY173" fmla="*/ 2158279 h 2323145"/>
              <a:gd name="connsiteX174" fmla="*/ 3921468 w 11269336"/>
              <a:gd name="connsiteY174" fmla="*/ 2156588 h 2323145"/>
              <a:gd name="connsiteX175" fmla="*/ 3903348 w 11269336"/>
              <a:gd name="connsiteY175" fmla="*/ 2149220 h 2323145"/>
              <a:gd name="connsiteX176" fmla="*/ 3901342 w 11269336"/>
              <a:gd name="connsiteY176" fmla="*/ 2142355 h 2323145"/>
              <a:gd name="connsiteX177" fmla="*/ 3888539 w 11269336"/>
              <a:gd name="connsiteY177" fmla="*/ 2140476 h 2323145"/>
              <a:gd name="connsiteX178" fmla="*/ 3885662 w 11269336"/>
              <a:gd name="connsiteY178" fmla="*/ 2138740 h 2323145"/>
              <a:gd name="connsiteX179" fmla="*/ 3868627 w 11269336"/>
              <a:gd name="connsiteY179" fmla="*/ 2130023 h 2323145"/>
              <a:gd name="connsiteX180" fmla="*/ 3819177 w 11269336"/>
              <a:gd name="connsiteY180" fmla="*/ 2142111 h 2323145"/>
              <a:gd name="connsiteX181" fmla="*/ 3769100 w 11269336"/>
              <a:gd name="connsiteY181" fmla="*/ 2131731 h 2323145"/>
              <a:gd name="connsiteX182" fmla="*/ 3562752 w 11269336"/>
              <a:gd name="connsiteY182" fmla="*/ 2131785 h 2323145"/>
              <a:gd name="connsiteX183" fmla="*/ 3541402 w 11269336"/>
              <a:gd name="connsiteY183" fmla="*/ 2106821 h 2323145"/>
              <a:gd name="connsiteX184" fmla="*/ 3460591 w 11269336"/>
              <a:gd name="connsiteY184" fmla="*/ 2097951 h 2323145"/>
              <a:gd name="connsiteX185" fmla="*/ 3320348 w 11269336"/>
              <a:gd name="connsiteY185" fmla="*/ 2130191 h 2323145"/>
              <a:gd name="connsiteX186" fmla="*/ 3170922 w 11269336"/>
              <a:gd name="connsiteY186" fmla="*/ 2115957 h 2323145"/>
              <a:gd name="connsiteX187" fmla="*/ 3156256 w 11269336"/>
              <a:gd name="connsiteY187" fmla="*/ 2124773 h 2323145"/>
              <a:gd name="connsiteX188" fmla="*/ 3140298 w 11269336"/>
              <a:gd name="connsiteY188" fmla="*/ 2129182 h 2323145"/>
              <a:gd name="connsiteX189" fmla="*/ 3138514 w 11269336"/>
              <a:gd name="connsiteY189" fmla="*/ 2128069 h 2323145"/>
              <a:gd name="connsiteX190" fmla="*/ 3120467 w 11269336"/>
              <a:gd name="connsiteY190" fmla="*/ 2128281 h 2323145"/>
              <a:gd name="connsiteX191" fmla="*/ 3116175 w 11269336"/>
              <a:gd name="connsiteY191" fmla="*/ 2131633 h 2323145"/>
              <a:gd name="connsiteX192" fmla="*/ 3103685 w 11269336"/>
              <a:gd name="connsiteY192" fmla="*/ 2132814 h 2323145"/>
              <a:gd name="connsiteX193" fmla="*/ 3078794 w 11269336"/>
              <a:gd name="connsiteY193" fmla="*/ 2137935 h 2323145"/>
              <a:gd name="connsiteX194" fmla="*/ 3074407 w 11269336"/>
              <a:gd name="connsiteY194" fmla="*/ 2136274 h 2323145"/>
              <a:gd name="connsiteX195" fmla="*/ 3037285 w 11269336"/>
              <a:gd name="connsiteY195" fmla="*/ 2139919 h 2323145"/>
              <a:gd name="connsiteX196" fmla="*/ 3036901 w 11269336"/>
              <a:gd name="connsiteY196" fmla="*/ 2138726 h 2323145"/>
              <a:gd name="connsiteX197" fmla="*/ 3026996 w 11269336"/>
              <a:gd name="connsiteY197" fmla="*/ 2134322 h 2323145"/>
              <a:gd name="connsiteX198" fmla="*/ 3007772 w 11269336"/>
              <a:gd name="connsiteY198" fmla="*/ 2128742 h 2323145"/>
              <a:gd name="connsiteX199" fmla="*/ 2965030 w 11269336"/>
              <a:gd name="connsiteY199" fmla="*/ 2100494 h 2323145"/>
              <a:gd name="connsiteX200" fmla="*/ 2926342 w 11269336"/>
              <a:gd name="connsiteY200" fmla="*/ 2104155 h 2323145"/>
              <a:gd name="connsiteX201" fmla="*/ 2918608 w 11269336"/>
              <a:gd name="connsiteY201" fmla="*/ 2104215 h 2323145"/>
              <a:gd name="connsiteX202" fmla="*/ 2918475 w 11269336"/>
              <a:gd name="connsiteY202" fmla="*/ 2103937 h 2323145"/>
              <a:gd name="connsiteX203" fmla="*/ 2910360 w 11269336"/>
              <a:gd name="connsiteY203" fmla="*/ 2103444 h 2323145"/>
              <a:gd name="connsiteX204" fmla="*/ 2904507 w 11269336"/>
              <a:gd name="connsiteY204" fmla="*/ 2104326 h 2323145"/>
              <a:gd name="connsiteX205" fmla="*/ 2889503 w 11269336"/>
              <a:gd name="connsiteY205" fmla="*/ 2104443 h 2323145"/>
              <a:gd name="connsiteX206" fmla="*/ 2884480 w 11269336"/>
              <a:gd name="connsiteY206" fmla="*/ 2102626 h 2323145"/>
              <a:gd name="connsiteX207" fmla="*/ 2882689 w 11269336"/>
              <a:gd name="connsiteY207" fmla="*/ 2099228 h 2323145"/>
              <a:gd name="connsiteX208" fmla="*/ 2881291 w 11269336"/>
              <a:gd name="connsiteY208" fmla="*/ 2099618 h 2323145"/>
              <a:gd name="connsiteX209" fmla="*/ 2853979 w 11269336"/>
              <a:gd name="connsiteY209" fmla="*/ 2090388 h 2323145"/>
              <a:gd name="connsiteX210" fmla="*/ 2791790 w 11269336"/>
              <a:gd name="connsiteY210" fmla="*/ 2080332 h 2323145"/>
              <a:gd name="connsiteX211" fmla="*/ 2755844 w 11269336"/>
              <a:gd name="connsiteY211" fmla="*/ 2078874 h 2323145"/>
              <a:gd name="connsiteX212" fmla="*/ 2657742 w 11269336"/>
              <a:gd name="connsiteY212" fmla="*/ 2070179 h 2323145"/>
              <a:gd name="connsiteX213" fmla="*/ 2559549 w 11269336"/>
              <a:gd name="connsiteY213" fmla="*/ 2057873 h 2323145"/>
              <a:gd name="connsiteX214" fmla="*/ 2512054 w 11269336"/>
              <a:gd name="connsiteY214" fmla="*/ 2031671 h 2323145"/>
              <a:gd name="connsiteX215" fmla="*/ 2506437 w 11269336"/>
              <a:gd name="connsiteY215" fmla="*/ 2030918 h 2323145"/>
              <a:gd name="connsiteX216" fmla="*/ 2491752 w 11269336"/>
              <a:gd name="connsiteY216" fmla="*/ 2033906 h 2323145"/>
              <a:gd name="connsiteX217" fmla="*/ 2486338 w 11269336"/>
              <a:gd name="connsiteY217" fmla="*/ 2035862 h 2323145"/>
              <a:gd name="connsiteX218" fmla="*/ 2478186 w 11269336"/>
              <a:gd name="connsiteY218" fmla="*/ 2036953 h 2323145"/>
              <a:gd name="connsiteX219" fmla="*/ 2477950 w 11269336"/>
              <a:gd name="connsiteY219" fmla="*/ 2036715 h 2323145"/>
              <a:gd name="connsiteX220" fmla="*/ 2470381 w 11269336"/>
              <a:gd name="connsiteY220" fmla="*/ 2038256 h 2323145"/>
              <a:gd name="connsiteX221" fmla="*/ 2433781 w 11269336"/>
              <a:gd name="connsiteY221" fmla="*/ 2049140 h 2323145"/>
              <a:gd name="connsiteX222" fmla="*/ 2381172 w 11269336"/>
              <a:gd name="connsiteY222" fmla="*/ 2030645 h 2323145"/>
              <a:gd name="connsiteX223" fmla="*/ 2360198 w 11269336"/>
              <a:gd name="connsiteY223" fmla="*/ 2029059 h 2323145"/>
              <a:gd name="connsiteX224" fmla="*/ 2348815 w 11269336"/>
              <a:gd name="connsiteY224" fmla="*/ 2026798 h 2323145"/>
              <a:gd name="connsiteX225" fmla="*/ 2347988 w 11269336"/>
              <a:gd name="connsiteY225" fmla="*/ 2025745 h 2323145"/>
              <a:gd name="connsiteX226" fmla="*/ 2312920 w 11269336"/>
              <a:gd name="connsiteY226" fmla="*/ 2036311 h 2323145"/>
              <a:gd name="connsiteX227" fmla="*/ 2307986 w 11269336"/>
              <a:gd name="connsiteY227" fmla="*/ 2035583 h 2323145"/>
              <a:gd name="connsiteX228" fmla="*/ 2285481 w 11269336"/>
              <a:gd name="connsiteY228" fmla="*/ 2045197 h 2323145"/>
              <a:gd name="connsiteX229" fmla="*/ 2273666 w 11269336"/>
              <a:gd name="connsiteY229" fmla="*/ 2048710 h 2323145"/>
              <a:gd name="connsiteX230" fmla="*/ 2270719 w 11269336"/>
              <a:gd name="connsiteY230" fmla="*/ 2052702 h 2323145"/>
              <a:gd name="connsiteX231" fmla="*/ 2253080 w 11269336"/>
              <a:gd name="connsiteY231" fmla="*/ 2056363 h 2323145"/>
              <a:gd name="connsiteX232" fmla="*/ 2250906 w 11269336"/>
              <a:gd name="connsiteY232" fmla="*/ 2055654 h 2323145"/>
              <a:gd name="connsiteX233" fmla="*/ 2236905 w 11269336"/>
              <a:gd name="connsiteY233" fmla="*/ 2062882 h 2323145"/>
              <a:gd name="connsiteX234" fmla="*/ 2225830 w 11269336"/>
              <a:gd name="connsiteY234" fmla="*/ 2074027 h 2323145"/>
              <a:gd name="connsiteX235" fmla="*/ 2073776 w 11269336"/>
              <a:gd name="connsiteY235" fmla="*/ 2089244 h 2323145"/>
              <a:gd name="connsiteX236" fmla="*/ 1948256 w 11269336"/>
              <a:gd name="connsiteY236" fmla="*/ 2146616 h 2323145"/>
              <a:gd name="connsiteX237" fmla="*/ 1865582 w 11269336"/>
              <a:gd name="connsiteY237" fmla="*/ 2153738 h 2323145"/>
              <a:gd name="connsiteX238" fmla="*/ 1835210 w 11269336"/>
              <a:gd name="connsiteY238" fmla="*/ 2134244 h 2323145"/>
              <a:gd name="connsiteX239" fmla="*/ 1632661 w 11269336"/>
              <a:gd name="connsiteY239" fmla="*/ 2173882 h 2323145"/>
              <a:gd name="connsiteX240" fmla="*/ 1579590 w 11269336"/>
              <a:gd name="connsiteY240" fmla="*/ 2173680 h 2323145"/>
              <a:gd name="connsiteX241" fmla="*/ 1535601 w 11269336"/>
              <a:gd name="connsiteY241" fmla="*/ 2194590 h 2323145"/>
              <a:gd name="connsiteX242" fmla="*/ 1515594 w 11269336"/>
              <a:gd name="connsiteY242" fmla="*/ 2189622 h 2323145"/>
              <a:gd name="connsiteX243" fmla="*/ 1512113 w 11269336"/>
              <a:gd name="connsiteY243" fmla="*/ 2188534 h 2323145"/>
              <a:gd name="connsiteX244" fmla="*/ 1498838 w 11269336"/>
              <a:gd name="connsiteY244" fmla="*/ 2189213 h 2323145"/>
              <a:gd name="connsiteX245" fmla="*/ 1494279 w 11269336"/>
              <a:gd name="connsiteY245" fmla="*/ 2183112 h 2323145"/>
              <a:gd name="connsiteX246" fmla="*/ 1473714 w 11269336"/>
              <a:gd name="connsiteY246" fmla="*/ 2179625 h 2323145"/>
              <a:gd name="connsiteX247" fmla="*/ 1449503 w 11269336"/>
              <a:gd name="connsiteY247" fmla="*/ 2182633 h 2323145"/>
              <a:gd name="connsiteX248" fmla="*/ 1335495 w 11269336"/>
              <a:gd name="connsiteY248" fmla="*/ 2203940 h 2323145"/>
              <a:gd name="connsiteX249" fmla="*/ 1266687 w 11269336"/>
              <a:gd name="connsiteY249" fmla="*/ 2212688 h 2323145"/>
              <a:gd name="connsiteX250" fmla="*/ 1239614 w 11269336"/>
              <a:gd name="connsiteY250" fmla="*/ 2209727 h 2323145"/>
              <a:gd name="connsiteX251" fmla="*/ 1202436 w 11269336"/>
              <a:gd name="connsiteY251" fmla="*/ 2209817 h 2323145"/>
              <a:gd name="connsiteX252" fmla="*/ 1136097 w 11269336"/>
              <a:gd name="connsiteY252" fmla="*/ 2205112 h 2323145"/>
              <a:gd name="connsiteX253" fmla="*/ 1048229 w 11269336"/>
              <a:gd name="connsiteY253" fmla="*/ 2207249 h 2323145"/>
              <a:gd name="connsiteX254" fmla="*/ 988232 w 11269336"/>
              <a:gd name="connsiteY254" fmla="*/ 2235635 h 2323145"/>
              <a:gd name="connsiteX255" fmla="*/ 981959 w 11269336"/>
              <a:gd name="connsiteY255" fmla="*/ 2231607 h 2323145"/>
              <a:gd name="connsiteX256" fmla="*/ 938600 w 11269336"/>
              <a:gd name="connsiteY256" fmla="*/ 2238113 h 2323145"/>
              <a:gd name="connsiteX257" fmla="*/ 791788 w 11269336"/>
              <a:gd name="connsiteY257" fmla="*/ 2293224 h 2323145"/>
              <a:gd name="connsiteX258" fmla="*/ 706914 w 11269336"/>
              <a:gd name="connsiteY258" fmla="*/ 2305046 h 2323145"/>
              <a:gd name="connsiteX259" fmla="*/ 675971 w 11269336"/>
              <a:gd name="connsiteY259" fmla="*/ 2304030 h 2323145"/>
              <a:gd name="connsiteX260" fmla="*/ 624180 w 11269336"/>
              <a:gd name="connsiteY260" fmla="*/ 2302650 h 2323145"/>
              <a:gd name="connsiteX261" fmla="*/ 583453 w 11269336"/>
              <a:gd name="connsiteY261" fmla="*/ 2288788 h 2323145"/>
              <a:gd name="connsiteX262" fmla="*/ 540946 w 11269336"/>
              <a:gd name="connsiteY262" fmla="*/ 2292721 h 2323145"/>
              <a:gd name="connsiteX263" fmla="*/ 533680 w 11269336"/>
              <a:gd name="connsiteY263" fmla="*/ 2310233 h 2323145"/>
              <a:gd name="connsiteX264" fmla="*/ 487366 w 11269336"/>
              <a:gd name="connsiteY264" fmla="*/ 2309053 h 2323145"/>
              <a:gd name="connsiteX265" fmla="*/ 416820 w 11269336"/>
              <a:gd name="connsiteY265" fmla="*/ 2305443 h 2323145"/>
              <a:gd name="connsiteX266" fmla="*/ 376805 w 11269336"/>
              <a:gd name="connsiteY266" fmla="*/ 2307647 h 2323145"/>
              <a:gd name="connsiteX267" fmla="*/ 266777 w 11269336"/>
              <a:gd name="connsiteY267" fmla="*/ 2309012 h 2323145"/>
              <a:gd name="connsiteX268" fmla="*/ 156013 w 11269336"/>
              <a:gd name="connsiteY268" fmla="*/ 2306832 h 2323145"/>
              <a:gd name="connsiteX269" fmla="*/ 87258 w 11269336"/>
              <a:gd name="connsiteY269" fmla="*/ 2285511 h 2323145"/>
              <a:gd name="connsiteX270" fmla="*/ 23798 w 11269336"/>
              <a:gd name="connsiteY270" fmla="*/ 2281822 h 2323145"/>
              <a:gd name="connsiteX271" fmla="*/ 0 w 11269336"/>
              <a:gd name="connsiteY271" fmla="*/ 2285369 h 2323145"/>
              <a:gd name="connsiteX272" fmla="*/ 0 w 11269336"/>
              <a:gd name="connsiteY272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742561 w 11269336"/>
              <a:gd name="connsiteY18" fmla="*/ 500437 h 2323145"/>
              <a:gd name="connsiteX19" fmla="*/ 9561831 w 11269336"/>
              <a:gd name="connsiteY19" fmla="*/ 547649 h 2323145"/>
              <a:gd name="connsiteX20" fmla="*/ 9380600 w 11269336"/>
              <a:gd name="connsiteY20" fmla="*/ 549821 h 2323145"/>
              <a:gd name="connsiteX21" fmla="*/ 9139429 w 11269336"/>
              <a:gd name="connsiteY21" fmla="*/ 696446 h 2323145"/>
              <a:gd name="connsiteX22" fmla="*/ 9114263 w 11269336"/>
              <a:gd name="connsiteY22" fmla="*/ 709213 h 2323145"/>
              <a:gd name="connsiteX23" fmla="*/ 9028928 w 11269336"/>
              <a:gd name="connsiteY23" fmla="*/ 745350 h 2323145"/>
              <a:gd name="connsiteX24" fmla="*/ 8977138 w 11269336"/>
              <a:gd name="connsiteY24" fmla="*/ 774970 h 2323145"/>
              <a:gd name="connsiteX25" fmla="*/ 8947030 w 11269336"/>
              <a:gd name="connsiteY25" fmla="*/ 814934 h 2323145"/>
              <a:gd name="connsiteX26" fmla="*/ 8914746 w 11269336"/>
              <a:gd name="connsiteY26" fmla="*/ 826428 h 2323145"/>
              <a:gd name="connsiteX27" fmla="*/ 8917778 w 11269336"/>
              <a:gd name="connsiteY27" fmla="*/ 835198 h 2323145"/>
              <a:gd name="connsiteX28" fmla="*/ 8905560 w 11269336"/>
              <a:gd name="connsiteY28" fmla="*/ 838358 h 2323145"/>
              <a:gd name="connsiteX29" fmla="*/ 8897564 w 11269336"/>
              <a:gd name="connsiteY29" fmla="*/ 834287 h 2323145"/>
              <a:gd name="connsiteX30" fmla="*/ 8878040 w 11269336"/>
              <a:gd name="connsiteY30" fmla="*/ 844150 h 2323145"/>
              <a:gd name="connsiteX31" fmla="*/ 8882654 w 11269336"/>
              <a:gd name="connsiteY31" fmla="*/ 892768 h 2323145"/>
              <a:gd name="connsiteX32" fmla="*/ 8837498 w 11269336"/>
              <a:gd name="connsiteY32" fmla="*/ 885664 h 2323145"/>
              <a:gd name="connsiteX33" fmla="*/ 8795998 w 11269336"/>
              <a:gd name="connsiteY33" fmla="*/ 863337 h 2323145"/>
              <a:gd name="connsiteX34" fmla="*/ 8776970 w 11269336"/>
              <a:gd name="connsiteY34" fmla="*/ 885177 h 2323145"/>
              <a:gd name="connsiteX35" fmla="*/ 8755719 w 11269336"/>
              <a:gd name="connsiteY35" fmla="*/ 889754 h 2323145"/>
              <a:gd name="connsiteX36" fmla="*/ 8743257 w 11269336"/>
              <a:gd name="connsiteY36" fmla="*/ 904723 h 2323145"/>
              <a:gd name="connsiteX37" fmla="*/ 8721366 w 11269336"/>
              <a:gd name="connsiteY37" fmla="*/ 904711 h 2323145"/>
              <a:gd name="connsiteX38" fmla="*/ 8678353 w 11269336"/>
              <a:gd name="connsiteY38" fmla="*/ 926318 h 2323145"/>
              <a:gd name="connsiteX39" fmla="*/ 8636849 w 11269336"/>
              <a:gd name="connsiteY39" fmla="*/ 937900 h 2323145"/>
              <a:gd name="connsiteX40" fmla="*/ 8620213 w 11269336"/>
              <a:gd name="connsiteY40" fmla="*/ 943068 h 2323145"/>
              <a:gd name="connsiteX41" fmla="*/ 8612581 w 11269336"/>
              <a:gd name="connsiteY41" fmla="*/ 952695 h 2323145"/>
              <a:gd name="connsiteX42" fmla="*/ 8589038 w 11269336"/>
              <a:gd name="connsiteY42" fmla="*/ 963892 h 2323145"/>
              <a:gd name="connsiteX43" fmla="*/ 8579950 w 11269336"/>
              <a:gd name="connsiteY43" fmla="*/ 960899 h 2323145"/>
              <a:gd name="connsiteX44" fmla="*/ 8579319 w 11269336"/>
              <a:gd name="connsiteY44" fmla="*/ 965630 h 2323145"/>
              <a:gd name="connsiteX45" fmla="*/ 8547429 w 11269336"/>
              <a:gd name="connsiteY45" fmla="*/ 984506 h 2323145"/>
              <a:gd name="connsiteX46" fmla="*/ 8478704 w 11269336"/>
              <a:gd name="connsiteY46" fmla="*/ 1025490 h 2323145"/>
              <a:gd name="connsiteX47" fmla="*/ 8461421 w 11269336"/>
              <a:gd name="connsiteY47" fmla="*/ 1035512 h 2323145"/>
              <a:gd name="connsiteX48" fmla="*/ 8445003 w 11269336"/>
              <a:gd name="connsiteY48" fmla="*/ 1036851 h 2323145"/>
              <a:gd name="connsiteX49" fmla="*/ 8357350 w 11269336"/>
              <a:gd name="connsiteY49" fmla="*/ 1060213 h 2323145"/>
              <a:gd name="connsiteX50" fmla="*/ 8335565 w 11269336"/>
              <a:gd name="connsiteY50" fmla="*/ 1061151 h 2323145"/>
              <a:gd name="connsiteX51" fmla="*/ 8325267 w 11269336"/>
              <a:gd name="connsiteY51" fmla="*/ 1055919 h 2323145"/>
              <a:gd name="connsiteX52" fmla="*/ 8293586 w 11269336"/>
              <a:gd name="connsiteY52" fmla="*/ 1076144 h 2323145"/>
              <a:gd name="connsiteX53" fmla="*/ 8242405 w 11269336"/>
              <a:gd name="connsiteY53" fmla="*/ 1095960 h 2323145"/>
              <a:gd name="connsiteX54" fmla="*/ 8218531 w 11269336"/>
              <a:gd name="connsiteY54" fmla="*/ 1107622 h 2323145"/>
              <a:gd name="connsiteX55" fmla="*/ 8197391 w 11269336"/>
              <a:gd name="connsiteY55" fmla="*/ 1107746 h 2323145"/>
              <a:gd name="connsiteX56" fmla="*/ 8081474 w 11269336"/>
              <a:gd name="connsiteY56" fmla="*/ 1130125 h 2323145"/>
              <a:gd name="connsiteX57" fmla="*/ 8053585 w 11269336"/>
              <a:gd name="connsiteY57" fmla="*/ 1129169 h 2323145"/>
              <a:gd name="connsiteX58" fmla="*/ 8038422 w 11269336"/>
              <a:gd name="connsiteY58" fmla="*/ 1119092 h 2323145"/>
              <a:gd name="connsiteX59" fmla="*/ 8029450 w 11269336"/>
              <a:gd name="connsiteY59" fmla="*/ 1125592 h 2323145"/>
              <a:gd name="connsiteX60" fmla="*/ 7959552 w 11269336"/>
              <a:gd name="connsiteY60" fmla="*/ 1140188 h 2323145"/>
              <a:gd name="connsiteX61" fmla="*/ 7914188 w 11269336"/>
              <a:gd name="connsiteY61" fmla="*/ 1150862 h 2323145"/>
              <a:gd name="connsiteX62" fmla="*/ 7914918 w 11269336"/>
              <a:gd name="connsiteY62" fmla="*/ 1168758 h 2323145"/>
              <a:gd name="connsiteX63" fmla="*/ 7875510 w 11269336"/>
              <a:gd name="connsiteY63" fmla="*/ 1183153 h 2323145"/>
              <a:gd name="connsiteX64" fmla="*/ 7829932 w 11269336"/>
              <a:gd name="connsiteY64" fmla="*/ 1180782 h 2323145"/>
              <a:gd name="connsiteX65" fmla="*/ 7779182 w 11269336"/>
              <a:gd name="connsiteY65" fmla="*/ 1192665 h 2323145"/>
              <a:gd name="connsiteX66" fmla="*/ 7748774 w 11269336"/>
              <a:gd name="connsiteY66" fmla="*/ 1199586 h 2323145"/>
              <a:gd name="connsiteX67" fmla="*/ 7671846 w 11269336"/>
              <a:gd name="connsiteY67" fmla="*/ 1231966 h 2323145"/>
              <a:gd name="connsiteX68" fmla="*/ 7554146 w 11269336"/>
              <a:gd name="connsiteY68" fmla="*/ 1319748 h 2323145"/>
              <a:gd name="connsiteX69" fmla="*/ 7515052 w 11269336"/>
              <a:gd name="connsiteY69" fmla="*/ 1336718 h 2323145"/>
              <a:gd name="connsiteX70" fmla="*/ 7507193 w 11269336"/>
              <a:gd name="connsiteY70" fmla="*/ 1334617 h 2323145"/>
              <a:gd name="connsiteX71" fmla="*/ 7461694 w 11269336"/>
              <a:gd name="connsiteY71" fmla="*/ 1375866 h 2323145"/>
              <a:gd name="connsiteX72" fmla="*/ 7377571 w 11269336"/>
              <a:gd name="connsiteY72" fmla="*/ 1400128 h 2323145"/>
              <a:gd name="connsiteX73" fmla="*/ 7311261 w 11269336"/>
              <a:gd name="connsiteY73" fmla="*/ 1412652 h 2323145"/>
              <a:gd name="connsiteX74" fmla="*/ 7275307 w 11269336"/>
              <a:gd name="connsiteY74" fmla="*/ 1422171 h 2323145"/>
              <a:gd name="connsiteX75" fmla="*/ 7247783 w 11269336"/>
              <a:gd name="connsiteY75" fmla="*/ 1426330 h 2323145"/>
              <a:gd name="connsiteX76" fmla="*/ 7185047 w 11269336"/>
              <a:gd name="connsiteY76" fmla="*/ 1451812 h 2323145"/>
              <a:gd name="connsiteX77" fmla="*/ 7084117 w 11269336"/>
              <a:gd name="connsiteY77" fmla="*/ 1500281 h 2323145"/>
              <a:gd name="connsiteX78" fmla="*/ 7062011 w 11269336"/>
              <a:gd name="connsiteY78" fmla="*/ 1509183 h 2323145"/>
              <a:gd name="connsiteX79" fmla="*/ 7040555 w 11269336"/>
              <a:gd name="connsiteY79" fmla="*/ 1511207 h 2323145"/>
              <a:gd name="connsiteX80" fmla="*/ 7033438 w 11269336"/>
              <a:gd name="connsiteY80" fmla="*/ 1506772 h 2323145"/>
              <a:gd name="connsiteX81" fmla="*/ 7020886 w 11269336"/>
              <a:gd name="connsiteY81" fmla="*/ 1510764 h 2323145"/>
              <a:gd name="connsiteX82" fmla="*/ 7017033 w 11269336"/>
              <a:gd name="connsiteY82" fmla="*/ 1510650 h 2323145"/>
              <a:gd name="connsiteX83" fmla="*/ 6995460 w 11269336"/>
              <a:gd name="connsiteY83" fmla="*/ 1511173 h 2323145"/>
              <a:gd name="connsiteX84" fmla="*/ 6962144 w 11269336"/>
              <a:gd name="connsiteY84" fmla="*/ 1541508 h 2323145"/>
              <a:gd name="connsiteX85" fmla="*/ 6910674 w 11269336"/>
              <a:gd name="connsiteY85" fmla="*/ 1554793 h 2323145"/>
              <a:gd name="connsiteX86" fmla="*/ 6732152 w 11269336"/>
              <a:gd name="connsiteY86" fmla="*/ 1642538 h 2323145"/>
              <a:gd name="connsiteX87" fmla="*/ 6694106 w 11269336"/>
              <a:gd name="connsiteY87" fmla="*/ 1632377 h 2323145"/>
              <a:gd name="connsiteX88" fmla="*/ 6617223 w 11269336"/>
              <a:gd name="connsiteY88" fmla="*/ 1659889 h 2323145"/>
              <a:gd name="connsiteX89" fmla="*/ 6521138 w 11269336"/>
              <a:gd name="connsiteY89" fmla="*/ 1744340 h 2323145"/>
              <a:gd name="connsiteX90" fmla="*/ 6380677 w 11269336"/>
              <a:gd name="connsiteY90" fmla="*/ 1796883 h 2323145"/>
              <a:gd name="connsiteX91" fmla="*/ 6374897 w 11269336"/>
              <a:gd name="connsiteY91" fmla="*/ 1809910 h 2323145"/>
              <a:gd name="connsiteX92" fmla="*/ 6364545 w 11269336"/>
              <a:gd name="connsiteY92" fmla="*/ 1820090 h 2323145"/>
              <a:gd name="connsiteX93" fmla="*/ 6362126 w 11269336"/>
              <a:gd name="connsiteY93" fmla="*/ 1819991 h 2323145"/>
              <a:gd name="connsiteX94" fmla="*/ 6346673 w 11269336"/>
              <a:gd name="connsiteY94" fmla="*/ 1827824 h 2323145"/>
              <a:gd name="connsiteX95" fmla="*/ 6345588 w 11269336"/>
              <a:gd name="connsiteY95" fmla="*/ 1832232 h 2323145"/>
              <a:gd name="connsiteX96" fmla="*/ 6335708 w 11269336"/>
              <a:gd name="connsiteY96" fmla="*/ 1838451 h 2323145"/>
              <a:gd name="connsiteX97" fmla="*/ 6318182 w 11269336"/>
              <a:gd name="connsiteY97" fmla="*/ 1852975 h 2323145"/>
              <a:gd name="connsiteX98" fmla="*/ 6313084 w 11269336"/>
              <a:gd name="connsiteY98" fmla="*/ 1853561 h 2323145"/>
              <a:gd name="connsiteX99" fmla="*/ 6283816 w 11269336"/>
              <a:gd name="connsiteY99" fmla="*/ 1872148 h 2323145"/>
              <a:gd name="connsiteX100" fmla="*/ 6282550 w 11269336"/>
              <a:gd name="connsiteY100" fmla="*/ 1871392 h 2323145"/>
              <a:gd name="connsiteX101" fmla="*/ 6270527 w 11269336"/>
              <a:gd name="connsiteY101" fmla="*/ 1872208 h 2323145"/>
              <a:gd name="connsiteX102" fmla="*/ 6249518 w 11269336"/>
              <a:gd name="connsiteY102" fmla="*/ 1876079 h 2323145"/>
              <a:gd name="connsiteX103" fmla="*/ 6190386 w 11269336"/>
              <a:gd name="connsiteY103" fmla="*/ 1872478 h 2323145"/>
              <a:gd name="connsiteX104" fmla="*/ 6159777 w 11269336"/>
              <a:gd name="connsiteY104" fmla="*/ 1891745 h 2323145"/>
              <a:gd name="connsiteX105" fmla="*/ 6153131 w 11269336"/>
              <a:gd name="connsiteY105" fmla="*/ 1895079 h 2323145"/>
              <a:gd name="connsiteX106" fmla="*/ 6152798 w 11269336"/>
              <a:gd name="connsiteY106" fmla="*/ 1894920 h 2323145"/>
              <a:gd name="connsiteX107" fmla="*/ 6145388 w 11269336"/>
              <a:gd name="connsiteY107" fmla="*/ 1897990 h 2323145"/>
              <a:gd name="connsiteX108" fmla="*/ 6141014 w 11269336"/>
              <a:gd name="connsiteY108" fmla="*/ 1901155 h 2323145"/>
              <a:gd name="connsiteX109" fmla="*/ 6128122 w 11269336"/>
              <a:gd name="connsiteY109" fmla="*/ 1907623 h 2323145"/>
              <a:gd name="connsiteX110" fmla="*/ 6122351 w 11269336"/>
              <a:gd name="connsiteY110" fmla="*/ 1908359 h 2323145"/>
              <a:gd name="connsiteX111" fmla="*/ 6064750 w 11269336"/>
              <a:gd name="connsiteY111" fmla="*/ 1896394 h 2323145"/>
              <a:gd name="connsiteX112" fmla="*/ 5964230 w 11269336"/>
              <a:gd name="connsiteY112" fmla="*/ 1910038 h 2323145"/>
              <a:gd name="connsiteX113" fmla="*/ 5865399 w 11269336"/>
              <a:gd name="connsiteY113" fmla="*/ 1926966 h 2323145"/>
              <a:gd name="connsiteX114" fmla="*/ 5829951 w 11269336"/>
              <a:gd name="connsiteY114" fmla="*/ 1934755 h 2323145"/>
              <a:gd name="connsiteX115" fmla="*/ 5765285 w 11269336"/>
              <a:gd name="connsiteY115" fmla="*/ 1941322 h 2323145"/>
              <a:gd name="connsiteX116" fmla="*/ 5734750 w 11269336"/>
              <a:gd name="connsiteY116" fmla="*/ 1939793 h 2323145"/>
              <a:gd name="connsiteX117" fmla="*/ 5733569 w 11269336"/>
              <a:gd name="connsiteY117" fmla="*/ 1940505 h 2323145"/>
              <a:gd name="connsiteX118" fmla="*/ 5730329 w 11269336"/>
              <a:gd name="connsiteY118" fmla="*/ 1937845 h 2323145"/>
              <a:gd name="connsiteX119" fmla="*/ 5724661 w 11269336"/>
              <a:gd name="connsiteY119" fmla="*/ 1937455 h 2323145"/>
              <a:gd name="connsiteX120" fmla="*/ 5710186 w 11269336"/>
              <a:gd name="connsiteY120" fmla="*/ 1941370 h 2323145"/>
              <a:gd name="connsiteX121" fmla="*/ 5704910 w 11269336"/>
              <a:gd name="connsiteY121" fmla="*/ 1943663 h 2323145"/>
              <a:gd name="connsiteX122" fmla="*/ 5696836 w 11269336"/>
              <a:gd name="connsiteY122" fmla="*/ 1945271 h 2323145"/>
              <a:gd name="connsiteX123" fmla="*/ 5696583 w 11269336"/>
              <a:gd name="connsiteY123" fmla="*/ 1945050 h 2323145"/>
              <a:gd name="connsiteX124" fmla="*/ 5689123 w 11269336"/>
              <a:gd name="connsiteY124" fmla="*/ 1947067 h 2323145"/>
              <a:gd name="connsiteX125" fmla="*/ 5653291 w 11269336"/>
              <a:gd name="connsiteY125" fmla="*/ 1960245 h 2323145"/>
              <a:gd name="connsiteX126" fmla="*/ 5599385 w 11269336"/>
              <a:gd name="connsiteY126" fmla="*/ 1945198 h 2323145"/>
              <a:gd name="connsiteX127" fmla="*/ 5578300 w 11269336"/>
              <a:gd name="connsiteY127" fmla="*/ 1944963 h 2323145"/>
              <a:gd name="connsiteX128" fmla="*/ 5566758 w 11269336"/>
              <a:gd name="connsiteY128" fmla="*/ 1943441 h 2323145"/>
              <a:gd name="connsiteX129" fmla="*/ 5565857 w 11269336"/>
              <a:gd name="connsiteY129" fmla="*/ 1942445 h 2323145"/>
              <a:gd name="connsiteX130" fmla="*/ 5531534 w 11269336"/>
              <a:gd name="connsiteY130" fmla="*/ 1955208 h 2323145"/>
              <a:gd name="connsiteX131" fmla="*/ 5526552 w 11269336"/>
              <a:gd name="connsiteY131" fmla="*/ 1954799 h 2323145"/>
              <a:gd name="connsiteX132" fmla="*/ 5504723 w 11269336"/>
              <a:gd name="connsiteY132" fmla="*/ 1965811 h 2323145"/>
              <a:gd name="connsiteX133" fmla="*/ 5493156 w 11269336"/>
              <a:gd name="connsiteY133" fmla="*/ 1970063 h 2323145"/>
              <a:gd name="connsiteX134" fmla="*/ 5490486 w 11269336"/>
              <a:gd name="connsiteY134" fmla="*/ 1974227 h 2323145"/>
              <a:gd name="connsiteX135" fmla="*/ 5473107 w 11269336"/>
              <a:gd name="connsiteY135" fmla="*/ 1979001 h 2323145"/>
              <a:gd name="connsiteX136" fmla="*/ 5470885 w 11269336"/>
              <a:gd name="connsiteY136" fmla="*/ 1978432 h 2323145"/>
              <a:gd name="connsiteX137" fmla="*/ 5457393 w 11269336"/>
              <a:gd name="connsiteY137" fmla="*/ 1986525 h 2323145"/>
              <a:gd name="connsiteX138" fmla="*/ 5447102 w 11269336"/>
              <a:gd name="connsiteY138" fmla="*/ 1998329 h 2323145"/>
              <a:gd name="connsiteX139" fmla="*/ 5159151 w 11269336"/>
              <a:gd name="connsiteY139" fmla="*/ 2029640 h 2323145"/>
              <a:gd name="connsiteX140" fmla="*/ 5060738 w 11269336"/>
              <a:gd name="connsiteY140" fmla="*/ 2083274 h 2323145"/>
              <a:gd name="connsiteX141" fmla="*/ 4860988 w 11269336"/>
              <a:gd name="connsiteY141" fmla="*/ 2135698 h 2323145"/>
              <a:gd name="connsiteX142" fmla="*/ 4807902 w 11269336"/>
              <a:gd name="connsiteY142" fmla="*/ 2138894 h 2323145"/>
              <a:gd name="connsiteX143" fmla="*/ 4765388 w 11269336"/>
              <a:gd name="connsiteY143" fmla="*/ 2162525 h 2323145"/>
              <a:gd name="connsiteX144" fmla="*/ 4745033 w 11269336"/>
              <a:gd name="connsiteY144" fmla="*/ 2158859 h 2323145"/>
              <a:gd name="connsiteX145" fmla="*/ 4741475 w 11269336"/>
              <a:gd name="connsiteY145" fmla="*/ 2157998 h 2323145"/>
              <a:gd name="connsiteX146" fmla="*/ 4728247 w 11269336"/>
              <a:gd name="connsiteY146" fmla="*/ 2159526 h 2323145"/>
              <a:gd name="connsiteX147" fmla="*/ 4723263 w 11269336"/>
              <a:gd name="connsiteY147" fmla="*/ 2153742 h 2323145"/>
              <a:gd name="connsiteX148" fmla="*/ 4702453 w 11269336"/>
              <a:gd name="connsiteY148" fmla="*/ 2151586 h 2323145"/>
              <a:gd name="connsiteX149" fmla="*/ 4678455 w 11269336"/>
              <a:gd name="connsiteY149" fmla="*/ 2156131 h 2323145"/>
              <a:gd name="connsiteX150" fmla="*/ 4593061 w 11269336"/>
              <a:gd name="connsiteY150" fmla="*/ 2171597 h 2323145"/>
              <a:gd name="connsiteX151" fmla="*/ 4579902 w 11269336"/>
              <a:gd name="connsiteY151" fmla="*/ 2177927 h 2323145"/>
              <a:gd name="connsiteX152" fmla="*/ 4533444 w 11269336"/>
              <a:gd name="connsiteY152" fmla="*/ 2181200 h 2323145"/>
              <a:gd name="connsiteX153" fmla="*/ 4492832 w 11269336"/>
              <a:gd name="connsiteY153" fmla="*/ 2188033 h 2323145"/>
              <a:gd name="connsiteX154" fmla="*/ 4467257 w 11269336"/>
              <a:gd name="connsiteY154" fmla="*/ 2196121 h 2323145"/>
              <a:gd name="connsiteX155" fmla="*/ 4459937 w 11269336"/>
              <a:gd name="connsiteY155" fmla="*/ 2195182 h 2323145"/>
              <a:gd name="connsiteX156" fmla="*/ 4433312 w 11269336"/>
              <a:gd name="connsiteY156" fmla="*/ 2199004 h 2323145"/>
              <a:gd name="connsiteX157" fmla="*/ 4420601 w 11269336"/>
              <a:gd name="connsiteY157" fmla="*/ 2205158 h 2323145"/>
              <a:gd name="connsiteX158" fmla="*/ 4405765 w 11269336"/>
              <a:gd name="connsiteY158" fmla="*/ 2199902 h 2323145"/>
              <a:gd name="connsiteX159" fmla="*/ 4401354 w 11269336"/>
              <a:gd name="connsiteY159" fmla="*/ 2194745 h 2323145"/>
              <a:gd name="connsiteX160" fmla="*/ 4383151 w 11269336"/>
              <a:gd name="connsiteY160" fmla="*/ 2201140 h 2323145"/>
              <a:gd name="connsiteX161" fmla="*/ 4366646 w 11269336"/>
              <a:gd name="connsiteY161" fmla="*/ 2198564 h 2323145"/>
              <a:gd name="connsiteX162" fmla="*/ 4354009 w 11269336"/>
              <a:gd name="connsiteY162" fmla="*/ 2204984 h 2323145"/>
              <a:gd name="connsiteX163" fmla="*/ 4348284 w 11269336"/>
              <a:gd name="connsiteY163" fmla="*/ 2205270 h 2323145"/>
              <a:gd name="connsiteX164" fmla="*/ 4333906 w 11269336"/>
              <a:gd name="connsiteY164" fmla="*/ 2205251 h 2323145"/>
              <a:gd name="connsiteX165" fmla="*/ 4308819 w 11269336"/>
              <a:gd name="connsiteY165" fmla="*/ 2203822 h 2323145"/>
              <a:gd name="connsiteX166" fmla="*/ 4301210 w 11269336"/>
              <a:gd name="connsiteY166" fmla="*/ 2204456 h 2323145"/>
              <a:gd name="connsiteX167" fmla="*/ 4283095 w 11269336"/>
              <a:gd name="connsiteY167" fmla="*/ 2198177 h 2323145"/>
              <a:gd name="connsiteX168" fmla="*/ 4250119 w 11269336"/>
              <a:gd name="connsiteY168" fmla="*/ 2196342 h 2323145"/>
              <a:gd name="connsiteX169" fmla="*/ 4189203 w 11269336"/>
              <a:gd name="connsiteY169" fmla="*/ 2178994 h 2323145"/>
              <a:gd name="connsiteX170" fmla="*/ 4154035 w 11269336"/>
              <a:gd name="connsiteY170" fmla="*/ 2171950 h 2323145"/>
              <a:gd name="connsiteX171" fmla="*/ 4129569 w 11269336"/>
              <a:gd name="connsiteY171" fmla="*/ 2163850 h 2323145"/>
              <a:gd name="connsiteX172" fmla="*/ 4061250 w 11269336"/>
              <a:gd name="connsiteY172" fmla="*/ 2159236 h 2323145"/>
              <a:gd name="connsiteX173" fmla="*/ 3945480 w 11269336"/>
              <a:gd name="connsiteY173" fmla="*/ 2158279 h 2323145"/>
              <a:gd name="connsiteX174" fmla="*/ 3921468 w 11269336"/>
              <a:gd name="connsiteY174" fmla="*/ 2156588 h 2323145"/>
              <a:gd name="connsiteX175" fmla="*/ 3903348 w 11269336"/>
              <a:gd name="connsiteY175" fmla="*/ 2149220 h 2323145"/>
              <a:gd name="connsiteX176" fmla="*/ 3901342 w 11269336"/>
              <a:gd name="connsiteY176" fmla="*/ 2142355 h 2323145"/>
              <a:gd name="connsiteX177" fmla="*/ 3888539 w 11269336"/>
              <a:gd name="connsiteY177" fmla="*/ 2140476 h 2323145"/>
              <a:gd name="connsiteX178" fmla="*/ 3885662 w 11269336"/>
              <a:gd name="connsiteY178" fmla="*/ 2138740 h 2323145"/>
              <a:gd name="connsiteX179" fmla="*/ 3868627 w 11269336"/>
              <a:gd name="connsiteY179" fmla="*/ 2130023 h 2323145"/>
              <a:gd name="connsiteX180" fmla="*/ 3819177 w 11269336"/>
              <a:gd name="connsiteY180" fmla="*/ 2142111 h 2323145"/>
              <a:gd name="connsiteX181" fmla="*/ 3769100 w 11269336"/>
              <a:gd name="connsiteY181" fmla="*/ 2131731 h 2323145"/>
              <a:gd name="connsiteX182" fmla="*/ 3562752 w 11269336"/>
              <a:gd name="connsiteY182" fmla="*/ 2131785 h 2323145"/>
              <a:gd name="connsiteX183" fmla="*/ 3541402 w 11269336"/>
              <a:gd name="connsiteY183" fmla="*/ 2106821 h 2323145"/>
              <a:gd name="connsiteX184" fmla="*/ 3460591 w 11269336"/>
              <a:gd name="connsiteY184" fmla="*/ 2097951 h 2323145"/>
              <a:gd name="connsiteX185" fmla="*/ 3320348 w 11269336"/>
              <a:gd name="connsiteY185" fmla="*/ 2130191 h 2323145"/>
              <a:gd name="connsiteX186" fmla="*/ 3170922 w 11269336"/>
              <a:gd name="connsiteY186" fmla="*/ 2115957 h 2323145"/>
              <a:gd name="connsiteX187" fmla="*/ 3156256 w 11269336"/>
              <a:gd name="connsiteY187" fmla="*/ 2124773 h 2323145"/>
              <a:gd name="connsiteX188" fmla="*/ 3140298 w 11269336"/>
              <a:gd name="connsiteY188" fmla="*/ 2129182 h 2323145"/>
              <a:gd name="connsiteX189" fmla="*/ 3138514 w 11269336"/>
              <a:gd name="connsiteY189" fmla="*/ 2128069 h 2323145"/>
              <a:gd name="connsiteX190" fmla="*/ 3120467 w 11269336"/>
              <a:gd name="connsiteY190" fmla="*/ 2128281 h 2323145"/>
              <a:gd name="connsiteX191" fmla="*/ 3116175 w 11269336"/>
              <a:gd name="connsiteY191" fmla="*/ 2131633 h 2323145"/>
              <a:gd name="connsiteX192" fmla="*/ 3103685 w 11269336"/>
              <a:gd name="connsiteY192" fmla="*/ 2132814 h 2323145"/>
              <a:gd name="connsiteX193" fmla="*/ 3078794 w 11269336"/>
              <a:gd name="connsiteY193" fmla="*/ 2137935 h 2323145"/>
              <a:gd name="connsiteX194" fmla="*/ 3074407 w 11269336"/>
              <a:gd name="connsiteY194" fmla="*/ 2136274 h 2323145"/>
              <a:gd name="connsiteX195" fmla="*/ 3037285 w 11269336"/>
              <a:gd name="connsiteY195" fmla="*/ 2139919 h 2323145"/>
              <a:gd name="connsiteX196" fmla="*/ 3036901 w 11269336"/>
              <a:gd name="connsiteY196" fmla="*/ 2138726 h 2323145"/>
              <a:gd name="connsiteX197" fmla="*/ 3026996 w 11269336"/>
              <a:gd name="connsiteY197" fmla="*/ 2134322 h 2323145"/>
              <a:gd name="connsiteX198" fmla="*/ 3007772 w 11269336"/>
              <a:gd name="connsiteY198" fmla="*/ 2128742 h 2323145"/>
              <a:gd name="connsiteX199" fmla="*/ 2965030 w 11269336"/>
              <a:gd name="connsiteY199" fmla="*/ 2100494 h 2323145"/>
              <a:gd name="connsiteX200" fmla="*/ 2926342 w 11269336"/>
              <a:gd name="connsiteY200" fmla="*/ 2104155 h 2323145"/>
              <a:gd name="connsiteX201" fmla="*/ 2918608 w 11269336"/>
              <a:gd name="connsiteY201" fmla="*/ 2104215 h 2323145"/>
              <a:gd name="connsiteX202" fmla="*/ 2918475 w 11269336"/>
              <a:gd name="connsiteY202" fmla="*/ 2103937 h 2323145"/>
              <a:gd name="connsiteX203" fmla="*/ 2910360 w 11269336"/>
              <a:gd name="connsiteY203" fmla="*/ 2103444 h 2323145"/>
              <a:gd name="connsiteX204" fmla="*/ 2904507 w 11269336"/>
              <a:gd name="connsiteY204" fmla="*/ 2104326 h 2323145"/>
              <a:gd name="connsiteX205" fmla="*/ 2889503 w 11269336"/>
              <a:gd name="connsiteY205" fmla="*/ 2104443 h 2323145"/>
              <a:gd name="connsiteX206" fmla="*/ 2884480 w 11269336"/>
              <a:gd name="connsiteY206" fmla="*/ 2102626 h 2323145"/>
              <a:gd name="connsiteX207" fmla="*/ 2882689 w 11269336"/>
              <a:gd name="connsiteY207" fmla="*/ 2099228 h 2323145"/>
              <a:gd name="connsiteX208" fmla="*/ 2881291 w 11269336"/>
              <a:gd name="connsiteY208" fmla="*/ 2099618 h 2323145"/>
              <a:gd name="connsiteX209" fmla="*/ 2853979 w 11269336"/>
              <a:gd name="connsiteY209" fmla="*/ 2090388 h 2323145"/>
              <a:gd name="connsiteX210" fmla="*/ 2791790 w 11269336"/>
              <a:gd name="connsiteY210" fmla="*/ 2080332 h 2323145"/>
              <a:gd name="connsiteX211" fmla="*/ 2755844 w 11269336"/>
              <a:gd name="connsiteY211" fmla="*/ 2078874 h 2323145"/>
              <a:gd name="connsiteX212" fmla="*/ 2657742 w 11269336"/>
              <a:gd name="connsiteY212" fmla="*/ 2070179 h 2323145"/>
              <a:gd name="connsiteX213" fmla="*/ 2559549 w 11269336"/>
              <a:gd name="connsiteY213" fmla="*/ 2057873 h 2323145"/>
              <a:gd name="connsiteX214" fmla="*/ 2512054 w 11269336"/>
              <a:gd name="connsiteY214" fmla="*/ 2031671 h 2323145"/>
              <a:gd name="connsiteX215" fmla="*/ 2506437 w 11269336"/>
              <a:gd name="connsiteY215" fmla="*/ 2030918 h 2323145"/>
              <a:gd name="connsiteX216" fmla="*/ 2491752 w 11269336"/>
              <a:gd name="connsiteY216" fmla="*/ 2033906 h 2323145"/>
              <a:gd name="connsiteX217" fmla="*/ 2486338 w 11269336"/>
              <a:gd name="connsiteY217" fmla="*/ 2035862 h 2323145"/>
              <a:gd name="connsiteX218" fmla="*/ 2478186 w 11269336"/>
              <a:gd name="connsiteY218" fmla="*/ 2036953 h 2323145"/>
              <a:gd name="connsiteX219" fmla="*/ 2477950 w 11269336"/>
              <a:gd name="connsiteY219" fmla="*/ 2036715 h 2323145"/>
              <a:gd name="connsiteX220" fmla="*/ 2470381 w 11269336"/>
              <a:gd name="connsiteY220" fmla="*/ 2038256 h 2323145"/>
              <a:gd name="connsiteX221" fmla="*/ 2433781 w 11269336"/>
              <a:gd name="connsiteY221" fmla="*/ 2049140 h 2323145"/>
              <a:gd name="connsiteX222" fmla="*/ 2381172 w 11269336"/>
              <a:gd name="connsiteY222" fmla="*/ 2030645 h 2323145"/>
              <a:gd name="connsiteX223" fmla="*/ 2360198 w 11269336"/>
              <a:gd name="connsiteY223" fmla="*/ 2029059 h 2323145"/>
              <a:gd name="connsiteX224" fmla="*/ 2348815 w 11269336"/>
              <a:gd name="connsiteY224" fmla="*/ 2026798 h 2323145"/>
              <a:gd name="connsiteX225" fmla="*/ 2347988 w 11269336"/>
              <a:gd name="connsiteY225" fmla="*/ 2025745 h 2323145"/>
              <a:gd name="connsiteX226" fmla="*/ 2312920 w 11269336"/>
              <a:gd name="connsiteY226" fmla="*/ 2036311 h 2323145"/>
              <a:gd name="connsiteX227" fmla="*/ 2307986 w 11269336"/>
              <a:gd name="connsiteY227" fmla="*/ 2035583 h 2323145"/>
              <a:gd name="connsiteX228" fmla="*/ 2285481 w 11269336"/>
              <a:gd name="connsiteY228" fmla="*/ 2045197 h 2323145"/>
              <a:gd name="connsiteX229" fmla="*/ 2273666 w 11269336"/>
              <a:gd name="connsiteY229" fmla="*/ 2048710 h 2323145"/>
              <a:gd name="connsiteX230" fmla="*/ 2270719 w 11269336"/>
              <a:gd name="connsiteY230" fmla="*/ 2052702 h 2323145"/>
              <a:gd name="connsiteX231" fmla="*/ 2253080 w 11269336"/>
              <a:gd name="connsiteY231" fmla="*/ 2056363 h 2323145"/>
              <a:gd name="connsiteX232" fmla="*/ 2250906 w 11269336"/>
              <a:gd name="connsiteY232" fmla="*/ 2055654 h 2323145"/>
              <a:gd name="connsiteX233" fmla="*/ 2236905 w 11269336"/>
              <a:gd name="connsiteY233" fmla="*/ 2062882 h 2323145"/>
              <a:gd name="connsiteX234" fmla="*/ 2225830 w 11269336"/>
              <a:gd name="connsiteY234" fmla="*/ 2074027 h 2323145"/>
              <a:gd name="connsiteX235" fmla="*/ 2073776 w 11269336"/>
              <a:gd name="connsiteY235" fmla="*/ 2089244 h 2323145"/>
              <a:gd name="connsiteX236" fmla="*/ 1948256 w 11269336"/>
              <a:gd name="connsiteY236" fmla="*/ 2146616 h 2323145"/>
              <a:gd name="connsiteX237" fmla="*/ 1865582 w 11269336"/>
              <a:gd name="connsiteY237" fmla="*/ 2153738 h 2323145"/>
              <a:gd name="connsiteX238" fmla="*/ 1835210 w 11269336"/>
              <a:gd name="connsiteY238" fmla="*/ 2134244 h 2323145"/>
              <a:gd name="connsiteX239" fmla="*/ 1632661 w 11269336"/>
              <a:gd name="connsiteY239" fmla="*/ 2173882 h 2323145"/>
              <a:gd name="connsiteX240" fmla="*/ 1579590 w 11269336"/>
              <a:gd name="connsiteY240" fmla="*/ 2173680 h 2323145"/>
              <a:gd name="connsiteX241" fmla="*/ 1535601 w 11269336"/>
              <a:gd name="connsiteY241" fmla="*/ 2194590 h 2323145"/>
              <a:gd name="connsiteX242" fmla="*/ 1515594 w 11269336"/>
              <a:gd name="connsiteY242" fmla="*/ 2189622 h 2323145"/>
              <a:gd name="connsiteX243" fmla="*/ 1512113 w 11269336"/>
              <a:gd name="connsiteY243" fmla="*/ 2188534 h 2323145"/>
              <a:gd name="connsiteX244" fmla="*/ 1498838 w 11269336"/>
              <a:gd name="connsiteY244" fmla="*/ 2189213 h 2323145"/>
              <a:gd name="connsiteX245" fmla="*/ 1494279 w 11269336"/>
              <a:gd name="connsiteY245" fmla="*/ 2183112 h 2323145"/>
              <a:gd name="connsiteX246" fmla="*/ 1473714 w 11269336"/>
              <a:gd name="connsiteY246" fmla="*/ 2179625 h 2323145"/>
              <a:gd name="connsiteX247" fmla="*/ 1449503 w 11269336"/>
              <a:gd name="connsiteY247" fmla="*/ 2182633 h 2323145"/>
              <a:gd name="connsiteX248" fmla="*/ 1335495 w 11269336"/>
              <a:gd name="connsiteY248" fmla="*/ 2203940 h 2323145"/>
              <a:gd name="connsiteX249" fmla="*/ 1266687 w 11269336"/>
              <a:gd name="connsiteY249" fmla="*/ 2212688 h 2323145"/>
              <a:gd name="connsiteX250" fmla="*/ 1239614 w 11269336"/>
              <a:gd name="connsiteY250" fmla="*/ 2209727 h 2323145"/>
              <a:gd name="connsiteX251" fmla="*/ 1202436 w 11269336"/>
              <a:gd name="connsiteY251" fmla="*/ 2209817 h 2323145"/>
              <a:gd name="connsiteX252" fmla="*/ 1136097 w 11269336"/>
              <a:gd name="connsiteY252" fmla="*/ 2205112 h 2323145"/>
              <a:gd name="connsiteX253" fmla="*/ 1048229 w 11269336"/>
              <a:gd name="connsiteY253" fmla="*/ 2207249 h 2323145"/>
              <a:gd name="connsiteX254" fmla="*/ 988232 w 11269336"/>
              <a:gd name="connsiteY254" fmla="*/ 2235635 h 2323145"/>
              <a:gd name="connsiteX255" fmla="*/ 981959 w 11269336"/>
              <a:gd name="connsiteY255" fmla="*/ 2231607 h 2323145"/>
              <a:gd name="connsiteX256" fmla="*/ 938600 w 11269336"/>
              <a:gd name="connsiteY256" fmla="*/ 2238113 h 2323145"/>
              <a:gd name="connsiteX257" fmla="*/ 791788 w 11269336"/>
              <a:gd name="connsiteY257" fmla="*/ 2293224 h 2323145"/>
              <a:gd name="connsiteX258" fmla="*/ 706914 w 11269336"/>
              <a:gd name="connsiteY258" fmla="*/ 2305046 h 2323145"/>
              <a:gd name="connsiteX259" fmla="*/ 675971 w 11269336"/>
              <a:gd name="connsiteY259" fmla="*/ 2304030 h 2323145"/>
              <a:gd name="connsiteX260" fmla="*/ 624180 w 11269336"/>
              <a:gd name="connsiteY260" fmla="*/ 2302650 h 2323145"/>
              <a:gd name="connsiteX261" fmla="*/ 583453 w 11269336"/>
              <a:gd name="connsiteY261" fmla="*/ 2288788 h 2323145"/>
              <a:gd name="connsiteX262" fmla="*/ 540946 w 11269336"/>
              <a:gd name="connsiteY262" fmla="*/ 2292721 h 2323145"/>
              <a:gd name="connsiteX263" fmla="*/ 533680 w 11269336"/>
              <a:gd name="connsiteY263" fmla="*/ 2310233 h 2323145"/>
              <a:gd name="connsiteX264" fmla="*/ 487366 w 11269336"/>
              <a:gd name="connsiteY264" fmla="*/ 2309053 h 2323145"/>
              <a:gd name="connsiteX265" fmla="*/ 416820 w 11269336"/>
              <a:gd name="connsiteY265" fmla="*/ 2305443 h 2323145"/>
              <a:gd name="connsiteX266" fmla="*/ 376805 w 11269336"/>
              <a:gd name="connsiteY266" fmla="*/ 2307647 h 2323145"/>
              <a:gd name="connsiteX267" fmla="*/ 266777 w 11269336"/>
              <a:gd name="connsiteY267" fmla="*/ 2309012 h 2323145"/>
              <a:gd name="connsiteX268" fmla="*/ 156013 w 11269336"/>
              <a:gd name="connsiteY268" fmla="*/ 2306832 h 2323145"/>
              <a:gd name="connsiteX269" fmla="*/ 87258 w 11269336"/>
              <a:gd name="connsiteY269" fmla="*/ 2285511 h 2323145"/>
              <a:gd name="connsiteX270" fmla="*/ 23798 w 11269336"/>
              <a:gd name="connsiteY270" fmla="*/ 2281822 h 2323145"/>
              <a:gd name="connsiteX271" fmla="*/ 0 w 11269336"/>
              <a:gd name="connsiteY271" fmla="*/ 2285369 h 2323145"/>
              <a:gd name="connsiteX272" fmla="*/ 0 w 11269336"/>
              <a:gd name="connsiteY272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742561 w 11269336"/>
              <a:gd name="connsiteY18" fmla="*/ 500437 h 2323145"/>
              <a:gd name="connsiteX19" fmla="*/ 9561831 w 11269336"/>
              <a:gd name="connsiteY19" fmla="*/ 547649 h 2323145"/>
              <a:gd name="connsiteX20" fmla="*/ 9380600 w 11269336"/>
              <a:gd name="connsiteY20" fmla="*/ 549821 h 2323145"/>
              <a:gd name="connsiteX21" fmla="*/ 9139429 w 11269336"/>
              <a:gd name="connsiteY21" fmla="*/ 696446 h 2323145"/>
              <a:gd name="connsiteX22" fmla="*/ 9114263 w 11269336"/>
              <a:gd name="connsiteY22" fmla="*/ 709213 h 2323145"/>
              <a:gd name="connsiteX23" fmla="*/ 9028928 w 11269336"/>
              <a:gd name="connsiteY23" fmla="*/ 745350 h 2323145"/>
              <a:gd name="connsiteX24" fmla="*/ 8977138 w 11269336"/>
              <a:gd name="connsiteY24" fmla="*/ 774970 h 2323145"/>
              <a:gd name="connsiteX25" fmla="*/ 8947030 w 11269336"/>
              <a:gd name="connsiteY25" fmla="*/ 814934 h 2323145"/>
              <a:gd name="connsiteX26" fmla="*/ 8914746 w 11269336"/>
              <a:gd name="connsiteY26" fmla="*/ 826428 h 2323145"/>
              <a:gd name="connsiteX27" fmla="*/ 8917778 w 11269336"/>
              <a:gd name="connsiteY27" fmla="*/ 835198 h 2323145"/>
              <a:gd name="connsiteX28" fmla="*/ 8905560 w 11269336"/>
              <a:gd name="connsiteY28" fmla="*/ 838358 h 2323145"/>
              <a:gd name="connsiteX29" fmla="*/ 8897564 w 11269336"/>
              <a:gd name="connsiteY29" fmla="*/ 834287 h 2323145"/>
              <a:gd name="connsiteX30" fmla="*/ 8878040 w 11269336"/>
              <a:gd name="connsiteY30" fmla="*/ 844150 h 2323145"/>
              <a:gd name="connsiteX31" fmla="*/ 8882654 w 11269336"/>
              <a:gd name="connsiteY31" fmla="*/ 892768 h 2323145"/>
              <a:gd name="connsiteX32" fmla="*/ 8837498 w 11269336"/>
              <a:gd name="connsiteY32" fmla="*/ 885664 h 2323145"/>
              <a:gd name="connsiteX33" fmla="*/ 8795998 w 11269336"/>
              <a:gd name="connsiteY33" fmla="*/ 863337 h 2323145"/>
              <a:gd name="connsiteX34" fmla="*/ 8776970 w 11269336"/>
              <a:gd name="connsiteY34" fmla="*/ 885177 h 2323145"/>
              <a:gd name="connsiteX35" fmla="*/ 8755719 w 11269336"/>
              <a:gd name="connsiteY35" fmla="*/ 889754 h 2323145"/>
              <a:gd name="connsiteX36" fmla="*/ 8743257 w 11269336"/>
              <a:gd name="connsiteY36" fmla="*/ 904723 h 2323145"/>
              <a:gd name="connsiteX37" fmla="*/ 8721366 w 11269336"/>
              <a:gd name="connsiteY37" fmla="*/ 904711 h 2323145"/>
              <a:gd name="connsiteX38" fmla="*/ 8678353 w 11269336"/>
              <a:gd name="connsiteY38" fmla="*/ 926318 h 2323145"/>
              <a:gd name="connsiteX39" fmla="*/ 8636849 w 11269336"/>
              <a:gd name="connsiteY39" fmla="*/ 937900 h 2323145"/>
              <a:gd name="connsiteX40" fmla="*/ 8620213 w 11269336"/>
              <a:gd name="connsiteY40" fmla="*/ 943068 h 2323145"/>
              <a:gd name="connsiteX41" fmla="*/ 8612581 w 11269336"/>
              <a:gd name="connsiteY41" fmla="*/ 952695 h 2323145"/>
              <a:gd name="connsiteX42" fmla="*/ 8589038 w 11269336"/>
              <a:gd name="connsiteY42" fmla="*/ 963892 h 2323145"/>
              <a:gd name="connsiteX43" fmla="*/ 8579950 w 11269336"/>
              <a:gd name="connsiteY43" fmla="*/ 960899 h 2323145"/>
              <a:gd name="connsiteX44" fmla="*/ 8579319 w 11269336"/>
              <a:gd name="connsiteY44" fmla="*/ 965630 h 2323145"/>
              <a:gd name="connsiteX45" fmla="*/ 8547429 w 11269336"/>
              <a:gd name="connsiteY45" fmla="*/ 984506 h 2323145"/>
              <a:gd name="connsiteX46" fmla="*/ 8478704 w 11269336"/>
              <a:gd name="connsiteY46" fmla="*/ 1025490 h 2323145"/>
              <a:gd name="connsiteX47" fmla="*/ 8461421 w 11269336"/>
              <a:gd name="connsiteY47" fmla="*/ 1035512 h 2323145"/>
              <a:gd name="connsiteX48" fmla="*/ 8445003 w 11269336"/>
              <a:gd name="connsiteY48" fmla="*/ 1036851 h 2323145"/>
              <a:gd name="connsiteX49" fmla="*/ 8357350 w 11269336"/>
              <a:gd name="connsiteY49" fmla="*/ 1060213 h 2323145"/>
              <a:gd name="connsiteX50" fmla="*/ 8335565 w 11269336"/>
              <a:gd name="connsiteY50" fmla="*/ 1061151 h 2323145"/>
              <a:gd name="connsiteX51" fmla="*/ 8325267 w 11269336"/>
              <a:gd name="connsiteY51" fmla="*/ 1055919 h 2323145"/>
              <a:gd name="connsiteX52" fmla="*/ 8293586 w 11269336"/>
              <a:gd name="connsiteY52" fmla="*/ 1076144 h 2323145"/>
              <a:gd name="connsiteX53" fmla="*/ 8242405 w 11269336"/>
              <a:gd name="connsiteY53" fmla="*/ 1095960 h 2323145"/>
              <a:gd name="connsiteX54" fmla="*/ 8218531 w 11269336"/>
              <a:gd name="connsiteY54" fmla="*/ 1107622 h 2323145"/>
              <a:gd name="connsiteX55" fmla="*/ 8197391 w 11269336"/>
              <a:gd name="connsiteY55" fmla="*/ 1107746 h 2323145"/>
              <a:gd name="connsiteX56" fmla="*/ 8081474 w 11269336"/>
              <a:gd name="connsiteY56" fmla="*/ 1130125 h 2323145"/>
              <a:gd name="connsiteX57" fmla="*/ 8053585 w 11269336"/>
              <a:gd name="connsiteY57" fmla="*/ 1129169 h 2323145"/>
              <a:gd name="connsiteX58" fmla="*/ 8038422 w 11269336"/>
              <a:gd name="connsiteY58" fmla="*/ 1119092 h 2323145"/>
              <a:gd name="connsiteX59" fmla="*/ 8029450 w 11269336"/>
              <a:gd name="connsiteY59" fmla="*/ 1125592 h 2323145"/>
              <a:gd name="connsiteX60" fmla="*/ 7959552 w 11269336"/>
              <a:gd name="connsiteY60" fmla="*/ 1140188 h 2323145"/>
              <a:gd name="connsiteX61" fmla="*/ 7914188 w 11269336"/>
              <a:gd name="connsiteY61" fmla="*/ 1150862 h 2323145"/>
              <a:gd name="connsiteX62" fmla="*/ 7914918 w 11269336"/>
              <a:gd name="connsiteY62" fmla="*/ 1168758 h 2323145"/>
              <a:gd name="connsiteX63" fmla="*/ 7875510 w 11269336"/>
              <a:gd name="connsiteY63" fmla="*/ 1183153 h 2323145"/>
              <a:gd name="connsiteX64" fmla="*/ 7829932 w 11269336"/>
              <a:gd name="connsiteY64" fmla="*/ 1180782 h 2323145"/>
              <a:gd name="connsiteX65" fmla="*/ 7779182 w 11269336"/>
              <a:gd name="connsiteY65" fmla="*/ 1192665 h 2323145"/>
              <a:gd name="connsiteX66" fmla="*/ 7748774 w 11269336"/>
              <a:gd name="connsiteY66" fmla="*/ 1199586 h 2323145"/>
              <a:gd name="connsiteX67" fmla="*/ 7671846 w 11269336"/>
              <a:gd name="connsiteY67" fmla="*/ 1231966 h 2323145"/>
              <a:gd name="connsiteX68" fmla="*/ 7554146 w 11269336"/>
              <a:gd name="connsiteY68" fmla="*/ 1319748 h 2323145"/>
              <a:gd name="connsiteX69" fmla="*/ 7515052 w 11269336"/>
              <a:gd name="connsiteY69" fmla="*/ 1336718 h 2323145"/>
              <a:gd name="connsiteX70" fmla="*/ 7507193 w 11269336"/>
              <a:gd name="connsiteY70" fmla="*/ 1334617 h 2323145"/>
              <a:gd name="connsiteX71" fmla="*/ 7461694 w 11269336"/>
              <a:gd name="connsiteY71" fmla="*/ 1375866 h 2323145"/>
              <a:gd name="connsiteX72" fmla="*/ 7377571 w 11269336"/>
              <a:gd name="connsiteY72" fmla="*/ 1400128 h 2323145"/>
              <a:gd name="connsiteX73" fmla="*/ 7311261 w 11269336"/>
              <a:gd name="connsiteY73" fmla="*/ 1412652 h 2323145"/>
              <a:gd name="connsiteX74" fmla="*/ 7275307 w 11269336"/>
              <a:gd name="connsiteY74" fmla="*/ 1422171 h 2323145"/>
              <a:gd name="connsiteX75" fmla="*/ 7247783 w 11269336"/>
              <a:gd name="connsiteY75" fmla="*/ 1426330 h 2323145"/>
              <a:gd name="connsiteX76" fmla="*/ 7185047 w 11269336"/>
              <a:gd name="connsiteY76" fmla="*/ 1451812 h 2323145"/>
              <a:gd name="connsiteX77" fmla="*/ 7084117 w 11269336"/>
              <a:gd name="connsiteY77" fmla="*/ 1500281 h 2323145"/>
              <a:gd name="connsiteX78" fmla="*/ 7062011 w 11269336"/>
              <a:gd name="connsiteY78" fmla="*/ 1509183 h 2323145"/>
              <a:gd name="connsiteX79" fmla="*/ 7040555 w 11269336"/>
              <a:gd name="connsiteY79" fmla="*/ 1511207 h 2323145"/>
              <a:gd name="connsiteX80" fmla="*/ 7033438 w 11269336"/>
              <a:gd name="connsiteY80" fmla="*/ 1506772 h 2323145"/>
              <a:gd name="connsiteX81" fmla="*/ 7020886 w 11269336"/>
              <a:gd name="connsiteY81" fmla="*/ 1510764 h 2323145"/>
              <a:gd name="connsiteX82" fmla="*/ 7017033 w 11269336"/>
              <a:gd name="connsiteY82" fmla="*/ 1510650 h 2323145"/>
              <a:gd name="connsiteX83" fmla="*/ 6995460 w 11269336"/>
              <a:gd name="connsiteY83" fmla="*/ 1511173 h 2323145"/>
              <a:gd name="connsiteX84" fmla="*/ 6962144 w 11269336"/>
              <a:gd name="connsiteY84" fmla="*/ 1541508 h 2323145"/>
              <a:gd name="connsiteX85" fmla="*/ 6910674 w 11269336"/>
              <a:gd name="connsiteY85" fmla="*/ 1554793 h 2323145"/>
              <a:gd name="connsiteX86" fmla="*/ 6732152 w 11269336"/>
              <a:gd name="connsiteY86" fmla="*/ 1642538 h 2323145"/>
              <a:gd name="connsiteX87" fmla="*/ 6694106 w 11269336"/>
              <a:gd name="connsiteY87" fmla="*/ 1632377 h 2323145"/>
              <a:gd name="connsiteX88" fmla="*/ 6617223 w 11269336"/>
              <a:gd name="connsiteY88" fmla="*/ 1659889 h 2323145"/>
              <a:gd name="connsiteX89" fmla="*/ 6521138 w 11269336"/>
              <a:gd name="connsiteY89" fmla="*/ 1744340 h 2323145"/>
              <a:gd name="connsiteX90" fmla="*/ 6380677 w 11269336"/>
              <a:gd name="connsiteY90" fmla="*/ 1796883 h 2323145"/>
              <a:gd name="connsiteX91" fmla="*/ 6374897 w 11269336"/>
              <a:gd name="connsiteY91" fmla="*/ 1809910 h 2323145"/>
              <a:gd name="connsiteX92" fmla="*/ 6364545 w 11269336"/>
              <a:gd name="connsiteY92" fmla="*/ 1820090 h 2323145"/>
              <a:gd name="connsiteX93" fmla="*/ 6362126 w 11269336"/>
              <a:gd name="connsiteY93" fmla="*/ 1819991 h 2323145"/>
              <a:gd name="connsiteX94" fmla="*/ 6346673 w 11269336"/>
              <a:gd name="connsiteY94" fmla="*/ 1827824 h 2323145"/>
              <a:gd name="connsiteX95" fmla="*/ 6345588 w 11269336"/>
              <a:gd name="connsiteY95" fmla="*/ 1832232 h 2323145"/>
              <a:gd name="connsiteX96" fmla="*/ 6335708 w 11269336"/>
              <a:gd name="connsiteY96" fmla="*/ 1838451 h 2323145"/>
              <a:gd name="connsiteX97" fmla="*/ 6318182 w 11269336"/>
              <a:gd name="connsiteY97" fmla="*/ 1852975 h 2323145"/>
              <a:gd name="connsiteX98" fmla="*/ 6313084 w 11269336"/>
              <a:gd name="connsiteY98" fmla="*/ 1853561 h 2323145"/>
              <a:gd name="connsiteX99" fmla="*/ 6283816 w 11269336"/>
              <a:gd name="connsiteY99" fmla="*/ 1872148 h 2323145"/>
              <a:gd name="connsiteX100" fmla="*/ 6282550 w 11269336"/>
              <a:gd name="connsiteY100" fmla="*/ 1871392 h 2323145"/>
              <a:gd name="connsiteX101" fmla="*/ 6270527 w 11269336"/>
              <a:gd name="connsiteY101" fmla="*/ 1872208 h 2323145"/>
              <a:gd name="connsiteX102" fmla="*/ 6249518 w 11269336"/>
              <a:gd name="connsiteY102" fmla="*/ 1876079 h 2323145"/>
              <a:gd name="connsiteX103" fmla="*/ 6190386 w 11269336"/>
              <a:gd name="connsiteY103" fmla="*/ 1872478 h 2323145"/>
              <a:gd name="connsiteX104" fmla="*/ 6159777 w 11269336"/>
              <a:gd name="connsiteY104" fmla="*/ 1891745 h 2323145"/>
              <a:gd name="connsiteX105" fmla="*/ 6153131 w 11269336"/>
              <a:gd name="connsiteY105" fmla="*/ 1895079 h 2323145"/>
              <a:gd name="connsiteX106" fmla="*/ 6152798 w 11269336"/>
              <a:gd name="connsiteY106" fmla="*/ 1894920 h 2323145"/>
              <a:gd name="connsiteX107" fmla="*/ 6145388 w 11269336"/>
              <a:gd name="connsiteY107" fmla="*/ 1897990 h 2323145"/>
              <a:gd name="connsiteX108" fmla="*/ 6141014 w 11269336"/>
              <a:gd name="connsiteY108" fmla="*/ 1901155 h 2323145"/>
              <a:gd name="connsiteX109" fmla="*/ 6128122 w 11269336"/>
              <a:gd name="connsiteY109" fmla="*/ 1907623 h 2323145"/>
              <a:gd name="connsiteX110" fmla="*/ 6122351 w 11269336"/>
              <a:gd name="connsiteY110" fmla="*/ 1908359 h 2323145"/>
              <a:gd name="connsiteX111" fmla="*/ 6064750 w 11269336"/>
              <a:gd name="connsiteY111" fmla="*/ 1896394 h 2323145"/>
              <a:gd name="connsiteX112" fmla="*/ 5964230 w 11269336"/>
              <a:gd name="connsiteY112" fmla="*/ 1910038 h 2323145"/>
              <a:gd name="connsiteX113" fmla="*/ 5865399 w 11269336"/>
              <a:gd name="connsiteY113" fmla="*/ 1926966 h 2323145"/>
              <a:gd name="connsiteX114" fmla="*/ 5829951 w 11269336"/>
              <a:gd name="connsiteY114" fmla="*/ 1934755 h 2323145"/>
              <a:gd name="connsiteX115" fmla="*/ 5765285 w 11269336"/>
              <a:gd name="connsiteY115" fmla="*/ 1941322 h 2323145"/>
              <a:gd name="connsiteX116" fmla="*/ 5734750 w 11269336"/>
              <a:gd name="connsiteY116" fmla="*/ 1939793 h 2323145"/>
              <a:gd name="connsiteX117" fmla="*/ 5733569 w 11269336"/>
              <a:gd name="connsiteY117" fmla="*/ 1940505 h 2323145"/>
              <a:gd name="connsiteX118" fmla="*/ 5730329 w 11269336"/>
              <a:gd name="connsiteY118" fmla="*/ 1937845 h 2323145"/>
              <a:gd name="connsiteX119" fmla="*/ 5724661 w 11269336"/>
              <a:gd name="connsiteY119" fmla="*/ 1937455 h 2323145"/>
              <a:gd name="connsiteX120" fmla="*/ 5710186 w 11269336"/>
              <a:gd name="connsiteY120" fmla="*/ 1941370 h 2323145"/>
              <a:gd name="connsiteX121" fmla="*/ 5704910 w 11269336"/>
              <a:gd name="connsiteY121" fmla="*/ 1943663 h 2323145"/>
              <a:gd name="connsiteX122" fmla="*/ 5696836 w 11269336"/>
              <a:gd name="connsiteY122" fmla="*/ 1945271 h 2323145"/>
              <a:gd name="connsiteX123" fmla="*/ 5696583 w 11269336"/>
              <a:gd name="connsiteY123" fmla="*/ 1945050 h 2323145"/>
              <a:gd name="connsiteX124" fmla="*/ 5689123 w 11269336"/>
              <a:gd name="connsiteY124" fmla="*/ 1947067 h 2323145"/>
              <a:gd name="connsiteX125" fmla="*/ 5653291 w 11269336"/>
              <a:gd name="connsiteY125" fmla="*/ 1960245 h 2323145"/>
              <a:gd name="connsiteX126" fmla="*/ 5599385 w 11269336"/>
              <a:gd name="connsiteY126" fmla="*/ 1945198 h 2323145"/>
              <a:gd name="connsiteX127" fmla="*/ 5578300 w 11269336"/>
              <a:gd name="connsiteY127" fmla="*/ 1944963 h 2323145"/>
              <a:gd name="connsiteX128" fmla="*/ 5566758 w 11269336"/>
              <a:gd name="connsiteY128" fmla="*/ 1943441 h 2323145"/>
              <a:gd name="connsiteX129" fmla="*/ 5565857 w 11269336"/>
              <a:gd name="connsiteY129" fmla="*/ 1942445 h 2323145"/>
              <a:gd name="connsiteX130" fmla="*/ 5531534 w 11269336"/>
              <a:gd name="connsiteY130" fmla="*/ 1955208 h 2323145"/>
              <a:gd name="connsiteX131" fmla="*/ 5526552 w 11269336"/>
              <a:gd name="connsiteY131" fmla="*/ 1954799 h 2323145"/>
              <a:gd name="connsiteX132" fmla="*/ 5504723 w 11269336"/>
              <a:gd name="connsiteY132" fmla="*/ 1965811 h 2323145"/>
              <a:gd name="connsiteX133" fmla="*/ 5493156 w 11269336"/>
              <a:gd name="connsiteY133" fmla="*/ 1970063 h 2323145"/>
              <a:gd name="connsiteX134" fmla="*/ 5490486 w 11269336"/>
              <a:gd name="connsiteY134" fmla="*/ 1974227 h 2323145"/>
              <a:gd name="connsiteX135" fmla="*/ 5473107 w 11269336"/>
              <a:gd name="connsiteY135" fmla="*/ 1979001 h 2323145"/>
              <a:gd name="connsiteX136" fmla="*/ 5470885 w 11269336"/>
              <a:gd name="connsiteY136" fmla="*/ 1978432 h 2323145"/>
              <a:gd name="connsiteX137" fmla="*/ 5457393 w 11269336"/>
              <a:gd name="connsiteY137" fmla="*/ 1986525 h 2323145"/>
              <a:gd name="connsiteX138" fmla="*/ 5447102 w 11269336"/>
              <a:gd name="connsiteY138" fmla="*/ 1998329 h 2323145"/>
              <a:gd name="connsiteX139" fmla="*/ 5159151 w 11269336"/>
              <a:gd name="connsiteY139" fmla="*/ 2029640 h 2323145"/>
              <a:gd name="connsiteX140" fmla="*/ 5041688 w 11269336"/>
              <a:gd name="connsiteY140" fmla="*/ 2022334 h 2323145"/>
              <a:gd name="connsiteX141" fmla="*/ 4860988 w 11269336"/>
              <a:gd name="connsiteY141" fmla="*/ 2135698 h 2323145"/>
              <a:gd name="connsiteX142" fmla="*/ 4807902 w 11269336"/>
              <a:gd name="connsiteY142" fmla="*/ 2138894 h 2323145"/>
              <a:gd name="connsiteX143" fmla="*/ 4765388 w 11269336"/>
              <a:gd name="connsiteY143" fmla="*/ 2162525 h 2323145"/>
              <a:gd name="connsiteX144" fmla="*/ 4745033 w 11269336"/>
              <a:gd name="connsiteY144" fmla="*/ 2158859 h 2323145"/>
              <a:gd name="connsiteX145" fmla="*/ 4741475 w 11269336"/>
              <a:gd name="connsiteY145" fmla="*/ 2157998 h 2323145"/>
              <a:gd name="connsiteX146" fmla="*/ 4728247 w 11269336"/>
              <a:gd name="connsiteY146" fmla="*/ 2159526 h 2323145"/>
              <a:gd name="connsiteX147" fmla="*/ 4723263 w 11269336"/>
              <a:gd name="connsiteY147" fmla="*/ 2153742 h 2323145"/>
              <a:gd name="connsiteX148" fmla="*/ 4702453 w 11269336"/>
              <a:gd name="connsiteY148" fmla="*/ 2151586 h 2323145"/>
              <a:gd name="connsiteX149" fmla="*/ 4678455 w 11269336"/>
              <a:gd name="connsiteY149" fmla="*/ 2156131 h 2323145"/>
              <a:gd name="connsiteX150" fmla="*/ 4593061 w 11269336"/>
              <a:gd name="connsiteY150" fmla="*/ 2171597 h 2323145"/>
              <a:gd name="connsiteX151" fmla="*/ 4579902 w 11269336"/>
              <a:gd name="connsiteY151" fmla="*/ 2177927 h 2323145"/>
              <a:gd name="connsiteX152" fmla="*/ 4533444 w 11269336"/>
              <a:gd name="connsiteY152" fmla="*/ 2181200 h 2323145"/>
              <a:gd name="connsiteX153" fmla="*/ 4492832 w 11269336"/>
              <a:gd name="connsiteY153" fmla="*/ 2188033 h 2323145"/>
              <a:gd name="connsiteX154" fmla="*/ 4467257 w 11269336"/>
              <a:gd name="connsiteY154" fmla="*/ 2196121 h 2323145"/>
              <a:gd name="connsiteX155" fmla="*/ 4459937 w 11269336"/>
              <a:gd name="connsiteY155" fmla="*/ 2195182 h 2323145"/>
              <a:gd name="connsiteX156" fmla="*/ 4433312 w 11269336"/>
              <a:gd name="connsiteY156" fmla="*/ 2199004 h 2323145"/>
              <a:gd name="connsiteX157" fmla="*/ 4420601 w 11269336"/>
              <a:gd name="connsiteY157" fmla="*/ 2205158 h 2323145"/>
              <a:gd name="connsiteX158" fmla="*/ 4405765 w 11269336"/>
              <a:gd name="connsiteY158" fmla="*/ 2199902 h 2323145"/>
              <a:gd name="connsiteX159" fmla="*/ 4401354 w 11269336"/>
              <a:gd name="connsiteY159" fmla="*/ 2194745 h 2323145"/>
              <a:gd name="connsiteX160" fmla="*/ 4383151 w 11269336"/>
              <a:gd name="connsiteY160" fmla="*/ 2201140 h 2323145"/>
              <a:gd name="connsiteX161" fmla="*/ 4366646 w 11269336"/>
              <a:gd name="connsiteY161" fmla="*/ 2198564 h 2323145"/>
              <a:gd name="connsiteX162" fmla="*/ 4354009 w 11269336"/>
              <a:gd name="connsiteY162" fmla="*/ 2204984 h 2323145"/>
              <a:gd name="connsiteX163" fmla="*/ 4348284 w 11269336"/>
              <a:gd name="connsiteY163" fmla="*/ 2205270 h 2323145"/>
              <a:gd name="connsiteX164" fmla="*/ 4333906 w 11269336"/>
              <a:gd name="connsiteY164" fmla="*/ 2205251 h 2323145"/>
              <a:gd name="connsiteX165" fmla="*/ 4308819 w 11269336"/>
              <a:gd name="connsiteY165" fmla="*/ 2203822 h 2323145"/>
              <a:gd name="connsiteX166" fmla="*/ 4301210 w 11269336"/>
              <a:gd name="connsiteY166" fmla="*/ 2204456 h 2323145"/>
              <a:gd name="connsiteX167" fmla="*/ 4283095 w 11269336"/>
              <a:gd name="connsiteY167" fmla="*/ 2198177 h 2323145"/>
              <a:gd name="connsiteX168" fmla="*/ 4250119 w 11269336"/>
              <a:gd name="connsiteY168" fmla="*/ 2196342 h 2323145"/>
              <a:gd name="connsiteX169" fmla="*/ 4189203 w 11269336"/>
              <a:gd name="connsiteY169" fmla="*/ 2178994 h 2323145"/>
              <a:gd name="connsiteX170" fmla="*/ 4154035 w 11269336"/>
              <a:gd name="connsiteY170" fmla="*/ 2171950 h 2323145"/>
              <a:gd name="connsiteX171" fmla="*/ 4129569 w 11269336"/>
              <a:gd name="connsiteY171" fmla="*/ 2163850 h 2323145"/>
              <a:gd name="connsiteX172" fmla="*/ 4061250 w 11269336"/>
              <a:gd name="connsiteY172" fmla="*/ 2159236 h 2323145"/>
              <a:gd name="connsiteX173" fmla="*/ 3945480 w 11269336"/>
              <a:gd name="connsiteY173" fmla="*/ 2158279 h 2323145"/>
              <a:gd name="connsiteX174" fmla="*/ 3921468 w 11269336"/>
              <a:gd name="connsiteY174" fmla="*/ 2156588 h 2323145"/>
              <a:gd name="connsiteX175" fmla="*/ 3903348 w 11269336"/>
              <a:gd name="connsiteY175" fmla="*/ 2149220 h 2323145"/>
              <a:gd name="connsiteX176" fmla="*/ 3901342 w 11269336"/>
              <a:gd name="connsiteY176" fmla="*/ 2142355 h 2323145"/>
              <a:gd name="connsiteX177" fmla="*/ 3888539 w 11269336"/>
              <a:gd name="connsiteY177" fmla="*/ 2140476 h 2323145"/>
              <a:gd name="connsiteX178" fmla="*/ 3885662 w 11269336"/>
              <a:gd name="connsiteY178" fmla="*/ 2138740 h 2323145"/>
              <a:gd name="connsiteX179" fmla="*/ 3868627 w 11269336"/>
              <a:gd name="connsiteY179" fmla="*/ 2130023 h 2323145"/>
              <a:gd name="connsiteX180" fmla="*/ 3819177 w 11269336"/>
              <a:gd name="connsiteY180" fmla="*/ 2142111 h 2323145"/>
              <a:gd name="connsiteX181" fmla="*/ 3769100 w 11269336"/>
              <a:gd name="connsiteY181" fmla="*/ 2131731 h 2323145"/>
              <a:gd name="connsiteX182" fmla="*/ 3562752 w 11269336"/>
              <a:gd name="connsiteY182" fmla="*/ 2131785 h 2323145"/>
              <a:gd name="connsiteX183" fmla="*/ 3541402 w 11269336"/>
              <a:gd name="connsiteY183" fmla="*/ 2106821 h 2323145"/>
              <a:gd name="connsiteX184" fmla="*/ 3460591 w 11269336"/>
              <a:gd name="connsiteY184" fmla="*/ 2097951 h 2323145"/>
              <a:gd name="connsiteX185" fmla="*/ 3320348 w 11269336"/>
              <a:gd name="connsiteY185" fmla="*/ 2130191 h 2323145"/>
              <a:gd name="connsiteX186" fmla="*/ 3170922 w 11269336"/>
              <a:gd name="connsiteY186" fmla="*/ 2115957 h 2323145"/>
              <a:gd name="connsiteX187" fmla="*/ 3156256 w 11269336"/>
              <a:gd name="connsiteY187" fmla="*/ 2124773 h 2323145"/>
              <a:gd name="connsiteX188" fmla="*/ 3140298 w 11269336"/>
              <a:gd name="connsiteY188" fmla="*/ 2129182 h 2323145"/>
              <a:gd name="connsiteX189" fmla="*/ 3138514 w 11269336"/>
              <a:gd name="connsiteY189" fmla="*/ 2128069 h 2323145"/>
              <a:gd name="connsiteX190" fmla="*/ 3120467 w 11269336"/>
              <a:gd name="connsiteY190" fmla="*/ 2128281 h 2323145"/>
              <a:gd name="connsiteX191" fmla="*/ 3116175 w 11269336"/>
              <a:gd name="connsiteY191" fmla="*/ 2131633 h 2323145"/>
              <a:gd name="connsiteX192" fmla="*/ 3103685 w 11269336"/>
              <a:gd name="connsiteY192" fmla="*/ 2132814 h 2323145"/>
              <a:gd name="connsiteX193" fmla="*/ 3078794 w 11269336"/>
              <a:gd name="connsiteY193" fmla="*/ 2137935 h 2323145"/>
              <a:gd name="connsiteX194" fmla="*/ 3074407 w 11269336"/>
              <a:gd name="connsiteY194" fmla="*/ 2136274 h 2323145"/>
              <a:gd name="connsiteX195" fmla="*/ 3037285 w 11269336"/>
              <a:gd name="connsiteY195" fmla="*/ 2139919 h 2323145"/>
              <a:gd name="connsiteX196" fmla="*/ 3036901 w 11269336"/>
              <a:gd name="connsiteY196" fmla="*/ 2138726 h 2323145"/>
              <a:gd name="connsiteX197" fmla="*/ 3026996 w 11269336"/>
              <a:gd name="connsiteY197" fmla="*/ 2134322 h 2323145"/>
              <a:gd name="connsiteX198" fmla="*/ 3007772 w 11269336"/>
              <a:gd name="connsiteY198" fmla="*/ 2128742 h 2323145"/>
              <a:gd name="connsiteX199" fmla="*/ 2965030 w 11269336"/>
              <a:gd name="connsiteY199" fmla="*/ 2100494 h 2323145"/>
              <a:gd name="connsiteX200" fmla="*/ 2926342 w 11269336"/>
              <a:gd name="connsiteY200" fmla="*/ 2104155 h 2323145"/>
              <a:gd name="connsiteX201" fmla="*/ 2918608 w 11269336"/>
              <a:gd name="connsiteY201" fmla="*/ 2104215 h 2323145"/>
              <a:gd name="connsiteX202" fmla="*/ 2918475 w 11269336"/>
              <a:gd name="connsiteY202" fmla="*/ 2103937 h 2323145"/>
              <a:gd name="connsiteX203" fmla="*/ 2910360 w 11269336"/>
              <a:gd name="connsiteY203" fmla="*/ 2103444 h 2323145"/>
              <a:gd name="connsiteX204" fmla="*/ 2904507 w 11269336"/>
              <a:gd name="connsiteY204" fmla="*/ 2104326 h 2323145"/>
              <a:gd name="connsiteX205" fmla="*/ 2889503 w 11269336"/>
              <a:gd name="connsiteY205" fmla="*/ 2104443 h 2323145"/>
              <a:gd name="connsiteX206" fmla="*/ 2884480 w 11269336"/>
              <a:gd name="connsiteY206" fmla="*/ 2102626 h 2323145"/>
              <a:gd name="connsiteX207" fmla="*/ 2882689 w 11269336"/>
              <a:gd name="connsiteY207" fmla="*/ 2099228 h 2323145"/>
              <a:gd name="connsiteX208" fmla="*/ 2881291 w 11269336"/>
              <a:gd name="connsiteY208" fmla="*/ 2099618 h 2323145"/>
              <a:gd name="connsiteX209" fmla="*/ 2853979 w 11269336"/>
              <a:gd name="connsiteY209" fmla="*/ 2090388 h 2323145"/>
              <a:gd name="connsiteX210" fmla="*/ 2791790 w 11269336"/>
              <a:gd name="connsiteY210" fmla="*/ 2080332 h 2323145"/>
              <a:gd name="connsiteX211" fmla="*/ 2755844 w 11269336"/>
              <a:gd name="connsiteY211" fmla="*/ 2078874 h 2323145"/>
              <a:gd name="connsiteX212" fmla="*/ 2657742 w 11269336"/>
              <a:gd name="connsiteY212" fmla="*/ 2070179 h 2323145"/>
              <a:gd name="connsiteX213" fmla="*/ 2559549 w 11269336"/>
              <a:gd name="connsiteY213" fmla="*/ 2057873 h 2323145"/>
              <a:gd name="connsiteX214" fmla="*/ 2512054 w 11269336"/>
              <a:gd name="connsiteY214" fmla="*/ 2031671 h 2323145"/>
              <a:gd name="connsiteX215" fmla="*/ 2506437 w 11269336"/>
              <a:gd name="connsiteY215" fmla="*/ 2030918 h 2323145"/>
              <a:gd name="connsiteX216" fmla="*/ 2491752 w 11269336"/>
              <a:gd name="connsiteY216" fmla="*/ 2033906 h 2323145"/>
              <a:gd name="connsiteX217" fmla="*/ 2486338 w 11269336"/>
              <a:gd name="connsiteY217" fmla="*/ 2035862 h 2323145"/>
              <a:gd name="connsiteX218" fmla="*/ 2478186 w 11269336"/>
              <a:gd name="connsiteY218" fmla="*/ 2036953 h 2323145"/>
              <a:gd name="connsiteX219" fmla="*/ 2477950 w 11269336"/>
              <a:gd name="connsiteY219" fmla="*/ 2036715 h 2323145"/>
              <a:gd name="connsiteX220" fmla="*/ 2470381 w 11269336"/>
              <a:gd name="connsiteY220" fmla="*/ 2038256 h 2323145"/>
              <a:gd name="connsiteX221" fmla="*/ 2433781 w 11269336"/>
              <a:gd name="connsiteY221" fmla="*/ 2049140 h 2323145"/>
              <a:gd name="connsiteX222" fmla="*/ 2381172 w 11269336"/>
              <a:gd name="connsiteY222" fmla="*/ 2030645 h 2323145"/>
              <a:gd name="connsiteX223" fmla="*/ 2360198 w 11269336"/>
              <a:gd name="connsiteY223" fmla="*/ 2029059 h 2323145"/>
              <a:gd name="connsiteX224" fmla="*/ 2348815 w 11269336"/>
              <a:gd name="connsiteY224" fmla="*/ 2026798 h 2323145"/>
              <a:gd name="connsiteX225" fmla="*/ 2347988 w 11269336"/>
              <a:gd name="connsiteY225" fmla="*/ 2025745 h 2323145"/>
              <a:gd name="connsiteX226" fmla="*/ 2312920 w 11269336"/>
              <a:gd name="connsiteY226" fmla="*/ 2036311 h 2323145"/>
              <a:gd name="connsiteX227" fmla="*/ 2307986 w 11269336"/>
              <a:gd name="connsiteY227" fmla="*/ 2035583 h 2323145"/>
              <a:gd name="connsiteX228" fmla="*/ 2285481 w 11269336"/>
              <a:gd name="connsiteY228" fmla="*/ 2045197 h 2323145"/>
              <a:gd name="connsiteX229" fmla="*/ 2273666 w 11269336"/>
              <a:gd name="connsiteY229" fmla="*/ 2048710 h 2323145"/>
              <a:gd name="connsiteX230" fmla="*/ 2270719 w 11269336"/>
              <a:gd name="connsiteY230" fmla="*/ 2052702 h 2323145"/>
              <a:gd name="connsiteX231" fmla="*/ 2253080 w 11269336"/>
              <a:gd name="connsiteY231" fmla="*/ 2056363 h 2323145"/>
              <a:gd name="connsiteX232" fmla="*/ 2250906 w 11269336"/>
              <a:gd name="connsiteY232" fmla="*/ 2055654 h 2323145"/>
              <a:gd name="connsiteX233" fmla="*/ 2236905 w 11269336"/>
              <a:gd name="connsiteY233" fmla="*/ 2062882 h 2323145"/>
              <a:gd name="connsiteX234" fmla="*/ 2225830 w 11269336"/>
              <a:gd name="connsiteY234" fmla="*/ 2074027 h 2323145"/>
              <a:gd name="connsiteX235" fmla="*/ 2073776 w 11269336"/>
              <a:gd name="connsiteY235" fmla="*/ 2089244 h 2323145"/>
              <a:gd name="connsiteX236" fmla="*/ 1948256 w 11269336"/>
              <a:gd name="connsiteY236" fmla="*/ 2146616 h 2323145"/>
              <a:gd name="connsiteX237" fmla="*/ 1865582 w 11269336"/>
              <a:gd name="connsiteY237" fmla="*/ 2153738 h 2323145"/>
              <a:gd name="connsiteX238" fmla="*/ 1835210 w 11269336"/>
              <a:gd name="connsiteY238" fmla="*/ 2134244 h 2323145"/>
              <a:gd name="connsiteX239" fmla="*/ 1632661 w 11269336"/>
              <a:gd name="connsiteY239" fmla="*/ 2173882 h 2323145"/>
              <a:gd name="connsiteX240" fmla="*/ 1579590 w 11269336"/>
              <a:gd name="connsiteY240" fmla="*/ 2173680 h 2323145"/>
              <a:gd name="connsiteX241" fmla="*/ 1535601 w 11269336"/>
              <a:gd name="connsiteY241" fmla="*/ 2194590 h 2323145"/>
              <a:gd name="connsiteX242" fmla="*/ 1515594 w 11269336"/>
              <a:gd name="connsiteY242" fmla="*/ 2189622 h 2323145"/>
              <a:gd name="connsiteX243" fmla="*/ 1512113 w 11269336"/>
              <a:gd name="connsiteY243" fmla="*/ 2188534 h 2323145"/>
              <a:gd name="connsiteX244" fmla="*/ 1498838 w 11269336"/>
              <a:gd name="connsiteY244" fmla="*/ 2189213 h 2323145"/>
              <a:gd name="connsiteX245" fmla="*/ 1494279 w 11269336"/>
              <a:gd name="connsiteY245" fmla="*/ 2183112 h 2323145"/>
              <a:gd name="connsiteX246" fmla="*/ 1473714 w 11269336"/>
              <a:gd name="connsiteY246" fmla="*/ 2179625 h 2323145"/>
              <a:gd name="connsiteX247" fmla="*/ 1449503 w 11269336"/>
              <a:gd name="connsiteY247" fmla="*/ 2182633 h 2323145"/>
              <a:gd name="connsiteX248" fmla="*/ 1335495 w 11269336"/>
              <a:gd name="connsiteY248" fmla="*/ 2203940 h 2323145"/>
              <a:gd name="connsiteX249" fmla="*/ 1266687 w 11269336"/>
              <a:gd name="connsiteY249" fmla="*/ 2212688 h 2323145"/>
              <a:gd name="connsiteX250" fmla="*/ 1239614 w 11269336"/>
              <a:gd name="connsiteY250" fmla="*/ 2209727 h 2323145"/>
              <a:gd name="connsiteX251" fmla="*/ 1202436 w 11269336"/>
              <a:gd name="connsiteY251" fmla="*/ 2209817 h 2323145"/>
              <a:gd name="connsiteX252" fmla="*/ 1136097 w 11269336"/>
              <a:gd name="connsiteY252" fmla="*/ 2205112 h 2323145"/>
              <a:gd name="connsiteX253" fmla="*/ 1048229 w 11269336"/>
              <a:gd name="connsiteY253" fmla="*/ 2207249 h 2323145"/>
              <a:gd name="connsiteX254" fmla="*/ 988232 w 11269336"/>
              <a:gd name="connsiteY254" fmla="*/ 2235635 h 2323145"/>
              <a:gd name="connsiteX255" fmla="*/ 981959 w 11269336"/>
              <a:gd name="connsiteY255" fmla="*/ 2231607 h 2323145"/>
              <a:gd name="connsiteX256" fmla="*/ 938600 w 11269336"/>
              <a:gd name="connsiteY256" fmla="*/ 2238113 h 2323145"/>
              <a:gd name="connsiteX257" fmla="*/ 791788 w 11269336"/>
              <a:gd name="connsiteY257" fmla="*/ 2293224 h 2323145"/>
              <a:gd name="connsiteX258" fmla="*/ 706914 w 11269336"/>
              <a:gd name="connsiteY258" fmla="*/ 2305046 h 2323145"/>
              <a:gd name="connsiteX259" fmla="*/ 675971 w 11269336"/>
              <a:gd name="connsiteY259" fmla="*/ 2304030 h 2323145"/>
              <a:gd name="connsiteX260" fmla="*/ 624180 w 11269336"/>
              <a:gd name="connsiteY260" fmla="*/ 2302650 h 2323145"/>
              <a:gd name="connsiteX261" fmla="*/ 583453 w 11269336"/>
              <a:gd name="connsiteY261" fmla="*/ 2288788 h 2323145"/>
              <a:gd name="connsiteX262" fmla="*/ 540946 w 11269336"/>
              <a:gd name="connsiteY262" fmla="*/ 2292721 h 2323145"/>
              <a:gd name="connsiteX263" fmla="*/ 533680 w 11269336"/>
              <a:gd name="connsiteY263" fmla="*/ 2310233 h 2323145"/>
              <a:gd name="connsiteX264" fmla="*/ 487366 w 11269336"/>
              <a:gd name="connsiteY264" fmla="*/ 2309053 h 2323145"/>
              <a:gd name="connsiteX265" fmla="*/ 416820 w 11269336"/>
              <a:gd name="connsiteY265" fmla="*/ 2305443 h 2323145"/>
              <a:gd name="connsiteX266" fmla="*/ 376805 w 11269336"/>
              <a:gd name="connsiteY266" fmla="*/ 2307647 h 2323145"/>
              <a:gd name="connsiteX267" fmla="*/ 266777 w 11269336"/>
              <a:gd name="connsiteY267" fmla="*/ 2309012 h 2323145"/>
              <a:gd name="connsiteX268" fmla="*/ 156013 w 11269336"/>
              <a:gd name="connsiteY268" fmla="*/ 2306832 h 2323145"/>
              <a:gd name="connsiteX269" fmla="*/ 87258 w 11269336"/>
              <a:gd name="connsiteY269" fmla="*/ 2285511 h 2323145"/>
              <a:gd name="connsiteX270" fmla="*/ 23798 w 11269336"/>
              <a:gd name="connsiteY270" fmla="*/ 2281822 h 2323145"/>
              <a:gd name="connsiteX271" fmla="*/ 0 w 11269336"/>
              <a:gd name="connsiteY271" fmla="*/ 2285369 h 2323145"/>
              <a:gd name="connsiteX272" fmla="*/ 0 w 11269336"/>
              <a:gd name="connsiteY272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742561 w 11269336"/>
              <a:gd name="connsiteY18" fmla="*/ 500437 h 2323145"/>
              <a:gd name="connsiteX19" fmla="*/ 9561831 w 11269336"/>
              <a:gd name="connsiteY19" fmla="*/ 547649 h 2323145"/>
              <a:gd name="connsiteX20" fmla="*/ 9380600 w 11269336"/>
              <a:gd name="connsiteY20" fmla="*/ 549821 h 2323145"/>
              <a:gd name="connsiteX21" fmla="*/ 9139429 w 11269336"/>
              <a:gd name="connsiteY21" fmla="*/ 696446 h 2323145"/>
              <a:gd name="connsiteX22" fmla="*/ 9114263 w 11269336"/>
              <a:gd name="connsiteY22" fmla="*/ 709213 h 2323145"/>
              <a:gd name="connsiteX23" fmla="*/ 9028928 w 11269336"/>
              <a:gd name="connsiteY23" fmla="*/ 745350 h 2323145"/>
              <a:gd name="connsiteX24" fmla="*/ 8977138 w 11269336"/>
              <a:gd name="connsiteY24" fmla="*/ 774970 h 2323145"/>
              <a:gd name="connsiteX25" fmla="*/ 8947030 w 11269336"/>
              <a:gd name="connsiteY25" fmla="*/ 814934 h 2323145"/>
              <a:gd name="connsiteX26" fmla="*/ 8914746 w 11269336"/>
              <a:gd name="connsiteY26" fmla="*/ 826428 h 2323145"/>
              <a:gd name="connsiteX27" fmla="*/ 8917778 w 11269336"/>
              <a:gd name="connsiteY27" fmla="*/ 835198 h 2323145"/>
              <a:gd name="connsiteX28" fmla="*/ 8905560 w 11269336"/>
              <a:gd name="connsiteY28" fmla="*/ 838358 h 2323145"/>
              <a:gd name="connsiteX29" fmla="*/ 8897564 w 11269336"/>
              <a:gd name="connsiteY29" fmla="*/ 834287 h 2323145"/>
              <a:gd name="connsiteX30" fmla="*/ 8878040 w 11269336"/>
              <a:gd name="connsiteY30" fmla="*/ 844150 h 2323145"/>
              <a:gd name="connsiteX31" fmla="*/ 8882654 w 11269336"/>
              <a:gd name="connsiteY31" fmla="*/ 892768 h 2323145"/>
              <a:gd name="connsiteX32" fmla="*/ 8837498 w 11269336"/>
              <a:gd name="connsiteY32" fmla="*/ 885664 h 2323145"/>
              <a:gd name="connsiteX33" fmla="*/ 8795998 w 11269336"/>
              <a:gd name="connsiteY33" fmla="*/ 863337 h 2323145"/>
              <a:gd name="connsiteX34" fmla="*/ 8776970 w 11269336"/>
              <a:gd name="connsiteY34" fmla="*/ 885177 h 2323145"/>
              <a:gd name="connsiteX35" fmla="*/ 8755719 w 11269336"/>
              <a:gd name="connsiteY35" fmla="*/ 889754 h 2323145"/>
              <a:gd name="connsiteX36" fmla="*/ 8743257 w 11269336"/>
              <a:gd name="connsiteY36" fmla="*/ 904723 h 2323145"/>
              <a:gd name="connsiteX37" fmla="*/ 8721366 w 11269336"/>
              <a:gd name="connsiteY37" fmla="*/ 904711 h 2323145"/>
              <a:gd name="connsiteX38" fmla="*/ 8678353 w 11269336"/>
              <a:gd name="connsiteY38" fmla="*/ 926318 h 2323145"/>
              <a:gd name="connsiteX39" fmla="*/ 8636849 w 11269336"/>
              <a:gd name="connsiteY39" fmla="*/ 937900 h 2323145"/>
              <a:gd name="connsiteX40" fmla="*/ 8620213 w 11269336"/>
              <a:gd name="connsiteY40" fmla="*/ 943068 h 2323145"/>
              <a:gd name="connsiteX41" fmla="*/ 8612581 w 11269336"/>
              <a:gd name="connsiteY41" fmla="*/ 952695 h 2323145"/>
              <a:gd name="connsiteX42" fmla="*/ 8589038 w 11269336"/>
              <a:gd name="connsiteY42" fmla="*/ 963892 h 2323145"/>
              <a:gd name="connsiteX43" fmla="*/ 8579950 w 11269336"/>
              <a:gd name="connsiteY43" fmla="*/ 960899 h 2323145"/>
              <a:gd name="connsiteX44" fmla="*/ 8579319 w 11269336"/>
              <a:gd name="connsiteY44" fmla="*/ 965630 h 2323145"/>
              <a:gd name="connsiteX45" fmla="*/ 8547429 w 11269336"/>
              <a:gd name="connsiteY45" fmla="*/ 984506 h 2323145"/>
              <a:gd name="connsiteX46" fmla="*/ 8478704 w 11269336"/>
              <a:gd name="connsiteY46" fmla="*/ 1025490 h 2323145"/>
              <a:gd name="connsiteX47" fmla="*/ 8461421 w 11269336"/>
              <a:gd name="connsiteY47" fmla="*/ 1035512 h 2323145"/>
              <a:gd name="connsiteX48" fmla="*/ 8445003 w 11269336"/>
              <a:gd name="connsiteY48" fmla="*/ 1036851 h 2323145"/>
              <a:gd name="connsiteX49" fmla="*/ 8357350 w 11269336"/>
              <a:gd name="connsiteY49" fmla="*/ 1060213 h 2323145"/>
              <a:gd name="connsiteX50" fmla="*/ 8335565 w 11269336"/>
              <a:gd name="connsiteY50" fmla="*/ 1061151 h 2323145"/>
              <a:gd name="connsiteX51" fmla="*/ 8325267 w 11269336"/>
              <a:gd name="connsiteY51" fmla="*/ 1055919 h 2323145"/>
              <a:gd name="connsiteX52" fmla="*/ 8293586 w 11269336"/>
              <a:gd name="connsiteY52" fmla="*/ 1076144 h 2323145"/>
              <a:gd name="connsiteX53" fmla="*/ 8242405 w 11269336"/>
              <a:gd name="connsiteY53" fmla="*/ 1095960 h 2323145"/>
              <a:gd name="connsiteX54" fmla="*/ 8218531 w 11269336"/>
              <a:gd name="connsiteY54" fmla="*/ 1107622 h 2323145"/>
              <a:gd name="connsiteX55" fmla="*/ 8197391 w 11269336"/>
              <a:gd name="connsiteY55" fmla="*/ 1107746 h 2323145"/>
              <a:gd name="connsiteX56" fmla="*/ 8081474 w 11269336"/>
              <a:gd name="connsiteY56" fmla="*/ 1130125 h 2323145"/>
              <a:gd name="connsiteX57" fmla="*/ 8053585 w 11269336"/>
              <a:gd name="connsiteY57" fmla="*/ 1129169 h 2323145"/>
              <a:gd name="connsiteX58" fmla="*/ 8038422 w 11269336"/>
              <a:gd name="connsiteY58" fmla="*/ 1119092 h 2323145"/>
              <a:gd name="connsiteX59" fmla="*/ 8029450 w 11269336"/>
              <a:gd name="connsiteY59" fmla="*/ 1125592 h 2323145"/>
              <a:gd name="connsiteX60" fmla="*/ 7959552 w 11269336"/>
              <a:gd name="connsiteY60" fmla="*/ 1140188 h 2323145"/>
              <a:gd name="connsiteX61" fmla="*/ 7914188 w 11269336"/>
              <a:gd name="connsiteY61" fmla="*/ 1150862 h 2323145"/>
              <a:gd name="connsiteX62" fmla="*/ 7914918 w 11269336"/>
              <a:gd name="connsiteY62" fmla="*/ 1168758 h 2323145"/>
              <a:gd name="connsiteX63" fmla="*/ 7875510 w 11269336"/>
              <a:gd name="connsiteY63" fmla="*/ 1183153 h 2323145"/>
              <a:gd name="connsiteX64" fmla="*/ 7829932 w 11269336"/>
              <a:gd name="connsiteY64" fmla="*/ 1180782 h 2323145"/>
              <a:gd name="connsiteX65" fmla="*/ 7779182 w 11269336"/>
              <a:gd name="connsiteY65" fmla="*/ 1192665 h 2323145"/>
              <a:gd name="connsiteX66" fmla="*/ 7748774 w 11269336"/>
              <a:gd name="connsiteY66" fmla="*/ 1199586 h 2323145"/>
              <a:gd name="connsiteX67" fmla="*/ 7671846 w 11269336"/>
              <a:gd name="connsiteY67" fmla="*/ 1231966 h 2323145"/>
              <a:gd name="connsiteX68" fmla="*/ 7554146 w 11269336"/>
              <a:gd name="connsiteY68" fmla="*/ 1319748 h 2323145"/>
              <a:gd name="connsiteX69" fmla="*/ 7515052 w 11269336"/>
              <a:gd name="connsiteY69" fmla="*/ 1336718 h 2323145"/>
              <a:gd name="connsiteX70" fmla="*/ 7507193 w 11269336"/>
              <a:gd name="connsiteY70" fmla="*/ 1334617 h 2323145"/>
              <a:gd name="connsiteX71" fmla="*/ 7461694 w 11269336"/>
              <a:gd name="connsiteY71" fmla="*/ 1375866 h 2323145"/>
              <a:gd name="connsiteX72" fmla="*/ 7377571 w 11269336"/>
              <a:gd name="connsiteY72" fmla="*/ 1400128 h 2323145"/>
              <a:gd name="connsiteX73" fmla="*/ 7311261 w 11269336"/>
              <a:gd name="connsiteY73" fmla="*/ 1412652 h 2323145"/>
              <a:gd name="connsiteX74" fmla="*/ 7275307 w 11269336"/>
              <a:gd name="connsiteY74" fmla="*/ 1422171 h 2323145"/>
              <a:gd name="connsiteX75" fmla="*/ 7247783 w 11269336"/>
              <a:gd name="connsiteY75" fmla="*/ 1426330 h 2323145"/>
              <a:gd name="connsiteX76" fmla="*/ 7185047 w 11269336"/>
              <a:gd name="connsiteY76" fmla="*/ 1451812 h 2323145"/>
              <a:gd name="connsiteX77" fmla="*/ 7084117 w 11269336"/>
              <a:gd name="connsiteY77" fmla="*/ 1500281 h 2323145"/>
              <a:gd name="connsiteX78" fmla="*/ 7062011 w 11269336"/>
              <a:gd name="connsiteY78" fmla="*/ 1509183 h 2323145"/>
              <a:gd name="connsiteX79" fmla="*/ 7040555 w 11269336"/>
              <a:gd name="connsiteY79" fmla="*/ 1511207 h 2323145"/>
              <a:gd name="connsiteX80" fmla="*/ 7033438 w 11269336"/>
              <a:gd name="connsiteY80" fmla="*/ 1506772 h 2323145"/>
              <a:gd name="connsiteX81" fmla="*/ 7020886 w 11269336"/>
              <a:gd name="connsiteY81" fmla="*/ 1510764 h 2323145"/>
              <a:gd name="connsiteX82" fmla="*/ 7017033 w 11269336"/>
              <a:gd name="connsiteY82" fmla="*/ 1510650 h 2323145"/>
              <a:gd name="connsiteX83" fmla="*/ 6995460 w 11269336"/>
              <a:gd name="connsiteY83" fmla="*/ 1511173 h 2323145"/>
              <a:gd name="connsiteX84" fmla="*/ 6962144 w 11269336"/>
              <a:gd name="connsiteY84" fmla="*/ 1541508 h 2323145"/>
              <a:gd name="connsiteX85" fmla="*/ 6910674 w 11269336"/>
              <a:gd name="connsiteY85" fmla="*/ 1554793 h 2323145"/>
              <a:gd name="connsiteX86" fmla="*/ 6732152 w 11269336"/>
              <a:gd name="connsiteY86" fmla="*/ 1642538 h 2323145"/>
              <a:gd name="connsiteX87" fmla="*/ 6694106 w 11269336"/>
              <a:gd name="connsiteY87" fmla="*/ 1632377 h 2323145"/>
              <a:gd name="connsiteX88" fmla="*/ 6617223 w 11269336"/>
              <a:gd name="connsiteY88" fmla="*/ 1659889 h 2323145"/>
              <a:gd name="connsiteX89" fmla="*/ 6521138 w 11269336"/>
              <a:gd name="connsiteY89" fmla="*/ 1744340 h 2323145"/>
              <a:gd name="connsiteX90" fmla="*/ 6380677 w 11269336"/>
              <a:gd name="connsiteY90" fmla="*/ 1796883 h 2323145"/>
              <a:gd name="connsiteX91" fmla="*/ 6374897 w 11269336"/>
              <a:gd name="connsiteY91" fmla="*/ 1809910 h 2323145"/>
              <a:gd name="connsiteX92" fmla="*/ 6364545 w 11269336"/>
              <a:gd name="connsiteY92" fmla="*/ 1820090 h 2323145"/>
              <a:gd name="connsiteX93" fmla="*/ 6362126 w 11269336"/>
              <a:gd name="connsiteY93" fmla="*/ 1819991 h 2323145"/>
              <a:gd name="connsiteX94" fmla="*/ 6346673 w 11269336"/>
              <a:gd name="connsiteY94" fmla="*/ 1827824 h 2323145"/>
              <a:gd name="connsiteX95" fmla="*/ 6345588 w 11269336"/>
              <a:gd name="connsiteY95" fmla="*/ 1832232 h 2323145"/>
              <a:gd name="connsiteX96" fmla="*/ 6335708 w 11269336"/>
              <a:gd name="connsiteY96" fmla="*/ 1838451 h 2323145"/>
              <a:gd name="connsiteX97" fmla="*/ 6318182 w 11269336"/>
              <a:gd name="connsiteY97" fmla="*/ 1852975 h 2323145"/>
              <a:gd name="connsiteX98" fmla="*/ 6313084 w 11269336"/>
              <a:gd name="connsiteY98" fmla="*/ 1853561 h 2323145"/>
              <a:gd name="connsiteX99" fmla="*/ 6283816 w 11269336"/>
              <a:gd name="connsiteY99" fmla="*/ 1872148 h 2323145"/>
              <a:gd name="connsiteX100" fmla="*/ 6282550 w 11269336"/>
              <a:gd name="connsiteY100" fmla="*/ 1871392 h 2323145"/>
              <a:gd name="connsiteX101" fmla="*/ 6270527 w 11269336"/>
              <a:gd name="connsiteY101" fmla="*/ 1872208 h 2323145"/>
              <a:gd name="connsiteX102" fmla="*/ 6249518 w 11269336"/>
              <a:gd name="connsiteY102" fmla="*/ 1876079 h 2323145"/>
              <a:gd name="connsiteX103" fmla="*/ 6190386 w 11269336"/>
              <a:gd name="connsiteY103" fmla="*/ 1872478 h 2323145"/>
              <a:gd name="connsiteX104" fmla="*/ 6159777 w 11269336"/>
              <a:gd name="connsiteY104" fmla="*/ 1891745 h 2323145"/>
              <a:gd name="connsiteX105" fmla="*/ 6153131 w 11269336"/>
              <a:gd name="connsiteY105" fmla="*/ 1895079 h 2323145"/>
              <a:gd name="connsiteX106" fmla="*/ 6152798 w 11269336"/>
              <a:gd name="connsiteY106" fmla="*/ 1894920 h 2323145"/>
              <a:gd name="connsiteX107" fmla="*/ 6145388 w 11269336"/>
              <a:gd name="connsiteY107" fmla="*/ 1897990 h 2323145"/>
              <a:gd name="connsiteX108" fmla="*/ 6141014 w 11269336"/>
              <a:gd name="connsiteY108" fmla="*/ 1901155 h 2323145"/>
              <a:gd name="connsiteX109" fmla="*/ 6128122 w 11269336"/>
              <a:gd name="connsiteY109" fmla="*/ 1907623 h 2323145"/>
              <a:gd name="connsiteX110" fmla="*/ 6122351 w 11269336"/>
              <a:gd name="connsiteY110" fmla="*/ 1908359 h 2323145"/>
              <a:gd name="connsiteX111" fmla="*/ 6064750 w 11269336"/>
              <a:gd name="connsiteY111" fmla="*/ 1896394 h 2323145"/>
              <a:gd name="connsiteX112" fmla="*/ 5964230 w 11269336"/>
              <a:gd name="connsiteY112" fmla="*/ 1910038 h 2323145"/>
              <a:gd name="connsiteX113" fmla="*/ 5865399 w 11269336"/>
              <a:gd name="connsiteY113" fmla="*/ 1926966 h 2323145"/>
              <a:gd name="connsiteX114" fmla="*/ 5829951 w 11269336"/>
              <a:gd name="connsiteY114" fmla="*/ 1934755 h 2323145"/>
              <a:gd name="connsiteX115" fmla="*/ 5765285 w 11269336"/>
              <a:gd name="connsiteY115" fmla="*/ 1941322 h 2323145"/>
              <a:gd name="connsiteX116" fmla="*/ 5734750 w 11269336"/>
              <a:gd name="connsiteY116" fmla="*/ 1939793 h 2323145"/>
              <a:gd name="connsiteX117" fmla="*/ 5733569 w 11269336"/>
              <a:gd name="connsiteY117" fmla="*/ 1940505 h 2323145"/>
              <a:gd name="connsiteX118" fmla="*/ 5730329 w 11269336"/>
              <a:gd name="connsiteY118" fmla="*/ 1937845 h 2323145"/>
              <a:gd name="connsiteX119" fmla="*/ 5724661 w 11269336"/>
              <a:gd name="connsiteY119" fmla="*/ 1937455 h 2323145"/>
              <a:gd name="connsiteX120" fmla="*/ 5710186 w 11269336"/>
              <a:gd name="connsiteY120" fmla="*/ 1941370 h 2323145"/>
              <a:gd name="connsiteX121" fmla="*/ 5704910 w 11269336"/>
              <a:gd name="connsiteY121" fmla="*/ 1943663 h 2323145"/>
              <a:gd name="connsiteX122" fmla="*/ 5696836 w 11269336"/>
              <a:gd name="connsiteY122" fmla="*/ 1945271 h 2323145"/>
              <a:gd name="connsiteX123" fmla="*/ 5696583 w 11269336"/>
              <a:gd name="connsiteY123" fmla="*/ 1945050 h 2323145"/>
              <a:gd name="connsiteX124" fmla="*/ 5689123 w 11269336"/>
              <a:gd name="connsiteY124" fmla="*/ 1947067 h 2323145"/>
              <a:gd name="connsiteX125" fmla="*/ 5653291 w 11269336"/>
              <a:gd name="connsiteY125" fmla="*/ 1960245 h 2323145"/>
              <a:gd name="connsiteX126" fmla="*/ 5599385 w 11269336"/>
              <a:gd name="connsiteY126" fmla="*/ 1945198 h 2323145"/>
              <a:gd name="connsiteX127" fmla="*/ 5578300 w 11269336"/>
              <a:gd name="connsiteY127" fmla="*/ 1944963 h 2323145"/>
              <a:gd name="connsiteX128" fmla="*/ 5566758 w 11269336"/>
              <a:gd name="connsiteY128" fmla="*/ 1943441 h 2323145"/>
              <a:gd name="connsiteX129" fmla="*/ 5565857 w 11269336"/>
              <a:gd name="connsiteY129" fmla="*/ 1942445 h 2323145"/>
              <a:gd name="connsiteX130" fmla="*/ 5531534 w 11269336"/>
              <a:gd name="connsiteY130" fmla="*/ 1955208 h 2323145"/>
              <a:gd name="connsiteX131" fmla="*/ 5526552 w 11269336"/>
              <a:gd name="connsiteY131" fmla="*/ 1954799 h 2323145"/>
              <a:gd name="connsiteX132" fmla="*/ 5504723 w 11269336"/>
              <a:gd name="connsiteY132" fmla="*/ 1965811 h 2323145"/>
              <a:gd name="connsiteX133" fmla="*/ 5493156 w 11269336"/>
              <a:gd name="connsiteY133" fmla="*/ 1970063 h 2323145"/>
              <a:gd name="connsiteX134" fmla="*/ 5490486 w 11269336"/>
              <a:gd name="connsiteY134" fmla="*/ 1974227 h 2323145"/>
              <a:gd name="connsiteX135" fmla="*/ 5473107 w 11269336"/>
              <a:gd name="connsiteY135" fmla="*/ 1979001 h 2323145"/>
              <a:gd name="connsiteX136" fmla="*/ 5470885 w 11269336"/>
              <a:gd name="connsiteY136" fmla="*/ 1978432 h 2323145"/>
              <a:gd name="connsiteX137" fmla="*/ 5457393 w 11269336"/>
              <a:gd name="connsiteY137" fmla="*/ 1986525 h 2323145"/>
              <a:gd name="connsiteX138" fmla="*/ 5447102 w 11269336"/>
              <a:gd name="connsiteY138" fmla="*/ 1998329 h 2323145"/>
              <a:gd name="connsiteX139" fmla="*/ 5159151 w 11269336"/>
              <a:gd name="connsiteY139" fmla="*/ 2029640 h 2323145"/>
              <a:gd name="connsiteX140" fmla="*/ 5041688 w 11269336"/>
              <a:gd name="connsiteY140" fmla="*/ 2022334 h 2323145"/>
              <a:gd name="connsiteX141" fmla="*/ 4860988 w 11269336"/>
              <a:gd name="connsiteY141" fmla="*/ 2135698 h 2323145"/>
              <a:gd name="connsiteX142" fmla="*/ 4807902 w 11269336"/>
              <a:gd name="connsiteY142" fmla="*/ 2138894 h 2323145"/>
              <a:gd name="connsiteX143" fmla="*/ 4765388 w 11269336"/>
              <a:gd name="connsiteY143" fmla="*/ 2162525 h 2323145"/>
              <a:gd name="connsiteX144" fmla="*/ 4745033 w 11269336"/>
              <a:gd name="connsiteY144" fmla="*/ 2158859 h 2323145"/>
              <a:gd name="connsiteX145" fmla="*/ 4741475 w 11269336"/>
              <a:gd name="connsiteY145" fmla="*/ 2157998 h 2323145"/>
              <a:gd name="connsiteX146" fmla="*/ 4728247 w 11269336"/>
              <a:gd name="connsiteY146" fmla="*/ 2159526 h 2323145"/>
              <a:gd name="connsiteX147" fmla="*/ 4723263 w 11269336"/>
              <a:gd name="connsiteY147" fmla="*/ 2153742 h 2323145"/>
              <a:gd name="connsiteX148" fmla="*/ 4702453 w 11269336"/>
              <a:gd name="connsiteY148" fmla="*/ 2151586 h 2323145"/>
              <a:gd name="connsiteX149" fmla="*/ 4678455 w 11269336"/>
              <a:gd name="connsiteY149" fmla="*/ 2156131 h 2323145"/>
              <a:gd name="connsiteX150" fmla="*/ 4593061 w 11269336"/>
              <a:gd name="connsiteY150" fmla="*/ 2171597 h 2323145"/>
              <a:gd name="connsiteX151" fmla="*/ 4579902 w 11269336"/>
              <a:gd name="connsiteY151" fmla="*/ 2177927 h 2323145"/>
              <a:gd name="connsiteX152" fmla="*/ 4533444 w 11269336"/>
              <a:gd name="connsiteY152" fmla="*/ 2181200 h 2323145"/>
              <a:gd name="connsiteX153" fmla="*/ 4492832 w 11269336"/>
              <a:gd name="connsiteY153" fmla="*/ 2188033 h 2323145"/>
              <a:gd name="connsiteX154" fmla="*/ 4467257 w 11269336"/>
              <a:gd name="connsiteY154" fmla="*/ 2196121 h 2323145"/>
              <a:gd name="connsiteX155" fmla="*/ 4459937 w 11269336"/>
              <a:gd name="connsiteY155" fmla="*/ 2195182 h 2323145"/>
              <a:gd name="connsiteX156" fmla="*/ 4433312 w 11269336"/>
              <a:gd name="connsiteY156" fmla="*/ 2199004 h 2323145"/>
              <a:gd name="connsiteX157" fmla="*/ 4420601 w 11269336"/>
              <a:gd name="connsiteY157" fmla="*/ 2205158 h 2323145"/>
              <a:gd name="connsiteX158" fmla="*/ 4405765 w 11269336"/>
              <a:gd name="connsiteY158" fmla="*/ 2199902 h 2323145"/>
              <a:gd name="connsiteX159" fmla="*/ 4401354 w 11269336"/>
              <a:gd name="connsiteY159" fmla="*/ 2194745 h 2323145"/>
              <a:gd name="connsiteX160" fmla="*/ 4383151 w 11269336"/>
              <a:gd name="connsiteY160" fmla="*/ 2201140 h 2323145"/>
              <a:gd name="connsiteX161" fmla="*/ 4366646 w 11269336"/>
              <a:gd name="connsiteY161" fmla="*/ 2198564 h 2323145"/>
              <a:gd name="connsiteX162" fmla="*/ 4354009 w 11269336"/>
              <a:gd name="connsiteY162" fmla="*/ 2204984 h 2323145"/>
              <a:gd name="connsiteX163" fmla="*/ 4348284 w 11269336"/>
              <a:gd name="connsiteY163" fmla="*/ 2205270 h 2323145"/>
              <a:gd name="connsiteX164" fmla="*/ 4333906 w 11269336"/>
              <a:gd name="connsiteY164" fmla="*/ 2205251 h 2323145"/>
              <a:gd name="connsiteX165" fmla="*/ 4308819 w 11269336"/>
              <a:gd name="connsiteY165" fmla="*/ 2203822 h 2323145"/>
              <a:gd name="connsiteX166" fmla="*/ 4301210 w 11269336"/>
              <a:gd name="connsiteY166" fmla="*/ 2204456 h 2323145"/>
              <a:gd name="connsiteX167" fmla="*/ 4283095 w 11269336"/>
              <a:gd name="connsiteY167" fmla="*/ 2198177 h 2323145"/>
              <a:gd name="connsiteX168" fmla="*/ 4250119 w 11269336"/>
              <a:gd name="connsiteY168" fmla="*/ 2196342 h 2323145"/>
              <a:gd name="connsiteX169" fmla="*/ 4189203 w 11269336"/>
              <a:gd name="connsiteY169" fmla="*/ 2178994 h 2323145"/>
              <a:gd name="connsiteX170" fmla="*/ 4154035 w 11269336"/>
              <a:gd name="connsiteY170" fmla="*/ 2171950 h 2323145"/>
              <a:gd name="connsiteX171" fmla="*/ 4129569 w 11269336"/>
              <a:gd name="connsiteY171" fmla="*/ 2163850 h 2323145"/>
              <a:gd name="connsiteX172" fmla="*/ 4061250 w 11269336"/>
              <a:gd name="connsiteY172" fmla="*/ 2159236 h 2323145"/>
              <a:gd name="connsiteX173" fmla="*/ 3945480 w 11269336"/>
              <a:gd name="connsiteY173" fmla="*/ 2158279 h 2323145"/>
              <a:gd name="connsiteX174" fmla="*/ 3921468 w 11269336"/>
              <a:gd name="connsiteY174" fmla="*/ 2156588 h 2323145"/>
              <a:gd name="connsiteX175" fmla="*/ 3903348 w 11269336"/>
              <a:gd name="connsiteY175" fmla="*/ 2149220 h 2323145"/>
              <a:gd name="connsiteX176" fmla="*/ 3901342 w 11269336"/>
              <a:gd name="connsiteY176" fmla="*/ 2142355 h 2323145"/>
              <a:gd name="connsiteX177" fmla="*/ 3888539 w 11269336"/>
              <a:gd name="connsiteY177" fmla="*/ 2140476 h 2323145"/>
              <a:gd name="connsiteX178" fmla="*/ 3885662 w 11269336"/>
              <a:gd name="connsiteY178" fmla="*/ 2138740 h 2323145"/>
              <a:gd name="connsiteX179" fmla="*/ 3868627 w 11269336"/>
              <a:gd name="connsiteY179" fmla="*/ 2130023 h 2323145"/>
              <a:gd name="connsiteX180" fmla="*/ 3819177 w 11269336"/>
              <a:gd name="connsiteY180" fmla="*/ 2142111 h 2323145"/>
              <a:gd name="connsiteX181" fmla="*/ 3769100 w 11269336"/>
              <a:gd name="connsiteY181" fmla="*/ 2131731 h 2323145"/>
              <a:gd name="connsiteX182" fmla="*/ 3562752 w 11269336"/>
              <a:gd name="connsiteY182" fmla="*/ 2131785 h 2323145"/>
              <a:gd name="connsiteX183" fmla="*/ 3541402 w 11269336"/>
              <a:gd name="connsiteY183" fmla="*/ 2106821 h 2323145"/>
              <a:gd name="connsiteX184" fmla="*/ 3460591 w 11269336"/>
              <a:gd name="connsiteY184" fmla="*/ 2097951 h 2323145"/>
              <a:gd name="connsiteX185" fmla="*/ 3170922 w 11269336"/>
              <a:gd name="connsiteY185" fmla="*/ 2115957 h 2323145"/>
              <a:gd name="connsiteX186" fmla="*/ 3156256 w 11269336"/>
              <a:gd name="connsiteY186" fmla="*/ 2124773 h 2323145"/>
              <a:gd name="connsiteX187" fmla="*/ 3140298 w 11269336"/>
              <a:gd name="connsiteY187" fmla="*/ 2129182 h 2323145"/>
              <a:gd name="connsiteX188" fmla="*/ 3138514 w 11269336"/>
              <a:gd name="connsiteY188" fmla="*/ 2128069 h 2323145"/>
              <a:gd name="connsiteX189" fmla="*/ 3120467 w 11269336"/>
              <a:gd name="connsiteY189" fmla="*/ 2128281 h 2323145"/>
              <a:gd name="connsiteX190" fmla="*/ 3116175 w 11269336"/>
              <a:gd name="connsiteY190" fmla="*/ 2131633 h 2323145"/>
              <a:gd name="connsiteX191" fmla="*/ 3103685 w 11269336"/>
              <a:gd name="connsiteY191" fmla="*/ 2132814 h 2323145"/>
              <a:gd name="connsiteX192" fmla="*/ 3078794 w 11269336"/>
              <a:gd name="connsiteY192" fmla="*/ 2137935 h 2323145"/>
              <a:gd name="connsiteX193" fmla="*/ 3074407 w 11269336"/>
              <a:gd name="connsiteY193" fmla="*/ 2136274 h 2323145"/>
              <a:gd name="connsiteX194" fmla="*/ 3037285 w 11269336"/>
              <a:gd name="connsiteY194" fmla="*/ 2139919 h 2323145"/>
              <a:gd name="connsiteX195" fmla="*/ 3036901 w 11269336"/>
              <a:gd name="connsiteY195" fmla="*/ 2138726 h 2323145"/>
              <a:gd name="connsiteX196" fmla="*/ 3026996 w 11269336"/>
              <a:gd name="connsiteY196" fmla="*/ 2134322 h 2323145"/>
              <a:gd name="connsiteX197" fmla="*/ 3007772 w 11269336"/>
              <a:gd name="connsiteY197" fmla="*/ 2128742 h 2323145"/>
              <a:gd name="connsiteX198" fmla="*/ 2965030 w 11269336"/>
              <a:gd name="connsiteY198" fmla="*/ 2100494 h 2323145"/>
              <a:gd name="connsiteX199" fmla="*/ 2926342 w 11269336"/>
              <a:gd name="connsiteY199" fmla="*/ 2104155 h 2323145"/>
              <a:gd name="connsiteX200" fmla="*/ 2918608 w 11269336"/>
              <a:gd name="connsiteY200" fmla="*/ 2104215 h 2323145"/>
              <a:gd name="connsiteX201" fmla="*/ 2918475 w 11269336"/>
              <a:gd name="connsiteY201" fmla="*/ 2103937 h 2323145"/>
              <a:gd name="connsiteX202" fmla="*/ 2910360 w 11269336"/>
              <a:gd name="connsiteY202" fmla="*/ 2103444 h 2323145"/>
              <a:gd name="connsiteX203" fmla="*/ 2904507 w 11269336"/>
              <a:gd name="connsiteY203" fmla="*/ 2104326 h 2323145"/>
              <a:gd name="connsiteX204" fmla="*/ 2889503 w 11269336"/>
              <a:gd name="connsiteY204" fmla="*/ 2104443 h 2323145"/>
              <a:gd name="connsiteX205" fmla="*/ 2884480 w 11269336"/>
              <a:gd name="connsiteY205" fmla="*/ 2102626 h 2323145"/>
              <a:gd name="connsiteX206" fmla="*/ 2882689 w 11269336"/>
              <a:gd name="connsiteY206" fmla="*/ 2099228 h 2323145"/>
              <a:gd name="connsiteX207" fmla="*/ 2881291 w 11269336"/>
              <a:gd name="connsiteY207" fmla="*/ 2099618 h 2323145"/>
              <a:gd name="connsiteX208" fmla="*/ 2853979 w 11269336"/>
              <a:gd name="connsiteY208" fmla="*/ 2090388 h 2323145"/>
              <a:gd name="connsiteX209" fmla="*/ 2791790 w 11269336"/>
              <a:gd name="connsiteY209" fmla="*/ 2080332 h 2323145"/>
              <a:gd name="connsiteX210" fmla="*/ 2755844 w 11269336"/>
              <a:gd name="connsiteY210" fmla="*/ 2078874 h 2323145"/>
              <a:gd name="connsiteX211" fmla="*/ 2657742 w 11269336"/>
              <a:gd name="connsiteY211" fmla="*/ 2070179 h 2323145"/>
              <a:gd name="connsiteX212" fmla="*/ 2559549 w 11269336"/>
              <a:gd name="connsiteY212" fmla="*/ 2057873 h 2323145"/>
              <a:gd name="connsiteX213" fmla="*/ 2512054 w 11269336"/>
              <a:gd name="connsiteY213" fmla="*/ 2031671 h 2323145"/>
              <a:gd name="connsiteX214" fmla="*/ 2506437 w 11269336"/>
              <a:gd name="connsiteY214" fmla="*/ 2030918 h 2323145"/>
              <a:gd name="connsiteX215" fmla="*/ 2491752 w 11269336"/>
              <a:gd name="connsiteY215" fmla="*/ 2033906 h 2323145"/>
              <a:gd name="connsiteX216" fmla="*/ 2486338 w 11269336"/>
              <a:gd name="connsiteY216" fmla="*/ 2035862 h 2323145"/>
              <a:gd name="connsiteX217" fmla="*/ 2478186 w 11269336"/>
              <a:gd name="connsiteY217" fmla="*/ 2036953 h 2323145"/>
              <a:gd name="connsiteX218" fmla="*/ 2477950 w 11269336"/>
              <a:gd name="connsiteY218" fmla="*/ 2036715 h 2323145"/>
              <a:gd name="connsiteX219" fmla="*/ 2470381 w 11269336"/>
              <a:gd name="connsiteY219" fmla="*/ 2038256 h 2323145"/>
              <a:gd name="connsiteX220" fmla="*/ 2433781 w 11269336"/>
              <a:gd name="connsiteY220" fmla="*/ 2049140 h 2323145"/>
              <a:gd name="connsiteX221" fmla="*/ 2381172 w 11269336"/>
              <a:gd name="connsiteY221" fmla="*/ 2030645 h 2323145"/>
              <a:gd name="connsiteX222" fmla="*/ 2360198 w 11269336"/>
              <a:gd name="connsiteY222" fmla="*/ 2029059 h 2323145"/>
              <a:gd name="connsiteX223" fmla="*/ 2348815 w 11269336"/>
              <a:gd name="connsiteY223" fmla="*/ 2026798 h 2323145"/>
              <a:gd name="connsiteX224" fmla="*/ 2347988 w 11269336"/>
              <a:gd name="connsiteY224" fmla="*/ 2025745 h 2323145"/>
              <a:gd name="connsiteX225" fmla="*/ 2312920 w 11269336"/>
              <a:gd name="connsiteY225" fmla="*/ 2036311 h 2323145"/>
              <a:gd name="connsiteX226" fmla="*/ 2307986 w 11269336"/>
              <a:gd name="connsiteY226" fmla="*/ 2035583 h 2323145"/>
              <a:gd name="connsiteX227" fmla="*/ 2285481 w 11269336"/>
              <a:gd name="connsiteY227" fmla="*/ 2045197 h 2323145"/>
              <a:gd name="connsiteX228" fmla="*/ 2273666 w 11269336"/>
              <a:gd name="connsiteY228" fmla="*/ 2048710 h 2323145"/>
              <a:gd name="connsiteX229" fmla="*/ 2270719 w 11269336"/>
              <a:gd name="connsiteY229" fmla="*/ 2052702 h 2323145"/>
              <a:gd name="connsiteX230" fmla="*/ 2253080 w 11269336"/>
              <a:gd name="connsiteY230" fmla="*/ 2056363 h 2323145"/>
              <a:gd name="connsiteX231" fmla="*/ 2250906 w 11269336"/>
              <a:gd name="connsiteY231" fmla="*/ 2055654 h 2323145"/>
              <a:gd name="connsiteX232" fmla="*/ 2236905 w 11269336"/>
              <a:gd name="connsiteY232" fmla="*/ 2062882 h 2323145"/>
              <a:gd name="connsiteX233" fmla="*/ 2225830 w 11269336"/>
              <a:gd name="connsiteY233" fmla="*/ 2074027 h 2323145"/>
              <a:gd name="connsiteX234" fmla="*/ 2073776 w 11269336"/>
              <a:gd name="connsiteY234" fmla="*/ 2089244 h 2323145"/>
              <a:gd name="connsiteX235" fmla="*/ 1948256 w 11269336"/>
              <a:gd name="connsiteY235" fmla="*/ 2146616 h 2323145"/>
              <a:gd name="connsiteX236" fmla="*/ 1865582 w 11269336"/>
              <a:gd name="connsiteY236" fmla="*/ 2153738 h 2323145"/>
              <a:gd name="connsiteX237" fmla="*/ 1835210 w 11269336"/>
              <a:gd name="connsiteY237" fmla="*/ 2134244 h 2323145"/>
              <a:gd name="connsiteX238" fmla="*/ 1632661 w 11269336"/>
              <a:gd name="connsiteY238" fmla="*/ 2173882 h 2323145"/>
              <a:gd name="connsiteX239" fmla="*/ 1579590 w 11269336"/>
              <a:gd name="connsiteY239" fmla="*/ 2173680 h 2323145"/>
              <a:gd name="connsiteX240" fmla="*/ 1535601 w 11269336"/>
              <a:gd name="connsiteY240" fmla="*/ 2194590 h 2323145"/>
              <a:gd name="connsiteX241" fmla="*/ 1515594 w 11269336"/>
              <a:gd name="connsiteY241" fmla="*/ 2189622 h 2323145"/>
              <a:gd name="connsiteX242" fmla="*/ 1512113 w 11269336"/>
              <a:gd name="connsiteY242" fmla="*/ 2188534 h 2323145"/>
              <a:gd name="connsiteX243" fmla="*/ 1498838 w 11269336"/>
              <a:gd name="connsiteY243" fmla="*/ 2189213 h 2323145"/>
              <a:gd name="connsiteX244" fmla="*/ 1494279 w 11269336"/>
              <a:gd name="connsiteY244" fmla="*/ 2183112 h 2323145"/>
              <a:gd name="connsiteX245" fmla="*/ 1473714 w 11269336"/>
              <a:gd name="connsiteY245" fmla="*/ 2179625 h 2323145"/>
              <a:gd name="connsiteX246" fmla="*/ 1449503 w 11269336"/>
              <a:gd name="connsiteY246" fmla="*/ 2182633 h 2323145"/>
              <a:gd name="connsiteX247" fmla="*/ 1335495 w 11269336"/>
              <a:gd name="connsiteY247" fmla="*/ 2203940 h 2323145"/>
              <a:gd name="connsiteX248" fmla="*/ 1266687 w 11269336"/>
              <a:gd name="connsiteY248" fmla="*/ 2212688 h 2323145"/>
              <a:gd name="connsiteX249" fmla="*/ 1239614 w 11269336"/>
              <a:gd name="connsiteY249" fmla="*/ 2209727 h 2323145"/>
              <a:gd name="connsiteX250" fmla="*/ 1202436 w 11269336"/>
              <a:gd name="connsiteY250" fmla="*/ 2209817 h 2323145"/>
              <a:gd name="connsiteX251" fmla="*/ 1136097 w 11269336"/>
              <a:gd name="connsiteY251" fmla="*/ 2205112 h 2323145"/>
              <a:gd name="connsiteX252" fmla="*/ 1048229 w 11269336"/>
              <a:gd name="connsiteY252" fmla="*/ 2207249 h 2323145"/>
              <a:gd name="connsiteX253" fmla="*/ 988232 w 11269336"/>
              <a:gd name="connsiteY253" fmla="*/ 2235635 h 2323145"/>
              <a:gd name="connsiteX254" fmla="*/ 981959 w 11269336"/>
              <a:gd name="connsiteY254" fmla="*/ 2231607 h 2323145"/>
              <a:gd name="connsiteX255" fmla="*/ 938600 w 11269336"/>
              <a:gd name="connsiteY255" fmla="*/ 2238113 h 2323145"/>
              <a:gd name="connsiteX256" fmla="*/ 791788 w 11269336"/>
              <a:gd name="connsiteY256" fmla="*/ 2293224 h 2323145"/>
              <a:gd name="connsiteX257" fmla="*/ 706914 w 11269336"/>
              <a:gd name="connsiteY257" fmla="*/ 2305046 h 2323145"/>
              <a:gd name="connsiteX258" fmla="*/ 675971 w 11269336"/>
              <a:gd name="connsiteY258" fmla="*/ 2304030 h 2323145"/>
              <a:gd name="connsiteX259" fmla="*/ 624180 w 11269336"/>
              <a:gd name="connsiteY259" fmla="*/ 2302650 h 2323145"/>
              <a:gd name="connsiteX260" fmla="*/ 583453 w 11269336"/>
              <a:gd name="connsiteY260" fmla="*/ 2288788 h 2323145"/>
              <a:gd name="connsiteX261" fmla="*/ 540946 w 11269336"/>
              <a:gd name="connsiteY261" fmla="*/ 2292721 h 2323145"/>
              <a:gd name="connsiteX262" fmla="*/ 533680 w 11269336"/>
              <a:gd name="connsiteY262" fmla="*/ 2310233 h 2323145"/>
              <a:gd name="connsiteX263" fmla="*/ 487366 w 11269336"/>
              <a:gd name="connsiteY263" fmla="*/ 2309053 h 2323145"/>
              <a:gd name="connsiteX264" fmla="*/ 416820 w 11269336"/>
              <a:gd name="connsiteY264" fmla="*/ 2305443 h 2323145"/>
              <a:gd name="connsiteX265" fmla="*/ 376805 w 11269336"/>
              <a:gd name="connsiteY265" fmla="*/ 2307647 h 2323145"/>
              <a:gd name="connsiteX266" fmla="*/ 266777 w 11269336"/>
              <a:gd name="connsiteY266" fmla="*/ 2309012 h 2323145"/>
              <a:gd name="connsiteX267" fmla="*/ 156013 w 11269336"/>
              <a:gd name="connsiteY267" fmla="*/ 2306832 h 2323145"/>
              <a:gd name="connsiteX268" fmla="*/ 87258 w 11269336"/>
              <a:gd name="connsiteY268" fmla="*/ 2285511 h 2323145"/>
              <a:gd name="connsiteX269" fmla="*/ 23798 w 11269336"/>
              <a:gd name="connsiteY269" fmla="*/ 2281822 h 2323145"/>
              <a:gd name="connsiteX270" fmla="*/ 0 w 11269336"/>
              <a:gd name="connsiteY270" fmla="*/ 2285369 h 2323145"/>
              <a:gd name="connsiteX271" fmla="*/ 0 w 11269336"/>
              <a:gd name="connsiteY271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742561 w 11269336"/>
              <a:gd name="connsiteY18" fmla="*/ 500437 h 2323145"/>
              <a:gd name="connsiteX19" fmla="*/ 9561831 w 11269336"/>
              <a:gd name="connsiteY19" fmla="*/ 547649 h 2323145"/>
              <a:gd name="connsiteX20" fmla="*/ 9380600 w 11269336"/>
              <a:gd name="connsiteY20" fmla="*/ 549821 h 2323145"/>
              <a:gd name="connsiteX21" fmla="*/ 9139429 w 11269336"/>
              <a:gd name="connsiteY21" fmla="*/ 696446 h 2323145"/>
              <a:gd name="connsiteX22" fmla="*/ 9114263 w 11269336"/>
              <a:gd name="connsiteY22" fmla="*/ 709213 h 2323145"/>
              <a:gd name="connsiteX23" fmla="*/ 9028928 w 11269336"/>
              <a:gd name="connsiteY23" fmla="*/ 745350 h 2323145"/>
              <a:gd name="connsiteX24" fmla="*/ 8977138 w 11269336"/>
              <a:gd name="connsiteY24" fmla="*/ 774970 h 2323145"/>
              <a:gd name="connsiteX25" fmla="*/ 8947030 w 11269336"/>
              <a:gd name="connsiteY25" fmla="*/ 814934 h 2323145"/>
              <a:gd name="connsiteX26" fmla="*/ 8914746 w 11269336"/>
              <a:gd name="connsiteY26" fmla="*/ 826428 h 2323145"/>
              <a:gd name="connsiteX27" fmla="*/ 8917778 w 11269336"/>
              <a:gd name="connsiteY27" fmla="*/ 835198 h 2323145"/>
              <a:gd name="connsiteX28" fmla="*/ 8905560 w 11269336"/>
              <a:gd name="connsiteY28" fmla="*/ 838358 h 2323145"/>
              <a:gd name="connsiteX29" fmla="*/ 8897564 w 11269336"/>
              <a:gd name="connsiteY29" fmla="*/ 834287 h 2323145"/>
              <a:gd name="connsiteX30" fmla="*/ 8878040 w 11269336"/>
              <a:gd name="connsiteY30" fmla="*/ 844150 h 2323145"/>
              <a:gd name="connsiteX31" fmla="*/ 8882654 w 11269336"/>
              <a:gd name="connsiteY31" fmla="*/ 892768 h 2323145"/>
              <a:gd name="connsiteX32" fmla="*/ 8837498 w 11269336"/>
              <a:gd name="connsiteY32" fmla="*/ 885664 h 2323145"/>
              <a:gd name="connsiteX33" fmla="*/ 8795998 w 11269336"/>
              <a:gd name="connsiteY33" fmla="*/ 863337 h 2323145"/>
              <a:gd name="connsiteX34" fmla="*/ 8776970 w 11269336"/>
              <a:gd name="connsiteY34" fmla="*/ 885177 h 2323145"/>
              <a:gd name="connsiteX35" fmla="*/ 8755719 w 11269336"/>
              <a:gd name="connsiteY35" fmla="*/ 889754 h 2323145"/>
              <a:gd name="connsiteX36" fmla="*/ 8743257 w 11269336"/>
              <a:gd name="connsiteY36" fmla="*/ 904723 h 2323145"/>
              <a:gd name="connsiteX37" fmla="*/ 8721366 w 11269336"/>
              <a:gd name="connsiteY37" fmla="*/ 904711 h 2323145"/>
              <a:gd name="connsiteX38" fmla="*/ 8678353 w 11269336"/>
              <a:gd name="connsiteY38" fmla="*/ 926318 h 2323145"/>
              <a:gd name="connsiteX39" fmla="*/ 8636849 w 11269336"/>
              <a:gd name="connsiteY39" fmla="*/ 937900 h 2323145"/>
              <a:gd name="connsiteX40" fmla="*/ 8620213 w 11269336"/>
              <a:gd name="connsiteY40" fmla="*/ 943068 h 2323145"/>
              <a:gd name="connsiteX41" fmla="*/ 8612581 w 11269336"/>
              <a:gd name="connsiteY41" fmla="*/ 952695 h 2323145"/>
              <a:gd name="connsiteX42" fmla="*/ 8589038 w 11269336"/>
              <a:gd name="connsiteY42" fmla="*/ 963892 h 2323145"/>
              <a:gd name="connsiteX43" fmla="*/ 8579950 w 11269336"/>
              <a:gd name="connsiteY43" fmla="*/ 960899 h 2323145"/>
              <a:gd name="connsiteX44" fmla="*/ 8579319 w 11269336"/>
              <a:gd name="connsiteY44" fmla="*/ 965630 h 2323145"/>
              <a:gd name="connsiteX45" fmla="*/ 8547429 w 11269336"/>
              <a:gd name="connsiteY45" fmla="*/ 984506 h 2323145"/>
              <a:gd name="connsiteX46" fmla="*/ 8478704 w 11269336"/>
              <a:gd name="connsiteY46" fmla="*/ 1025490 h 2323145"/>
              <a:gd name="connsiteX47" fmla="*/ 8461421 w 11269336"/>
              <a:gd name="connsiteY47" fmla="*/ 1035512 h 2323145"/>
              <a:gd name="connsiteX48" fmla="*/ 8445003 w 11269336"/>
              <a:gd name="connsiteY48" fmla="*/ 1036851 h 2323145"/>
              <a:gd name="connsiteX49" fmla="*/ 8357350 w 11269336"/>
              <a:gd name="connsiteY49" fmla="*/ 1060213 h 2323145"/>
              <a:gd name="connsiteX50" fmla="*/ 8335565 w 11269336"/>
              <a:gd name="connsiteY50" fmla="*/ 1061151 h 2323145"/>
              <a:gd name="connsiteX51" fmla="*/ 8325267 w 11269336"/>
              <a:gd name="connsiteY51" fmla="*/ 1055919 h 2323145"/>
              <a:gd name="connsiteX52" fmla="*/ 8293586 w 11269336"/>
              <a:gd name="connsiteY52" fmla="*/ 1076144 h 2323145"/>
              <a:gd name="connsiteX53" fmla="*/ 8242405 w 11269336"/>
              <a:gd name="connsiteY53" fmla="*/ 1095960 h 2323145"/>
              <a:gd name="connsiteX54" fmla="*/ 8218531 w 11269336"/>
              <a:gd name="connsiteY54" fmla="*/ 1107622 h 2323145"/>
              <a:gd name="connsiteX55" fmla="*/ 8197391 w 11269336"/>
              <a:gd name="connsiteY55" fmla="*/ 1107746 h 2323145"/>
              <a:gd name="connsiteX56" fmla="*/ 8081474 w 11269336"/>
              <a:gd name="connsiteY56" fmla="*/ 1130125 h 2323145"/>
              <a:gd name="connsiteX57" fmla="*/ 8053585 w 11269336"/>
              <a:gd name="connsiteY57" fmla="*/ 1129169 h 2323145"/>
              <a:gd name="connsiteX58" fmla="*/ 8038422 w 11269336"/>
              <a:gd name="connsiteY58" fmla="*/ 1119092 h 2323145"/>
              <a:gd name="connsiteX59" fmla="*/ 8029450 w 11269336"/>
              <a:gd name="connsiteY59" fmla="*/ 1125592 h 2323145"/>
              <a:gd name="connsiteX60" fmla="*/ 7959552 w 11269336"/>
              <a:gd name="connsiteY60" fmla="*/ 1140188 h 2323145"/>
              <a:gd name="connsiteX61" fmla="*/ 7914188 w 11269336"/>
              <a:gd name="connsiteY61" fmla="*/ 1150862 h 2323145"/>
              <a:gd name="connsiteX62" fmla="*/ 7914918 w 11269336"/>
              <a:gd name="connsiteY62" fmla="*/ 1168758 h 2323145"/>
              <a:gd name="connsiteX63" fmla="*/ 7875510 w 11269336"/>
              <a:gd name="connsiteY63" fmla="*/ 1183153 h 2323145"/>
              <a:gd name="connsiteX64" fmla="*/ 7829932 w 11269336"/>
              <a:gd name="connsiteY64" fmla="*/ 1180782 h 2323145"/>
              <a:gd name="connsiteX65" fmla="*/ 7779182 w 11269336"/>
              <a:gd name="connsiteY65" fmla="*/ 1192665 h 2323145"/>
              <a:gd name="connsiteX66" fmla="*/ 7748774 w 11269336"/>
              <a:gd name="connsiteY66" fmla="*/ 1199586 h 2323145"/>
              <a:gd name="connsiteX67" fmla="*/ 7671846 w 11269336"/>
              <a:gd name="connsiteY67" fmla="*/ 1231966 h 2323145"/>
              <a:gd name="connsiteX68" fmla="*/ 7554146 w 11269336"/>
              <a:gd name="connsiteY68" fmla="*/ 1319748 h 2323145"/>
              <a:gd name="connsiteX69" fmla="*/ 7515052 w 11269336"/>
              <a:gd name="connsiteY69" fmla="*/ 1336718 h 2323145"/>
              <a:gd name="connsiteX70" fmla="*/ 7507193 w 11269336"/>
              <a:gd name="connsiteY70" fmla="*/ 1334617 h 2323145"/>
              <a:gd name="connsiteX71" fmla="*/ 7461694 w 11269336"/>
              <a:gd name="connsiteY71" fmla="*/ 1375866 h 2323145"/>
              <a:gd name="connsiteX72" fmla="*/ 7377571 w 11269336"/>
              <a:gd name="connsiteY72" fmla="*/ 1400128 h 2323145"/>
              <a:gd name="connsiteX73" fmla="*/ 7311261 w 11269336"/>
              <a:gd name="connsiteY73" fmla="*/ 1412652 h 2323145"/>
              <a:gd name="connsiteX74" fmla="*/ 7275307 w 11269336"/>
              <a:gd name="connsiteY74" fmla="*/ 1422171 h 2323145"/>
              <a:gd name="connsiteX75" fmla="*/ 7247783 w 11269336"/>
              <a:gd name="connsiteY75" fmla="*/ 1426330 h 2323145"/>
              <a:gd name="connsiteX76" fmla="*/ 7185047 w 11269336"/>
              <a:gd name="connsiteY76" fmla="*/ 1451812 h 2323145"/>
              <a:gd name="connsiteX77" fmla="*/ 7084117 w 11269336"/>
              <a:gd name="connsiteY77" fmla="*/ 1500281 h 2323145"/>
              <a:gd name="connsiteX78" fmla="*/ 7062011 w 11269336"/>
              <a:gd name="connsiteY78" fmla="*/ 1509183 h 2323145"/>
              <a:gd name="connsiteX79" fmla="*/ 7040555 w 11269336"/>
              <a:gd name="connsiteY79" fmla="*/ 1511207 h 2323145"/>
              <a:gd name="connsiteX80" fmla="*/ 7033438 w 11269336"/>
              <a:gd name="connsiteY80" fmla="*/ 1506772 h 2323145"/>
              <a:gd name="connsiteX81" fmla="*/ 7020886 w 11269336"/>
              <a:gd name="connsiteY81" fmla="*/ 1510764 h 2323145"/>
              <a:gd name="connsiteX82" fmla="*/ 7017033 w 11269336"/>
              <a:gd name="connsiteY82" fmla="*/ 1510650 h 2323145"/>
              <a:gd name="connsiteX83" fmla="*/ 6995460 w 11269336"/>
              <a:gd name="connsiteY83" fmla="*/ 1511173 h 2323145"/>
              <a:gd name="connsiteX84" fmla="*/ 6962144 w 11269336"/>
              <a:gd name="connsiteY84" fmla="*/ 1541508 h 2323145"/>
              <a:gd name="connsiteX85" fmla="*/ 6910674 w 11269336"/>
              <a:gd name="connsiteY85" fmla="*/ 1554793 h 2323145"/>
              <a:gd name="connsiteX86" fmla="*/ 6732152 w 11269336"/>
              <a:gd name="connsiteY86" fmla="*/ 1642538 h 2323145"/>
              <a:gd name="connsiteX87" fmla="*/ 6694106 w 11269336"/>
              <a:gd name="connsiteY87" fmla="*/ 1632377 h 2323145"/>
              <a:gd name="connsiteX88" fmla="*/ 6617223 w 11269336"/>
              <a:gd name="connsiteY88" fmla="*/ 1659889 h 2323145"/>
              <a:gd name="connsiteX89" fmla="*/ 6521138 w 11269336"/>
              <a:gd name="connsiteY89" fmla="*/ 1744340 h 2323145"/>
              <a:gd name="connsiteX90" fmla="*/ 6380677 w 11269336"/>
              <a:gd name="connsiteY90" fmla="*/ 1796883 h 2323145"/>
              <a:gd name="connsiteX91" fmla="*/ 6374897 w 11269336"/>
              <a:gd name="connsiteY91" fmla="*/ 1809910 h 2323145"/>
              <a:gd name="connsiteX92" fmla="*/ 6364545 w 11269336"/>
              <a:gd name="connsiteY92" fmla="*/ 1820090 h 2323145"/>
              <a:gd name="connsiteX93" fmla="*/ 6362126 w 11269336"/>
              <a:gd name="connsiteY93" fmla="*/ 1819991 h 2323145"/>
              <a:gd name="connsiteX94" fmla="*/ 6346673 w 11269336"/>
              <a:gd name="connsiteY94" fmla="*/ 1827824 h 2323145"/>
              <a:gd name="connsiteX95" fmla="*/ 6345588 w 11269336"/>
              <a:gd name="connsiteY95" fmla="*/ 1832232 h 2323145"/>
              <a:gd name="connsiteX96" fmla="*/ 6335708 w 11269336"/>
              <a:gd name="connsiteY96" fmla="*/ 1838451 h 2323145"/>
              <a:gd name="connsiteX97" fmla="*/ 6318182 w 11269336"/>
              <a:gd name="connsiteY97" fmla="*/ 1852975 h 2323145"/>
              <a:gd name="connsiteX98" fmla="*/ 6313084 w 11269336"/>
              <a:gd name="connsiteY98" fmla="*/ 1853561 h 2323145"/>
              <a:gd name="connsiteX99" fmla="*/ 6283816 w 11269336"/>
              <a:gd name="connsiteY99" fmla="*/ 1872148 h 2323145"/>
              <a:gd name="connsiteX100" fmla="*/ 6282550 w 11269336"/>
              <a:gd name="connsiteY100" fmla="*/ 1871392 h 2323145"/>
              <a:gd name="connsiteX101" fmla="*/ 6270527 w 11269336"/>
              <a:gd name="connsiteY101" fmla="*/ 1872208 h 2323145"/>
              <a:gd name="connsiteX102" fmla="*/ 6249518 w 11269336"/>
              <a:gd name="connsiteY102" fmla="*/ 1876079 h 2323145"/>
              <a:gd name="connsiteX103" fmla="*/ 6190386 w 11269336"/>
              <a:gd name="connsiteY103" fmla="*/ 1872478 h 2323145"/>
              <a:gd name="connsiteX104" fmla="*/ 6159777 w 11269336"/>
              <a:gd name="connsiteY104" fmla="*/ 1891745 h 2323145"/>
              <a:gd name="connsiteX105" fmla="*/ 6153131 w 11269336"/>
              <a:gd name="connsiteY105" fmla="*/ 1895079 h 2323145"/>
              <a:gd name="connsiteX106" fmla="*/ 6152798 w 11269336"/>
              <a:gd name="connsiteY106" fmla="*/ 1894920 h 2323145"/>
              <a:gd name="connsiteX107" fmla="*/ 6145388 w 11269336"/>
              <a:gd name="connsiteY107" fmla="*/ 1897990 h 2323145"/>
              <a:gd name="connsiteX108" fmla="*/ 6141014 w 11269336"/>
              <a:gd name="connsiteY108" fmla="*/ 1901155 h 2323145"/>
              <a:gd name="connsiteX109" fmla="*/ 6128122 w 11269336"/>
              <a:gd name="connsiteY109" fmla="*/ 1907623 h 2323145"/>
              <a:gd name="connsiteX110" fmla="*/ 6122351 w 11269336"/>
              <a:gd name="connsiteY110" fmla="*/ 1908359 h 2323145"/>
              <a:gd name="connsiteX111" fmla="*/ 6064750 w 11269336"/>
              <a:gd name="connsiteY111" fmla="*/ 1896394 h 2323145"/>
              <a:gd name="connsiteX112" fmla="*/ 5964230 w 11269336"/>
              <a:gd name="connsiteY112" fmla="*/ 1910038 h 2323145"/>
              <a:gd name="connsiteX113" fmla="*/ 5865399 w 11269336"/>
              <a:gd name="connsiteY113" fmla="*/ 1926966 h 2323145"/>
              <a:gd name="connsiteX114" fmla="*/ 5829951 w 11269336"/>
              <a:gd name="connsiteY114" fmla="*/ 1934755 h 2323145"/>
              <a:gd name="connsiteX115" fmla="*/ 5765285 w 11269336"/>
              <a:gd name="connsiteY115" fmla="*/ 1941322 h 2323145"/>
              <a:gd name="connsiteX116" fmla="*/ 5734750 w 11269336"/>
              <a:gd name="connsiteY116" fmla="*/ 1939793 h 2323145"/>
              <a:gd name="connsiteX117" fmla="*/ 5733569 w 11269336"/>
              <a:gd name="connsiteY117" fmla="*/ 1940505 h 2323145"/>
              <a:gd name="connsiteX118" fmla="*/ 5730329 w 11269336"/>
              <a:gd name="connsiteY118" fmla="*/ 1937845 h 2323145"/>
              <a:gd name="connsiteX119" fmla="*/ 5724661 w 11269336"/>
              <a:gd name="connsiteY119" fmla="*/ 1937455 h 2323145"/>
              <a:gd name="connsiteX120" fmla="*/ 5710186 w 11269336"/>
              <a:gd name="connsiteY120" fmla="*/ 1941370 h 2323145"/>
              <a:gd name="connsiteX121" fmla="*/ 5704910 w 11269336"/>
              <a:gd name="connsiteY121" fmla="*/ 1943663 h 2323145"/>
              <a:gd name="connsiteX122" fmla="*/ 5696836 w 11269336"/>
              <a:gd name="connsiteY122" fmla="*/ 1945271 h 2323145"/>
              <a:gd name="connsiteX123" fmla="*/ 5696583 w 11269336"/>
              <a:gd name="connsiteY123" fmla="*/ 1945050 h 2323145"/>
              <a:gd name="connsiteX124" fmla="*/ 5689123 w 11269336"/>
              <a:gd name="connsiteY124" fmla="*/ 1947067 h 2323145"/>
              <a:gd name="connsiteX125" fmla="*/ 5653291 w 11269336"/>
              <a:gd name="connsiteY125" fmla="*/ 1960245 h 2323145"/>
              <a:gd name="connsiteX126" fmla="*/ 5599385 w 11269336"/>
              <a:gd name="connsiteY126" fmla="*/ 1945198 h 2323145"/>
              <a:gd name="connsiteX127" fmla="*/ 5578300 w 11269336"/>
              <a:gd name="connsiteY127" fmla="*/ 1944963 h 2323145"/>
              <a:gd name="connsiteX128" fmla="*/ 5566758 w 11269336"/>
              <a:gd name="connsiteY128" fmla="*/ 1943441 h 2323145"/>
              <a:gd name="connsiteX129" fmla="*/ 5565857 w 11269336"/>
              <a:gd name="connsiteY129" fmla="*/ 1942445 h 2323145"/>
              <a:gd name="connsiteX130" fmla="*/ 5531534 w 11269336"/>
              <a:gd name="connsiteY130" fmla="*/ 1955208 h 2323145"/>
              <a:gd name="connsiteX131" fmla="*/ 5526552 w 11269336"/>
              <a:gd name="connsiteY131" fmla="*/ 1954799 h 2323145"/>
              <a:gd name="connsiteX132" fmla="*/ 5504723 w 11269336"/>
              <a:gd name="connsiteY132" fmla="*/ 1965811 h 2323145"/>
              <a:gd name="connsiteX133" fmla="*/ 5493156 w 11269336"/>
              <a:gd name="connsiteY133" fmla="*/ 1970063 h 2323145"/>
              <a:gd name="connsiteX134" fmla="*/ 5490486 w 11269336"/>
              <a:gd name="connsiteY134" fmla="*/ 1974227 h 2323145"/>
              <a:gd name="connsiteX135" fmla="*/ 5473107 w 11269336"/>
              <a:gd name="connsiteY135" fmla="*/ 1979001 h 2323145"/>
              <a:gd name="connsiteX136" fmla="*/ 5470885 w 11269336"/>
              <a:gd name="connsiteY136" fmla="*/ 1978432 h 2323145"/>
              <a:gd name="connsiteX137" fmla="*/ 5457393 w 11269336"/>
              <a:gd name="connsiteY137" fmla="*/ 1986525 h 2323145"/>
              <a:gd name="connsiteX138" fmla="*/ 5447102 w 11269336"/>
              <a:gd name="connsiteY138" fmla="*/ 1998329 h 2323145"/>
              <a:gd name="connsiteX139" fmla="*/ 5159151 w 11269336"/>
              <a:gd name="connsiteY139" fmla="*/ 2029640 h 2323145"/>
              <a:gd name="connsiteX140" fmla="*/ 5041688 w 11269336"/>
              <a:gd name="connsiteY140" fmla="*/ 2022334 h 2323145"/>
              <a:gd name="connsiteX141" fmla="*/ 4860988 w 11269336"/>
              <a:gd name="connsiteY141" fmla="*/ 2135698 h 2323145"/>
              <a:gd name="connsiteX142" fmla="*/ 4807902 w 11269336"/>
              <a:gd name="connsiteY142" fmla="*/ 2138894 h 2323145"/>
              <a:gd name="connsiteX143" fmla="*/ 4765388 w 11269336"/>
              <a:gd name="connsiteY143" fmla="*/ 2162525 h 2323145"/>
              <a:gd name="connsiteX144" fmla="*/ 4745033 w 11269336"/>
              <a:gd name="connsiteY144" fmla="*/ 2158859 h 2323145"/>
              <a:gd name="connsiteX145" fmla="*/ 4741475 w 11269336"/>
              <a:gd name="connsiteY145" fmla="*/ 2157998 h 2323145"/>
              <a:gd name="connsiteX146" fmla="*/ 4728247 w 11269336"/>
              <a:gd name="connsiteY146" fmla="*/ 2159526 h 2323145"/>
              <a:gd name="connsiteX147" fmla="*/ 4723263 w 11269336"/>
              <a:gd name="connsiteY147" fmla="*/ 2153742 h 2323145"/>
              <a:gd name="connsiteX148" fmla="*/ 4702453 w 11269336"/>
              <a:gd name="connsiteY148" fmla="*/ 2151586 h 2323145"/>
              <a:gd name="connsiteX149" fmla="*/ 4678455 w 11269336"/>
              <a:gd name="connsiteY149" fmla="*/ 2156131 h 2323145"/>
              <a:gd name="connsiteX150" fmla="*/ 4593061 w 11269336"/>
              <a:gd name="connsiteY150" fmla="*/ 2171597 h 2323145"/>
              <a:gd name="connsiteX151" fmla="*/ 4579902 w 11269336"/>
              <a:gd name="connsiteY151" fmla="*/ 2177927 h 2323145"/>
              <a:gd name="connsiteX152" fmla="*/ 4533444 w 11269336"/>
              <a:gd name="connsiteY152" fmla="*/ 2181200 h 2323145"/>
              <a:gd name="connsiteX153" fmla="*/ 4492832 w 11269336"/>
              <a:gd name="connsiteY153" fmla="*/ 2188033 h 2323145"/>
              <a:gd name="connsiteX154" fmla="*/ 4467257 w 11269336"/>
              <a:gd name="connsiteY154" fmla="*/ 2196121 h 2323145"/>
              <a:gd name="connsiteX155" fmla="*/ 4459937 w 11269336"/>
              <a:gd name="connsiteY155" fmla="*/ 2195182 h 2323145"/>
              <a:gd name="connsiteX156" fmla="*/ 4433312 w 11269336"/>
              <a:gd name="connsiteY156" fmla="*/ 2199004 h 2323145"/>
              <a:gd name="connsiteX157" fmla="*/ 4420601 w 11269336"/>
              <a:gd name="connsiteY157" fmla="*/ 2205158 h 2323145"/>
              <a:gd name="connsiteX158" fmla="*/ 4405765 w 11269336"/>
              <a:gd name="connsiteY158" fmla="*/ 2199902 h 2323145"/>
              <a:gd name="connsiteX159" fmla="*/ 4401354 w 11269336"/>
              <a:gd name="connsiteY159" fmla="*/ 2194745 h 2323145"/>
              <a:gd name="connsiteX160" fmla="*/ 4383151 w 11269336"/>
              <a:gd name="connsiteY160" fmla="*/ 2201140 h 2323145"/>
              <a:gd name="connsiteX161" fmla="*/ 4366646 w 11269336"/>
              <a:gd name="connsiteY161" fmla="*/ 2198564 h 2323145"/>
              <a:gd name="connsiteX162" fmla="*/ 4354009 w 11269336"/>
              <a:gd name="connsiteY162" fmla="*/ 2204984 h 2323145"/>
              <a:gd name="connsiteX163" fmla="*/ 4348284 w 11269336"/>
              <a:gd name="connsiteY163" fmla="*/ 2205270 h 2323145"/>
              <a:gd name="connsiteX164" fmla="*/ 4333906 w 11269336"/>
              <a:gd name="connsiteY164" fmla="*/ 2205251 h 2323145"/>
              <a:gd name="connsiteX165" fmla="*/ 4308819 w 11269336"/>
              <a:gd name="connsiteY165" fmla="*/ 2203822 h 2323145"/>
              <a:gd name="connsiteX166" fmla="*/ 4301210 w 11269336"/>
              <a:gd name="connsiteY166" fmla="*/ 2204456 h 2323145"/>
              <a:gd name="connsiteX167" fmla="*/ 4283095 w 11269336"/>
              <a:gd name="connsiteY167" fmla="*/ 2198177 h 2323145"/>
              <a:gd name="connsiteX168" fmla="*/ 4250119 w 11269336"/>
              <a:gd name="connsiteY168" fmla="*/ 2196342 h 2323145"/>
              <a:gd name="connsiteX169" fmla="*/ 4189203 w 11269336"/>
              <a:gd name="connsiteY169" fmla="*/ 2178994 h 2323145"/>
              <a:gd name="connsiteX170" fmla="*/ 4154035 w 11269336"/>
              <a:gd name="connsiteY170" fmla="*/ 2171950 h 2323145"/>
              <a:gd name="connsiteX171" fmla="*/ 4129569 w 11269336"/>
              <a:gd name="connsiteY171" fmla="*/ 2163850 h 2323145"/>
              <a:gd name="connsiteX172" fmla="*/ 4061250 w 11269336"/>
              <a:gd name="connsiteY172" fmla="*/ 2159236 h 2323145"/>
              <a:gd name="connsiteX173" fmla="*/ 3945480 w 11269336"/>
              <a:gd name="connsiteY173" fmla="*/ 2158279 h 2323145"/>
              <a:gd name="connsiteX174" fmla="*/ 3921468 w 11269336"/>
              <a:gd name="connsiteY174" fmla="*/ 2156588 h 2323145"/>
              <a:gd name="connsiteX175" fmla="*/ 3903348 w 11269336"/>
              <a:gd name="connsiteY175" fmla="*/ 2149220 h 2323145"/>
              <a:gd name="connsiteX176" fmla="*/ 3901342 w 11269336"/>
              <a:gd name="connsiteY176" fmla="*/ 2142355 h 2323145"/>
              <a:gd name="connsiteX177" fmla="*/ 3888539 w 11269336"/>
              <a:gd name="connsiteY177" fmla="*/ 2140476 h 2323145"/>
              <a:gd name="connsiteX178" fmla="*/ 3885662 w 11269336"/>
              <a:gd name="connsiteY178" fmla="*/ 2138740 h 2323145"/>
              <a:gd name="connsiteX179" fmla="*/ 3868627 w 11269336"/>
              <a:gd name="connsiteY179" fmla="*/ 2130023 h 2323145"/>
              <a:gd name="connsiteX180" fmla="*/ 3819177 w 11269336"/>
              <a:gd name="connsiteY180" fmla="*/ 2142111 h 2323145"/>
              <a:gd name="connsiteX181" fmla="*/ 3769100 w 11269336"/>
              <a:gd name="connsiteY181" fmla="*/ 2131731 h 2323145"/>
              <a:gd name="connsiteX182" fmla="*/ 3562752 w 11269336"/>
              <a:gd name="connsiteY182" fmla="*/ 2131785 h 2323145"/>
              <a:gd name="connsiteX183" fmla="*/ 3541402 w 11269336"/>
              <a:gd name="connsiteY183" fmla="*/ 2106821 h 2323145"/>
              <a:gd name="connsiteX184" fmla="*/ 3365341 w 11269336"/>
              <a:gd name="connsiteY184" fmla="*/ 2077638 h 2323145"/>
              <a:gd name="connsiteX185" fmla="*/ 3170922 w 11269336"/>
              <a:gd name="connsiteY185" fmla="*/ 2115957 h 2323145"/>
              <a:gd name="connsiteX186" fmla="*/ 3156256 w 11269336"/>
              <a:gd name="connsiteY186" fmla="*/ 2124773 h 2323145"/>
              <a:gd name="connsiteX187" fmla="*/ 3140298 w 11269336"/>
              <a:gd name="connsiteY187" fmla="*/ 2129182 h 2323145"/>
              <a:gd name="connsiteX188" fmla="*/ 3138514 w 11269336"/>
              <a:gd name="connsiteY188" fmla="*/ 2128069 h 2323145"/>
              <a:gd name="connsiteX189" fmla="*/ 3120467 w 11269336"/>
              <a:gd name="connsiteY189" fmla="*/ 2128281 h 2323145"/>
              <a:gd name="connsiteX190" fmla="*/ 3116175 w 11269336"/>
              <a:gd name="connsiteY190" fmla="*/ 2131633 h 2323145"/>
              <a:gd name="connsiteX191" fmla="*/ 3103685 w 11269336"/>
              <a:gd name="connsiteY191" fmla="*/ 2132814 h 2323145"/>
              <a:gd name="connsiteX192" fmla="*/ 3078794 w 11269336"/>
              <a:gd name="connsiteY192" fmla="*/ 2137935 h 2323145"/>
              <a:gd name="connsiteX193" fmla="*/ 3074407 w 11269336"/>
              <a:gd name="connsiteY193" fmla="*/ 2136274 h 2323145"/>
              <a:gd name="connsiteX194" fmla="*/ 3037285 w 11269336"/>
              <a:gd name="connsiteY194" fmla="*/ 2139919 h 2323145"/>
              <a:gd name="connsiteX195" fmla="*/ 3036901 w 11269336"/>
              <a:gd name="connsiteY195" fmla="*/ 2138726 h 2323145"/>
              <a:gd name="connsiteX196" fmla="*/ 3026996 w 11269336"/>
              <a:gd name="connsiteY196" fmla="*/ 2134322 h 2323145"/>
              <a:gd name="connsiteX197" fmla="*/ 3007772 w 11269336"/>
              <a:gd name="connsiteY197" fmla="*/ 2128742 h 2323145"/>
              <a:gd name="connsiteX198" fmla="*/ 2965030 w 11269336"/>
              <a:gd name="connsiteY198" fmla="*/ 2100494 h 2323145"/>
              <a:gd name="connsiteX199" fmla="*/ 2926342 w 11269336"/>
              <a:gd name="connsiteY199" fmla="*/ 2104155 h 2323145"/>
              <a:gd name="connsiteX200" fmla="*/ 2918608 w 11269336"/>
              <a:gd name="connsiteY200" fmla="*/ 2104215 h 2323145"/>
              <a:gd name="connsiteX201" fmla="*/ 2918475 w 11269336"/>
              <a:gd name="connsiteY201" fmla="*/ 2103937 h 2323145"/>
              <a:gd name="connsiteX202" fmla="*/ 2910360 w 11269336"/>
              <a:gd name="connsiteY202" fmla="*/ 2103444 h 2323145"/>
              <a:gd name="connsiteX203" fmla="*/ 2904507 w 11269336"/>
              <a:gd name="connsiteY203" fmla="*/ 2104326 h 2323145"/>
              <a:gd name="connsiteX204" fmla="*/ 2889503 w 11269336"/>
              <a:gd name="connsiteY204" fmla="*/ 2104443 h 2323145"/>
              <a:gd name="connsiteX205" fmla="*/ 2884480 w 11269336"/>
              <a:gd name="connsiteY205" fmla="*/ 2102626 h 2323145"/>
              <a:gd name="connsiteX206" fmla="*/ 2882689 w 11269336"/>
              <a:gd name="connsiteY206" fmla="*/ 2099228 h 2323145"/>
              <a:gd name="connsiteX207" fmla="*/ 2881291 w 11269336"/>
              <a:gd name="connsiteY207" fmla="*/ 2099618 h 2323145"/>
              <a:gd name="connsiteX208" fmla="*/ 2853979 w 11269336"/>
              <a:gd name="connsiteY208" fmla="*/ 2090388 h 2323145"/>
              <a:gd name="connsiteX209" fmla="*/ 2791790 w 11269336"/>
              <a:gd name="connsiteY209" fmla="*/ 2080332 h 2323145"/>
              <a:gd name="connsiteX210" fmla="*/ 2755844 w 11269336"/>
              <a:gd name="connsiteY210" fmla="*/ 2078874 h 2323145"/>
              <a:gd name="connsiteX211" fmla="*/ 2657742 w 11269336"/>
              <a:gd name="connsiteY211" fmla="*/ 2070179 h 2323145"/>
              <a:gd name="connsiteX212" fmla="*/ 2559549 w 11269336"/>
              <a:gd name="connsiteY212" fmla="*/ 2057873 h 2323145"/>
              <a:gd name="connsiteX213" fmla="*/ 2512054 w 11269336"/>
              <a:gd name="connsiteY213" fmla="*/ 2031671 h 2323145"/>
              <a:gd name="connsiteX214" fmla="*/ 2506437 w 11269336"/>
              <a:gd name="connsiteY214" fmla="*/ 2030918 h 2323145"/>
              <a:gd name="connsiteX215" fmla="*/ 2491752 w 11269336"/>
              <a:gd name="connsiteY215" fmla="*/ 2033906 h 2323145"/>
              <a:gd name="connsiteX216" fmla="*/ 2486338 w 11269336"/>
              <a:gd name="connsiteY216" fmla="*/ 2035862 h 2323145"/>
              <a:gd name="connsiteX217" fmla="*/ 2478186 w 11269336"/>
              <a:gd name="connsiteY217" fmla="*/ 2036953 h 2323145"/>
              <a:gd name="connsiteX218" fmla="*/ 2477950 w 11269336"/>
              <a:gd name="connsiteY218" fmla="*/ 2036715 h 2323145"/>
              <a:gd name="connsiteX219" fmla="*/ 2470381 w 11269336"/>
              <a:gd name="connsiteY219" fmla="*/ 2038256 h 2323145"/>
              <a:gd name="connsiteX220" fmla="*/ 2433781 w 11269336"/>
              <a:gd name="connsiteY220" fmla="*/ 2049140 h 2323145"/>
              <a:gd name="connsiteX221" fmla="*/ 2381172 w 11269336"/>
              <a:gd name="connsiteY221" fmla="*/ 2030645 h 2323145"/>
              <a:gd name="connsiteX222" fmla="*/ 2360198 w 11269336"/>
              <a:gd name="connsiteY222" fmla="*/ 2029059 h 2323145"/>
              <a:gd name="connsiteX223" fmla="*/ 2348815 w 11269336"/>
              <a:gd name="connsiteY223" fmla="*/ 2026798 h 2323145"/>
              <a:gd name="connsiteX224" fmla="*/ 2347988 w 11269336"/>
              <a:gd name="connsiteY224" fmla="*/ 2025745 h 2323145"/>
              <a:gd name="connsiteX225" fmla="*/ 2312920 w 11269336"/>
              <a:gd name="connsiteY225" fmla="*/ 2036311 h 2323145"/>
              <a:gd name="connsiteX226" fmla="*/ 2307986 w 11269336"/>
              <a:gd name="connsiteY226" fmla="*/ 2035583 h 2323145"/>
              <a:gd name="connsiteX227" fmla="*/ 2285481 w 11269336"/>
              <a:gd name="connsiteY227" fmla="*/ 2045197 h 2323145"/>
              <a:gd name="connsiteX228" fmla="*/ 2273666 w 11269336"/>
              <a:gd name="connsiteY228" fmla="*/ 2048710 h 2323145"/>
              <a:gd name="connsiteX229" fmla="*/ 2270719 w 11269336"/>
              <a:gd name="connsiteY229" fmla="*/ 2052702 h 2323145"/>
              <a:gd name="connsiteX230" fmla="*/ 2253080 w 11269336"/>
              <a:gd name="connsiteY230" fmla="*/ 2056363 h 2323145"/>
              <a:gd name="connsiteX231" fmla="*/ 2250906 w 11269336"/>
              <a:gd name="connsiteY231" fmla="*/ 2055654 h 2323145"/>
              <a:gd name="connsiteX232" fmla="*/ 2236905 w 11269336"/>
              <a:gd name="connsiteY232" fmla="*/ 2062882 h 2323145"/>
              <a:gd name="connsiteX233" fmla="*/ 2225830 w 11269336"/>
              <a:gd name="connsiteY233" fmla="*/ 2074027 h 2323145"/>
              <a:gd name="connsiteX234" fmla="*/ 2073776 w 11269336"/>
              <a:gd name="connsiteY234" fmla="*/ 2089244 h 2323145"/>
              <a:gd name="connsiteX235" fmla="*/ 1948256 w 11269336"/>
              <a:gd name="connsiteY235" fmla="*/ 2146616 h 2323145"/>
              <a:gd name="connsiteX236" fmla="*/ 1865582 w 11269336"/>
              <a:gd name="connsiteY236" fmla="*/ 2153738 h 2323145"/>
              <a:gd name="connsiteX237" fmla="*/ 1835210 w 11269336"/>
              <a:gd name="connsiteY237" fmla="*/ 2134244 h 2323145"/>
              <a:gd name="connsiteX238" fmla="*/ 1632661 w 11269336"/>
              <a:gd name="connsiteY238" fmla="*/ 2173882 h 2323145"/>
              <a:gd name="connsiteX239" fmla="*/ 1579590 w 11269336"/>
              <a:gd name="connsiteY239" fmla="*/ 2173680 h 2323145"/>
              <a:gd name="connsiteX240" fmla="*/ 1535601 w 11269336"/>
              <a:gd name="connsiteY240" fmla="*/ 2194590 h 2323145"/>
              <a:gd name="connsiteX241" fmla="*/ 1515594 w 11269336"/>
              <a:gd name="connsiteY241" fmla="*/ 2189622 h 2323145"/>
              <a:gd name="connsiteX242" fmla="*/ 1512113 w 11269336"/>
              <a:gd name="connsiteY242" fmla="*/ 2188534 h 2323145"/>
              <a:gd name="connsiteX243" fmla="*/ 1498838 w 11269336"/>
              <a:gd name="connsiteY243" fmla="*/ 2189213 h 2323145"/>
              <a:gd name="connsiteX244" fmla="*/ 1494279 w 11269336"/>
              <a:gd name="connsiteY244" fmla="*/ 2183112 h 2323145"/>
              <a:gd name="connsiteX245" fmla="*/ 1473714 w 11269336"/>
              <a:gd name="connsiteY245" fmla="*/ 2179625 h 2323145"/>
              <a:gd name="connsiteX246" fmla="*/ 1449503 w 11269336"/>
              <a:gd name="connsiteY246" fmla="*/ 2182633 h 2323145"/>
              <a:gd name="connsiteX247" fmla="*/ 1335495 w 11269336"/>
              <a:gd name="connsiteY247" fmla="*/ 2203940 h 2323145"/>
              <a:gd name="connsiteX248" fmla="*/ 1266687 w 11269336"/>
              <a:gd name="connsiteY248" fmla="*/ 2212688 h 2323145"/>
              <a:gd name="connsiteX249" fmla="*/ 1239614 w 11269336"/>
              <a:gd name="connsiteY249" fmla="*/ 2209727 h 2323145"/>
              <a:gd name="connsiteX250" fmla="*/ 1202436 w 11269336"/>
              <a:gd name="connsiteY250" fmla="*/ 2209817 h 2323145"/>
              <a:gd name="connsiteX251" fmla="*/ 1136097 w 11269336"/>
              <a:gd name="connsiteY251" fmla="*/ 2205112 h 2323145"/>
              <a:gd name="connsiteX252" fmla="*/ 1048229 w 11269336"/>
              <a:gd name="connsiteY252" fmla="*/ 2207249 h 2323145"/>
              <a:gd name="connsiteX253" fmla="*/ 988232 w 11269336"/>
              <a:gd name="connsiteY253" fmla="*/ 2235635 h 2323145"/>
              <a:gd name="connsiteX254" fmla="*/ 981959 w 11269336"/>
              <a:gd name="connsiteY254" fmla="*/ 2231607 h 2323145"/>
              <a:gd name="connsiteX255" fmla="*/ 938600 w 11269336"/>
              <a:gd name="connsiteY255" fmla="*/ 2238113 h 2323145"/>
              <a:gd name="connsiteX256" fmla="*/ 791788 w 11269336"/>
              <a:gd name="connsiteY256" fmla="*/ 2293224 h 2323145"/>
              <a:gd name="connsiteX257" fmla="*/ 706914 w 11269336"/>
              <a:gd name="connsiteY257" fmla="*/ 2305046 h 2323145"/>
              <a:gd name="connsiteX258" fmla="*/ 675971 w 11269336"/>
              <a:gd name="connsiteY258" fmla="*/ 2304030 h 2323145"/>
              <a:gd name="connsiteX259" fmla="*/ 624180 w 11269336"/>
              <a:gd name="connsiteY259" fmla="*/ 2302650 h 2323145"/>
              <a:gd name="connsiteX260" fmla="*/ 583453 w 11269336"/>
              <a:gd name="connsiteY260" fmla="*/ 2288788 h 2323145"/>
              <a:gd name="connsiteX261" fmla="*/ 540946 w 11269336"/>
              <a:gd name="connsiteY261" fmla="*/ 2292721 h 2323145"/>
              <a:gd name="connsiteX262" fmla="*/ 533680 w 11269336"/>
              <a:gd name="connsiteY262" fmla="*/ 2310233 h 2323145"/>
              <a:gd name="connsiteX263" fmla="*/ 487366 w 11269336"/>
              <a:gd name="connsiteY263" fmla="*/ 2309053 h 2323145"/>
              <a:gd name="connsiteX264" fmla="*/ 416820 w 11269336"/>
              <a:gd name="connsiteY264" fmla="*/ 2305443 h 2323145"/>
              <a:gd name="connsiteX265" fmla="*/ 376805 w 11269336"/>
              <a:gd name="connsiteY265" fmla="*/ 2307647 h 2323145"/>
              <a:gd name="connsiteX266" fmla="*/ 266777 w 11269336"/>
              <a:gd name="connsiteY266" fmla="*/ 2309012 h 2323145"/>
              <a:gd name="connsiteX267" fmla="*/ 156013 w 11269336"/>
              <a:gd name="connsiteY267" fmla="*/ 2306832 h 2323145"/>
              <a:gd name="connsiteX268" fmla="*/ 87258 w 11269336"/>
              <a:gd name="connsiteY268" fmla="*/ 2285511 h 2323145"/>
              <a:gd name="connsiteX269" fmla="*/ 23798 w 11269336"/>
              <a:gd name="connsiteY269" fmla="*/ 2281822 h 2323145"/>
              <a:gd name="connsiteX270" fmla="*/ 0 w 11269336"/>
              <a:gd name="connsiteY270" fmla="*/ 2285369 h 2323145"/>
              <a:gd name="connsiteX271" fmla="*/ 0 w 11269336"/>
              <a:gd name="connsiteY271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742561 w 11269336"/>
              <a:gd name="connsiteY18" fmla="*/ 500437 h 2323145"/>
              <a:gd name="connsiteX19" fmla="*/ 9561831 w 11269336"/>
              <a:gd name="connsiteY19" fmla="*/ 547649 h 2323145"/>
              <a:gd name="connsiteX20" fmla="*/ 9380600 w 11269336"/>
              <a:gd name="connsiteY20" fmla="*/ 549821 h 2323145"/>
              <a:gd name="connsiteX21" fmla="*/ 9139429 w 11269336"/>
              <a:gd name="connsiteY21" fmla="*/ 696446 h 2323145"/>
              <a:gd name="connsiteX22" fmla="*/ 9114263 w 11269336"/>
              <a:gd name="connsiteY22" fmla="*/ 709213 h 2323145"/>
              <a:gd name="connsiteX23" fmla="*/ 9028928 w 11269336"/>
              <a:gd name="connsiteY23" fmla="*/ 745350 h 2323145"/>
              <a:gd name="connsiteX24" fmla="*/ 8977138 w 11269336"/>
              <a:gd name="connsiteY24" fmla="*/ 774970 h 2323145"/>
              <a:gd name="connsiteX25" fmla="*/ 8947030 w 11269336"/>
              <a:gd name="connsiteY25" fmla="*/ 814934 h 2323145"/>
              <a:gd name="connsiteX26" fmla="*/ 8914746 w 11269336"/>
              <a:gd name="connsiteY26" fmla="*/ 826428 h 2323145"/>
              <a:gd name="connsiteX27" fmla="*/ 8917778 w 11269336"/>
              <a:gd name="connsiteY27" fmla="*/ 835198 h 2323145"/>
              <a:gd name="connsiteX28" fmla="*/ 8905560 w 11269336"/>
              <a:gd name="connsiteY28" fmla="*/ 838358 h 2323145"/>
              <a:gd name="connsiteX29" fmla="*/ 8897564 w 11269336"/>
              <a:gd name="connsiteY29" fmla="*/ 834287 h 2323145"/>
              <a:gd name="connsiteX30" fmla="*/ 8878040 w 11269336"/>
              <a:gd name="connsiteY30" fmla="*/ 844150 h 2323145"/>
              <a:gd name="connsiteX31" fmla="*/ 8882654 w 11269336"/>
              <a:gd name="connsiteY31" fmla="*/ 892768 h 2323145"/>
              <a:gd name="connsiteX32" fmla="*/ 8837498 w 11269336"/>
              <a:gd name="connsiteY32" fmla="*/ 885664 h 2323145"/>
              <a:gd name="connsiteX33" fmla="*/ 8795998 w 11269336"/>
              <a:gd name="connsiteY33" fmla="*/ 863337 h 2323145"/>
              <a:gd name="connsiteX34" fmla="*/ 8776970 w 11269336"/>
              <a:gd name="connsiteY34" fmla="*/ 885177 h 2323145"/>
              <a:gd name="connsiteX35" fmla="*/ 8755719 w 11269336"/>
              <a:gd name="connsiteY35" fmla="*/ 889754 h 2323145"/>
              <a:gd name="connsiteX36" fmla="*/ 8743257 w 11269336"/>
              <a:gd name="connsiteY36" fmla="*/ 904723 h 2323145"/>
              <a:gd name="connsiteX37" fmla="*/ 8721366 w 11269336"/>
              <a:gd name="connsiteY37" fmla="*/ 904711 h 2323145"/>
              <a:gd name="connsiteX38" fmla="*/ 8678353 w 11269336"/>
              <a:gd name="connsiteY38" fmla="*/ 926318 h 2323145"/>
              <a:gd name="connsiteX39" fmla="*/ 8636849 w 11269336"/>
              <a:gd name="connsiteY39" fmla="*/ 937900 h 2323145"/>
              <a:gd name="connsiteX40" fmla="*/ 8620213 w 11269336"/>
              <a:gd name="connsiteY40" fmla="*/ 943068 h 2323145"/>
              <a:gd name="connsiteX41" fmla="*/ 8612581 w 11269336"/>
              <a:gd name="connsiteY41" fmla="*/ 952695 h 2323145"/>
              <a:gd name="connsiteX42" fmla="*/ 8589038 w 11269336"/>
              <a:gd name="connsiteY42" fmla="*/ 963892 h 2323145"/>
              <a:gd name="connsiteX43" fmla="*/ 8579950 w 11269336"/>
              <a:gd name="connsiteY43" fmla="*/ 960899 h 2323145"/>
              <a:gd name="connsiteX44" fmla="*/ 8579319 w 11269336"/>
              <a:gd name="connsiteY44" fmla="*/ 965630 h 2323145"/>
              <a:gd name="connsiteX45" fmla="*/ 8547429 w 11269336"/>
              <a:gd name="connsiteY45" fmla="*/ 984506 h 2323145"/>
              <a:gd name="connsiteX46" fmla="*/ 8478704 w 11269336"/>
              <a:gd name="connsiteY46" fmla="*/ 1025490 h 2323145"/>
              <a:gd name="connsiteX47" fmla="*/ 8461421 w 11269336"/>
              <a:gd name="connsiteY47" fmla="*/ 1035512 h 2323145"/>
              <a:gd name="connsiteX48" fmla="*/ 8445003 w 11269336"/>
              <a:gd name="connsiteY48" fmla="*/ 1036851 h 2323145"/>
              <a:gd name="connsiteX49" fmla="*/ 8357350 w 11269336"/>
              <a:gd name="connsiteY49" fmla="*/ 1060213 h 2323145"/>
              <a:gd name="connsiteX50" fmla="*/ 8335565 w 11269336"/>
              <a:gd name="connsiteY50" fmla="*/ 1061151 h 2323145"/>
              <a:gd name="connsiteX51" fmla="*/ 8325267 w 11269336"/>
              <a:gd name="connsiteY51" fmla="*/ 1055919 h 2323145"/>
              <a:gd name="connsiteX52" fmla="*/ 8293586 w 11269336"/>
              <a:gd name="connsiteY52" fmla="*/ 1076144 h 2323145"/>
              <a:gd name="connsiteX53" fmla="*/ 8242405 w 11269336"/>
              <a:gd name="connsiteY53" fmla="*/ 1095960 h 2323145"/>
              <a:gd name="connsiteX54" fmla="*/ 8218531 w 11269336"/>
              <a:gd name="connsiteY54" fmla="*/ 1107622 h 2323145"/>
              <a:gd name="connsiteX55" fmla="*/ 8197391 w 11269336"/>
              <a:gd name="connsiteY55" fmla="*/ 1107746 h 2323145"/>
              <a:gd name="connsiteX56" fmla="*/ 8081474 w 11269336"/>
              <a:gd name="connsiteY56" fmla="*/ 1130125 h 2323145"/>
              <a:gd name="connsiteX57" fmla="*/ 8053585 w 11269336"/>
              <a:gd name="connsiteY57" fmla="*/ 1129169 h 2323145"/>
              <a:gd name="connsiteX58" fmla="*/ 8038422 w 11269336"/>
              <a:gd name="connsiteY58" fmla="*/ 1119092 h 2323145"/>
              <a:gd name="connsiteX59" fmla="*/ 8029450 w 11269336"/>
              <a:gd name="connsiteY59" fmla="*/ 1125592 h 2323145"/>
              <a:gd name="connsiteX60" fmla="*/ 7959552 w 11269336"/>
              <a:gd name="connsiteY60" fmla="*/ 1140188 h 2323145"/>
              <a:gd name="connsiteX61" fmla="*/ 7914188 w 11269336"/>
              <a:gd name="connsiteY61" fmla="*/ 1150862 h 2323145"/>
              <a:gd name="connsiteX62" fmla="*/ 7914918 w 11269336"/>
              <a:gd name="connsiteY62" fmla="*/ 1168758 h 2323145"/>
              <a:gd name="connsiteX63" fmla="*/ 7875510 w 11269336"/>
              <a:gd name="connsiteY63" fmla="*/ 1183153 h 2323145"/>
              <a:gd name="connsiteX64" fmla="*/ 7829932 w 11269336"/>
              <a:gd name="connsiteY64" fmla="*/ 1180782 h 2323145"/>
              <a:gd name="connsiteX65" fmla="*/ 7779182 w 11269336"/>
              <a:gd name="connsiteY65" fmla="*/ 1192665 h 2323145"/>
              <a:gd name="connsiteX66" fmla="*/ 7748774 w 11269336"/>
              <a:gd name="connsiteY66" fmla="*/ 1199586 h 2323145"/>
              <a:gd name="connsiteX67" fmla="*/ 7671846 w 11269336"/>
              <a:gd name="connsiteY67" fmla="*/ 1231966 h 2323145"/>
              <a:gd name="connsiteX68" fmla="*/ 7554146 w 11269336"/>
              <a:gd name="connsiteY68" fmla="*/ 1319748 h 2323145"/>
              <a:gd name="connsiteX69" fmla="*/ 7515052 w 11269336"/>
              <a:gd name="connsiteY69" fmla="*/ 1336718 h 2323145"/>
              <a:gd name="connsiteX70" fmla="*/ 7507193 w 11269336"/>
              <a:gd name="connsiteY70" fmla="*/ 1334617 h 2323145"/>
              <a:gd name="connsiteX71" fmla="*/ 7461694 w 11269336"/>
              <a:gd name="connsiteY71" fmla="*/ 1375866 h 2323145"/>
              <a:gd name="connsiteX72" fmla="*/ 7377571 w 11269336"/>
              <a:gd name="connsiteY72" fmla="*/ 1400128 h 2323145"/>
              <a:gd name="connsiteX73" fmla="*/ 7311261 w 11269336"/>
              <a:gd name="connsiteY73" fmla="*/ 1412652 h 2323145"/>
              <a:gd name="connsiteX74" fmla="*/ 7275307 w 11269336"/>
              <a:gd name="connsiteY74" fmla="*/ 1422171 h 2323145"/>
              <a:gd name="connsiteX75" fmla="*/ 7247783 w 11269336"/>
              <a:gd name="connsiteY75" fmla="*/ 1426330 h 2323145"/>
              <a:gd name="connsiteX76" fmla="*/ 7185047 w 11269336"/>
              <a:gd name="connsiteY76" fmla="*/ 1451812 h 2323145"/>
              <a:gd name="connsiteX77" fmla="*/ 7084117 w 11269336"/>
              <a:gd name="connsiteY77" fmla="*/ 1500281 h 2323145"/>
              <a:gd name="connsiteX78" fmla="*/ 7062011 w 11269336"/>
              <a:gd name="connsiteY78" fmla="*/ 1509183 h 2323145"/>
              <a:gd name="connsiteX79" fmla="*/ 7040555 w 11269336"/>
              <a:gd name="connsiteY79" fmla="*/ 1511207 h 2323145"/>
              <a:gd name="connsiteX80" fmla="*/ 7033438 w 11269336"/>
              <a:gd name="connsiteY80" fmla="*/ 1506772 h 2323145"/>
              <a:gd name="connsiteX81" fmla="*/ 7020886 w 11269336"/>
              <a:gd name="connsiteY81" fmla="*/ 1510764 h 2323145"/>
              <a:gd name="connsiteX82" fmla="*/ 7017033 w 11269336"/>
              <a:gd name="connsiteY82" fmla="*/ 1510650 h 2323145"/>
              <a:gd name="connsiteX83" fmla="*/ 6995460 w 11269336"/>
              <a:gd name="connsiteY83" fmla="*/ 1511173 h 2323145"/>
              <a:gd name="connsiteX84" fmla="*/ 6962144 w 11269336"/>
              <a:gd name="connsiteY84" fmla="*/ 1541508 h 2323145"/>
              <a:gd name="connsiteX85" fmla="*/ 6910674 w 11269336"/>
              <a:gd name="connsiteY85" fmla="*/ 1554793 h 2323145"/>
              <a:gd name="connsiteX86" fmla="*/ 6732152 w 11269336"/>
              <a:gd name="connsiteY86" fmla="*/ 1642538 h 2323145"/>
              <a:gd name="connsiteX87" fmla="*/ 6694106 w 11269336"/>
              <a:gd name="connsiteY87" fmla="*/ 1632377 h 2323145"/>
              <a:gd name="connsiteX88" fmla="*/ 6617223 w 11269336"/>
              <a:gd name="connsiteY88" fmla="*/ 1659889 h 2323145"/>
              <a:gd name="connsiteX89" fmla="*/ 6521138 w 11269336"/>
              <a:gd name="connsiteY89" fmla="*/ 1744340 h 2323145"/>
              <a:gd name="connsiteX90" fmla="*/ 6380677 w 11269336"/>
              <a:gd name="connsiteY90" fmla="*/ 1796883 h 2323145"/>
              <a:gd name="connsiteX91" fmla="*/ 6374897 w 11269336"/>
              <a:gd name="connsiteY91" fmla="*/ 1809910 h 2323145"/>
              <a:gd name="connsiteX92" fmla="*/ 6364545 w 11269336"/>
              <a:gd name="connsiteY92" fmla="*/ 1820090 h 2323145"/>
              <a:gd name="connsiteX93" fmla="*/ 6362126 w 11269336"/>
              <a:gd name="connsiteY93" fmla="*/ 1819991 h 2323145"/>
              <a:gd name="connsiteX94" fmla="*/ 6346673 w 11269336"/>
              <a:gd name="connsiteY94" fmla="*/ 1827824 h 2323145"/>
              <a:gd name="connsiteX95" fmla="*/ 6345588 w 11269336"/>
              <a:gd name="connsiteY95" fmla="*/ 1832232 h 2323145"/>
              <a:gd name="connsiteX96" fmla="*/ 6335708 w 11269336"/>
              <a:gd name="connsiteY96" fmla="*/ 1838451 h 2323145"/>
              <a:gd name="connsiteX97" fmla="*/ 6318182 w 11269336"/>
              <a:gd name="connsiteY97" fmla="*/ 1852975 h 2323145"/>
              <a:gd name="connsiteX98" fmla="*/ 6313084 w 11269336"/>
              <a:gd name="connsiteY98" fmla="*/ 1853561 h 2323145"/>
              <a:gd name="connsiteX99" fmla="*/ 6283816 w 11269336"/>
              <a:gd name="connsiteY99" fmla="*/ 1872148 h 2323145"/>
              <a:gd name="connsiteX100" fmla="*/ 6282550 w 11269336"/>
              <a:gd name="connsiteY100" fmla="*/ 1871392 h 2323145"/>
              <a:gd name="connsiteX101" fmla="*/ 6270527 w 11269336"/>
              <a:gd name="connsiteY101" fmla="*/ 1872208 h 2323145"/>
              <a:gd name="connsiteX102" fmla="*/ 6249518 w 11269336"/>
              <a:gd name="connsiteY102" fmla="*/ 1876079 h 2323145"/>
              <a:gd name="connsiteX103" fmla="*/ 6190386 w 11269336"/>
              <a:gd name="connsiteY103" fmla="*/ 1872478 h 2323145"/>
              <a:gd name="connsiteX104" fmla="*/ 6159777 w 11269336"/>
              <a:gd name="connsiteY104" fmla="*/ 1891745 h 2323145"/>
              <a:gd name="connsiteX105" fmla="*/ 6153131 w 11269336"/>
              <a:gd name="connsiteY105" fmla="*/ 1895079 h 2323145"/>
              <a:gd name="connsiteX106" fmla="*/ 6152798 w 11269336"/>
              <a:gd name="connsiteY106" fmla="*/ 1894920 h 2323145"/>
              <a:gd name="connsiteX107" fmla="*/ 6145388 w 11269336"/>
              <a:gd name="connsiteY107" fmla="*/ 1897990 h 2323145"/>
              <a:gd name="connsiteX108" fmla="*/ 6141014 w 11269336"/>
              <a:gd name="connsiteY108" fmla="*/ 1901155 h 2323145"/>
              <a:gd name="connsiteX109" fmla="*/ 6128122 w 11269336"/>
              <a:gd name="connsiteY109" fmla="*/ 1907623 h 2323145"/>
              <a:gd name="connsiteX110" fmla="*/ 6122351 w 11269336"/>
              <a:gd name="connsiteY110" fmla="*/ 1908359 h 2323145"/>
              <a:gd name="connsiteX111" fmla="*/ 6064750 w 11269336"/>
              <a:gd name="connsiteY111" fmla="*/ 1896394 h 2323145"/>
              <a:gd name="connsiteX112" fmla="*/ 5964230 w 11269336"/>
              <a:gd name="connsiteY112" fmla="*/ 1910038 h 2323145"/>
              <a:gd name="connsiteX113" fmla="*/ 5865399 w 11269336"/>
              <a:gd name="connsiteY113" fmla="*/ 1926966 h 2323145"/>
              <a:gd name="connsiteX114" fmla="*/ 5829951 w 11269336"/>
              <a:gd name="connsiteY114" fmla="*/ 1934755 h 2323145"/>
              <a:gd name="connsiteX115" fmla="*/ 5765285 w 11269336"/>
              <a:gd name="connsiteY115" fmla="*/ 1941322 h 2323145"/>
              <a:gd name="connsiteX116" fmla="*/ 5734750 w 11269336"/>
              <a:gd name="connsiteY116" fmla="*/ 1939793 h 2323145"/>
              <a:gd name="connsiteX117" fmla="*/ 5733569 w 11269336"/>
              <a:gd name="connsiteY117" fmla="*/ 1940505 h 2323145"/>
              <a:gd name="connsiteX118" fmla="*/ 5730329 w 11269336"/>
              <a:gd name="connsiteY118" fmla="*/ 1937845 h 2323145"/>
              <a:gd name="connsiteX119" fmla="*/ 5724661 w 11269336"/>
              <a:gd name="connsiteY119" fmla="*/ 1937455 h 2323145"/>
              <a:gd name="connsiteX120" fmla="*/ 5710186 w 11269336"/>
              <a:gd name="connsiteY120" fmla="*/ 1941370 h 2323145"/>
              <a:gd name="connsiteX121" fmla="*/ 5704910 w 11269336"/>
              <a:gd name="connsiteY121" fmla="*/ 1943663 h 2323145"/>
              <a:gd name="connsiteX122" fmla="*/ 5696836 w 11269336"/>
              <a:gd name="connsiteY122" fmla="*/ 1945271 h 2323145"/>
              <a:gd name="connsiteX123" fmla="*/ 5696583 w 11269336"/>
              <a:gd name="connsiteY123" fmla="*/ 1945050 h 2323145"/>
              <a:gd name="connsiteX124" fmla="*/ 5689123 w 11269336"/>
              <a:gd name="connsiteY124" fmla="*/ 1947067 h 2323145"/>
              <a:gd name="connsiteX125" fmla="*/ 5653291 w 11269336"/>
              <a:gd name="connsiteY125" fmla="*/ 1960245 h 2323145"/>
              <a:gd name="connsiteX126" fmla="*/ 5599385 w 11269336"/>
              <a:gd name="connsiteY126" fmla="*/ 1945198 h 2323145"/>
              <a:gd name="connsiteX127" fmla="*/ 5578300 w 11269336"/>
              <a:gd name="connsiteY127" fmla="*/ 1944963 h 2323145"/>
              <a:gd name="connsiteX128" fmla="*/ 5566758 w 11269336"/>
              <a:gd name="connsiteY128" fmla="*/ 1943441 h 2323145"/>
              <a:gd name="connsiteX129" fmla="*/ 5565857 w 11269336"/>
              <a:gd name="connsiteY129" fmla="*/ 1942445 h 2323145"/>
              <a:gd name="connsiteX130" fmla="*/ 5531534 w 11269336"/>
              <a:gd name="connsiteY130" fmla="*/ 1955208 h 2323145"/>
              <a:gd name="connsiteX131" fmla="*/ 5526552 w 11269336"/>
              <a:gd name="connsiteY131" fmla="*/ 1954799 h 2323145"/>
              <a:gd name="connsiteX132" fmla="*/ 5504723 w 11269336"/>
              <a:gd name="connsiteY132" fmla="*/ 1965811 h 2323145"/>
              <a:gd name="connsiteX133" fmla="*/ 5493156 w 11269336"/>
              <a:gd name="connsiteY133" fmla="*/ 1970063 h 2323145"/>
              <a:gd name="connsiteX134" fmla="*/ 5490486 w 11269336"/>
              <a:gd name="connsiteY134" fmla="*/ 1974227 h 2323145"/>
              <a:gd name="connsiteX135" fmla="*/ 5473107 w 11269336"/>
              <a:gd name="connsiteY135" fmla="*/ 1979001 h 2323145"/>
              <a:gd name="connsiteX136" fmla="*/ 5470885 w 11269336"/>
              <a:gd name="connsiteY136" fmla="*/ 1978432 h 2323145"/>
              <a:gd name="connsiteX137" fmla="*/ 5457393 w 11269336"/>
              <a:gd name="connsiteY137" fmla="*/ 1986525 h 2323145"/>
              <a:gd name="connsiteX138" fmla="*/ 5447102 w 11269336"/>
              <a:gd name="connsiteY138" fmla="*/ 1998329 h 2323145"/>
              <a:gd name="connsiteX139" fmla="*/ 5159151 w 11269336"/>
              <a:gd name="connsiteY139" fmla="*/ 2029640 h 2323145"/>
              <a:gd name="connsiteX140" fmla="*/ 5041688 w 11269336"/>
              <a:gd name="connsiteY140" fmla="*/ 2022334 h 2323145"/>
              <a:gd name="connsiteX141" fmla="*/ 4860988 w 11269336"/>
              <a:gd name="connsiteY141" fmla="*/ 2135698 h 2323145"/>
              <a:gd name="connsiteX142" fmla="*/ 4807902 w 11269336"/>
              <a:gd name="connsiteY142" fmla="*/ 2138894 h 2323145"/>
              <a:gd name="connsiteX143" fmla="*/ 4765388 w 11269336"/>
              <a:gd name="connsiteY143" fmla="*/ 2162525 h 2323145"/>
              <a:gd name="connsiteX144" fmla="*/ 4745033 w 11269336"/>
              <a:gd name="connsiteY144" fmla="*/ 2158859 h 2323145"/>
              <a:gd name="connsiteX145" fmla="*/ 4741475 w 11269336"/>
              <a:gd name="connsiteY145" fmla="*/ 2157998 h 2323145"/>
              <a:gd name="connsiteX146" fmla="*/ 4728247 w 11269336"/>
              <a:gd name="connsiteY146" fmla="*/ 2159526 h 2323145"/>
              <a:gd name="connsiteX147" fmla="*/ 4723263 w 11269336"/>
              <a:gd name="connsiteY147" fmla="*/ 2153742 h 2323145"/>
              <a:gd name="connsiteX148" fmla="*/ 4702453 w 11269336"/>
              <a:gd name="connsiteY148" fmla="*/ 2151586 h 2323145"/>
              <a:gd name="connsiteX149" fmla="*/ 4678455 w 11269336"/>
              <a:gd name="connsiteY149" fmla="*/ 2156131 h 2323145"/>
              <a:gd name="connsiteX150" fmla="*/ 4593061 w 11269336"/>
              <a:gd name="connsiteY150" fmla="*/ 2171597 h 2323145"/>
              <a:gd name="connsiteX151" fmla="*/ 4579902 w 11269336"/>
              <a:gd name="connsiteY151" fmla="*/ 2177927 h 2323145"/>
              <a:gd name="connsiteX152" fmla="*/ 4533444 w 11269336"/>
              <a:gd name="connsiteY152" fmla="*/ 2181200 h 2323145"/>
              <a:gd name="connsiteX153" fmla="*/ 4492832 w 11269336"/>
              <a:gd name="connsiteY153" fmla="*/ 2188033 h 2323145"/>
              <a:gd name="connsiteX154" fmla="*/ 4467257 w 11269336"/>
              <a:gd name="connsiteY154" fmla="*/ 2196121 h 2323145"/>
              <a:gd name="connsiteX155" fmla="*/ 4459937 w 11269336"/>
              <a:gd name="connsiteY155" fmla="*/ 2195182 h 2323145"/>
              <a:gd name="connsiteX156" fmla="*/ 4433312 w 11269336"/>
              <a:gd name="connsiteY156" fmla="*/ 2199004 h 2323145"/>
              <a:gd name="connsiteX157" fmla="*/ 4420601 w 11269336"/>
              <a:gd name="connsiteY157" fmla="*/ 2205158 h 2323145"/>
              <a:gd name="connsiteX158" fmla="*/ 4405765 w 11269336"/>
              <a:gd name="connsiteY158" fmla="*/ 2199902 h 2323145"/>
              <a:gd name="connsiteX159" fmla="*/ 4401354 w 11269336"/>
              <a:gd name="connsiteY159" fmla="*/ 2194745 h 2323145"/>
              <a:gd name="connsiteX160" fmla="*/ 4383151 w 11269336"/>
              <a:gd name="connsiteY160" fmla="*/ 2201140 h 2323145"/>
              <a:gd name="connsiteX161" fmla="*/ 4366646 w 11269336"/>
              <a:gd name="connsiteY161" fmla="*/ 2198564 h 2323145"/>
              <a:gd name="connsiteX162" fmla="*/ 4354009 w 11269336"/>
              <a:gd name="connsiteY162" fmla="*/ 2204984 h 2323145"/>
              <a:gd name="connsiteX163" fmla="*/ 4348284 w 11269336"/>
              <a:gd name="connsiteY163" fmla="*/ 2205270 h 2323145"/>
              <a:gd name="connsiteX164" fmla="*/ 4333906 w 11269336"/>
              <a:gd name="connsiteY164" fmla="*/ 2205251 h 2323145"/>
              <a:gd name="connsiteX165" fmla="*/ 4308819 w 11269336"/>
              <a:gd name="connsiteY165" fmla="*/ 2203822 h 2323145"/>
              <a:gd name="connsiteX166" fmla="*/ 4301210 w 11269336"/>
              <a:gd name="connsiteY166" fmla="*/ 2204456 h 2323145"/>
              <a:gd name="connsiteX167" fmla="*/ 4283095 w 11269336"/>
              <a:gd name="connsiteY167" fmla="*/ 2198177 h 2323145"/>
              <a:gd name="connsiteX168" fmla="*/ 4250119 w 11269336"/>
              <a:gd name="connsiteY168" fmla="*/ 2196342 h 2323145"/>
              <a:gd name="connsiteX169" fmla="*/ 4189203 w 11269336"/>
              <a:gd name="connsiteY169" fmla="*/ 2178994 h 2323145"/>
              <a:gd name="connsiteX170" fmla="*/ 4154035 w 11269336"/>
              <a:gd name="connsiteY170" fmla="*/ 2171950 h 2323145"/>
              <a:gd name="connsiteX171" fmla="*/ 4129569 w 11269336"/>
              <a:gd name="connsiteY171" fmla="*/ 2163850 h 2323145"/>
              <a:gd name="connsiteX172" fmla="*/ 4061250 w 11269336"/>
              <a:gd name="connsiteY172" fmla="*/ 2159236 h 2323145"/>
              <a:gd name="connsiteX173" fmla="*/ 3945480 w 11269336"/>
              <a:gd name="connsiteY173" fmla="*/ 2158279 h 2323145"/>
              <a:gd name="connsiteX174" fmla="*/ 3921468 w 11269336"/>
              <a:gd name="connsiteY174" fmla="*/ 2156588 h 2323145"/>
              <a:gd name="connsiteX175" fmla="*/ 3903348 w 11269336"/>
              <a:gd name="connsiteY175" fmla="*/ 2149220 h 2323145"/>
              <a:gd name="connsiteX176" fmla="*/ 3901342 w 11269336"/>
              <a:gd name="connsiteY176" fmla="*/ 2142355 h 2323145"/>
              <a:gd name="connsiteX177" fmla="*/ 3888539 w 11269336"/>
              <a:gd name="connsiteY177" fmla="*/ 2140476 h 2323145"/>
              <a:gd name="connsiteX178" fmla="*/ 3885662 w 11269336"/>
              <a:gd name="connsiteY178" fmla="*/ 2138740 h 2323145"/>
              <a:gd name="connsiteX179" fmla="*/ 3868627 w 11269336"/>
              <a:gd name="connsiteY179" fmla="*/ 2130023 h 2323145"/>
              <a:gd name="connsiteX180" fmla="*/ 3819177 w 11269336"/>
              <a:gd name="connsiteY180" fmla="*/ 2142111 h 2323145"/>
              <a:gd name="connsiteX181" fmla="*/ 3769100 w 11269336"/>
              <a:gd name="connsiteY181" fmla="*/ 2131731 h 2323145"/>
              <a:gd name="connsiteX182" fmla="*/ 3562752 w 11269336"/>
              <a:gd name="connsiteY182" fmla="*/ 2131785 h 2323145"/>
              <a:gd name="connsiteX183" fmla="*/ 3541402 w 11269336"/>
              <a:gd name="connsiteY183" fmla="*/ 2106821 h 2323145"/>
              <a:gd name="connsiteX184" fmla="*/ 3365341 w 11269336"/>
              <a:gd name="connsiteY184" fmla="*/ 2077638 h 2323145"/>
              <a:gd name="connsiteX185" fmla="*/ 3170922 w 11269336"/>
              <a:gd name="connsiteY185" fmla="*/ 2115957 h 2323145"/>
              <a:gd name="connsiteX186" fmla="*/ 3156256 w 11269336"/>
              <a:gd name="connsiteY186" fmla="*/ 2124773 h 2323145"/>
              <a:gd name="connsiteX187" fmla="*/ 3140298 w 11269336"/>
              <a:gd name="connsiteY187" fmla="*/ 2129182 h 2323145"/>
              <a:gd name="connsiteX188" fmla="*/ 3138514 w 11269336"/>
              <a:gd name="connsiteY188" fmla="*/ 2128069 h 2323145"/>
              <a:gd name="connsiteX189" fmla="*/ 3120467 w 11269336"/>
              <a:gd name="connsiteY189" fmla="*/ 2128281 h 2323145"/>
              <a:gd name="connsiteX190" fmla="*/ 3116175 w 11269336"/>
              <a:gd name="connsiteY190" fmla="*/ 2131633 h 2323145"/>
              <a:gd name="connsiteX191" fmla="*/ 3103685 w 11269336"/>
              <a:gd name="connsiteY191" fmla="*/ 2132814 h 2323145"/>
              <a:gd name="connsiteX192" fmla="*/ 3078794 w 11269336"/>
              <a:gd name="connsiteY192" fmla="*/ 2137935 h 2323145"/>
              <a:gd name="connsiteX193" fmla="*/ 3074407 w 11269336"/>
              <a:gd name="connsiteY193" fmla="*/ 2136274 h 2323145"/>
              <a:gd name="connsiteX194" fmla="*/ 3037285 w 11269336"/>
              <a:gd name="connsiteY194" fmla="*/ 2139919 h 2323145"/>
              <a:gd name="connsiteX195" fmla="*/ 3036901 w 11269336"/>
              <a:gd name="connsiteY195" fmla="*/ 2138726 h 2323145"/>
              <a:gd name="connsiteX196" fmla="*/ 3026996 w 11269336"/>
              <a:gd name="connsiteY196" fmla="*/ 2134322 h 2323145"/>
              <a:gd name="connsiteX197" fmla="*/ 3007772 w 11269336"/>
              <a:gd name="connsiteY197" fmla="*/ 2128742 h 2323145"/>
              <a:gd name="connsiteX198" fmla="*/ 2965030 w 11269336"/>
              <a:gd name="connsiteY198" fmla="*/ 2100494 h 2323145"/>
              <a:gd name="connsiteX199" fmla="*/ 2926342 w 11269336"/>
              <a:gd name="connsiteY199" fmla="*/ 2104155 h 2323145"/>
              <a:gd name="connsiteX200" fmla="*/ 2918608 w 11269336"/>
              <a:gd name="connsiteY200" fmla="*/ 2104215 h 2323145"/>
              <a:gd name="connsiteX201" fmla="*/ 2918475 w 11269336"/>
              <a:gd name="connsiteY201" fmla="*/ 2103937 h 2323145"/>
              <a:gd name="connsiteX202" fmla="*/ 2910360 w 11269336"/>
              <a:gd name="connsiteY202" fmla="*/ 2103444 h 2323145"/>
              <a:gd name="connsiteX203" fmla="*/ 2904507 w 11269336"/>
              <a:gd name="connsiteY203" fmla="*/ 2104326 h 2323145"/>
              <a:gd name="connsiteX204" fmla="*/ 2889503 w 11269336"/>
              <a:gd name="connsiteY204" fmla="*/ 2104443 h 2323145"/>
              <a:gd name="connsiteX205" fmla="*/ 2884480 w 11269336"/>
              <a:gd name="connsiteY205" fmla="*/ 2102626 h 2323145"/>
              <a:gd name="connsiteX206" fmla="*/ 2882689 w 11269336"/>
              <a:gd name="connsiteY206" fmla="*/ 2099228 h 2323145"/>
              <a:gd name="connsiteX207" fmla="*/ 2881291 w 11269336"/>
              <a:gd name="connsiteY207" fmla="*/ 2099618 h 2323145"/>
              <a:gd name="connsiteX208" fmla="*/ 2853979 w 11269336"/>
              <a:gd name="connsiteY208" fmla="*/ 2090388 h 2323145"/>
              <a:gd name="connsiteX209" fmla="*/ 2791790 w 11269336"/>
              <a:gd name="connsiteY209" fmla="*/ 2080332 h 2323145"/>
              <a:gd name="connsiteX210" fmla="*/ 2755844 w 11269336"/>
              <a:gd name="connsiteY210" fmla="*/ 2078874 h 2323145"/>
              <a:gd name="connsiteX211" fmla="*/ 2657742 w 11269336"/>
              <a:gd name="connsiteY211" fmla="*/ 2070179 h 2323145"/>
              <a:gd name="connsiteX212" fmla="*/ 2559549 w 11269336"/>
              <a:gd name="connsiteY212" fmla="*/ 2057873 h 2323145"/>
              <a:gd name="connsiteX213" fmla="*/ 2512054 w 11269336"/>
              <a:gd name="connsiteY213" fmla="*/ 2031671 h 2323145"/>
              <a:gd name="connsiteX214" fmla="*/ 2506437 w 11269336"/>
              <a:gd name="connsiteY214" fmla="*/ 2030918 h 2323145"/>
              <a:gd name="connsiteX215" fmla="*/ 2491752 w 11269336"/>
              <a:gd name="connsiteY215" fmla="*/ 2033906 h 2323145"/>
              <a:gd name="connsiteX216" fmla="*/ 2486338 w 11269336"/>
              <a:gd name="connsiteY216" fmla="*/ 2035862 h 2323145"/>
              <a:gd name="connsiteX217" fmla="*/ 2478186 w 11269336"/>
              <a:gd name="connsiteY217" fmla="*/ 2036953 h 2323145"/>
              <a:gd name="connsiteX218" fmla="*/ 2477950 w 11269336"/>
              <a:gd name="connsiteY218" fmla="*/ 2036715 h 2323145"/>
              <a:gd name="connsiteX219" fmla="*/ 2470381 w 11269336"/>
              <a:gd name="connsiteY219" fmla="*/ 2038256 h 2323145"/>
              <a:gd name="connsiteX220" fmla="*/ 2433781 w 11269336"/>
              <a:gd name="connsiteY220" fmla="*/ 2049140 h 2323145"/>
              <a:gd name="connsiteX221" fmla="*/ 2381172 w 11269336"/>
              <a:gd name="connsiteY221" fmla="*/ 2030645 h 2323145"/>
              <a:gd name="connsiteX222" fmla="*/ 2360198 w 11269336"/>
              <a:gd name="connsiteY222" fmla="*/ 2029059 h 2323145"/>
              <a:gd name="connsiteX223" fmla="*/ 2348815 w 11269336"/>
              <a:gd name="connsiteY223" fmla="*/ 2026798 h 2323145"/>
              <a:gd name="connsiteX224" fmla="*/ 2347988 w 11269336"/>
              <a:gd name="connsiteY224" fmla="*/ 2025745 h 2323145"/>
              <a:gd name="connsiteX225" fmla="*/ 2312920 w 11269336"/>
              <a:gd name="connsiteY225" fmla="*/ 2036311 h 2323145"/>
              <a:gd name="connsiteX226" fmla="*/ 2307986 w 11269336"/>
              <a:gd name="connsiteY226" fmla="*/ 2035583 h 2323145"/>
              <a:gd name="connsiteX227" fmla="*/ 2285481 w 11269336"/>
              <a:gd name="connsiteY227" fmla="*/ 2045197 h 2323145"/>
              <a:gd name="connsiteX228" fmla="*/ 2273666 w 11269336"/>
              <a:gd name="connsiteY228" fmla="*/ 2048710 h 2323145"/>
              <a:gd name="connsiteX229" fmla="*/ 2270719 w 11269336"/>
              <a:gd name="connsiteY229" fmla="*/ 2052702 h 2323145"/>
              <a:gd name="connsiteX230" fmla="*/ 2253080 w 11269336"/>
              <a:gd name="connsiteY230" fmla="*/ 2056363 h 2323145"/>
              <a:gd name="connsiteX231" fmla="*/ 2250906 w 11269336"/>
              <a:gd name="connsiteY231" fmla="*/ 2055654 h 2323145"/>
              <a:gd name="connsiteX232" fmla="*/ 2236905 w 11269336"/>
              <a:gd name="connsiteY232" fmla="*/ 2062882 h 2323145"/>
              <a:gd name="connsiteX233" fmla="*/ 2225830 w 11269336"/>
              <a:gd name="connsiteY233" fmla="*/ 2074027 h 2323145"/>
              <a:gd name="connsiteX234" fmla="*/ 2073776 w 11269336"/>
              <a:gd name="connsiteY234" fmla="*/ 2089244 h 2323145"/>
              <a:gd name="connsiteX235" fmla="*/ 1948256 w 11269336"/>
              <a:gd name="connsiteY235" fmla="*/ 2146616 h 2323145"/>
              <a:gd name="connsiteX236" fmla="*/ 1865582 w 11269336"/>
              <a:gd name="connsiteY236" fmla="*/ 2153738 h 2323145"/>
              <a:gd name="connsiteX237" fmla="*/ 1835210 w 11269336"/>
              <a:gd name="connsiteY237" fmla="*/ 2134244 h 2323145"/>
              <a:gd name="connsiteX238" fmla="*/ 1632661 w 11269336"/>
              <a:gd name="connsiteY238" fmla="*/ 2173882 h 2323145"/>
              <a:gd name="connsiteX239" fmla="*/ 1579590 w 11269336"/>
              <a:gd name="connsiteY239" fmla="*/ 2173680 h 2323145"/>
              <a:gd name="connsiteX240" fmla="*/ 1535601 w 11269336"/>
              <a:gd name="connsiteY240" fmla="*/ 2194590 h 2323145"/>
              <a:gd name="connsiteX241" fmla="*/ 1515594 w 11269336"/>
              <a:gd name="connsiteY241" fmla="*/ 2189622 h 2323145"/>
              <a:gd name="connsiteX242" fmla="*/ 1512113 w 11269336"/>
              <a:gd name="connsiteY242" fmla="*/ 2188534 h 2323145"/>
              <a:gd name="connsiteX243" fmla="*/ 1498838 w 11269336"/>
              <a:gd name="connsiteY243" fmla="*/ 2189213 h 2323145"/>
              <a:gd name="connsiteX244" fmla="*/ 1494279 w 11269336"/>
              <a:gd name="connsiteY244" fmla="*/ 2183112 h 2323145"/>
              <a:gd name="connsiteX245" fmla="*/ 1473714 w 11269336"/>
              <a:gd name="connsiteY245" fmla="*/ 2179625 h 2323145"/>
              <a:gd name="connsiteX246" fmla="*/ 1449503 w 11269336"/>
              <a:gd name="connsiteY246" fmla="*/ 2182633 h 2323145"/>
              <a:gd name="connsiteX247" fmla="*/ 1335495 w 11269336"/>
              <a:gd name="connsiteY247" fmla="*/ 2203940 h 2323145"/>
              <a:gd name="connsiteX248" fmla="*/ 1266687 w 11269336"/>
              <a:gd name="connsiteY248" fmla="*/ 2212688 h 2323145"/>
              <a:gd name="connsiteX249" fmla="*/ 1239614 w 11269336"/>
              <a:gd name="connsiteY249" fmla="*/ 2209727 h 2323145"/>
              <a:gd name="connsiteX250" fmla="*/ 1202436 w 11269336"/>
              <a:gd name="connsiteY250" fmla="*/ 2209817 h 2323145"/>
              <a:gd name="connsiteX251" fmla="*/ 1136097 w 11269336"/>
              <a:gd name="connsiteY251" fmla="*/ 2205112 h 2323145"/>
              <a:gd name="connsiteX252" fmla="*/ 988232 w 11269336"/>
              <a:gd name="connsiteY252" fmla="*/ 2235635 h 2323145"/>
              <a:gd name="connsiteX253" fmla="*/ 981959 w 11269336"/>
              <a:gd name="connsiteY253" fmla="*/ 2231607 h 2323145"/>
              <a:gd name="connsiteX254" fmla="*/ 938600 w 11269336"/>
              <a:gd name="connsiteY254" fmla="*/ 2238113 h 2323145"/>
              <a:gd name="connsiteX255" fmla="*/ 791788 w 11269336"/>
              <a:gd name="connsiteY255" fmla="*/ 2293224 h 2323145"/>
              <a:gd name="connsiteX256" fmla="*/ 706914 w 11269336"/>
              <a:gd name="connsiteY256" fmla="*/ 2305046 h 2323145"/>
              <a:gd name="connsiteX257" fmla="*/ 675971 w 11269336"/>
              <a:gd name="connsiteY257" fmla="*/ 2304030 h 2323145"/>
              <a:gd name="connsiteX258" fmla="*/ 624180 w 11269336"/>
              <a:gd name="connsiteY258" fmla="*/ 2302650 h 2323145"/>
              <a:gd name="connsiteX259" fmla="*/ 583453 w 11269336"/>
              <a:gd name="connsiteY259" fmla="*/ 2288788 h 2323145"/>
              <a:gd name="connsiteX260" fmla="*/ 540946 w 11269336"/>
              <a:gd name="connsiteY260" fmla="*/ 2292721 h 2323145"/>
              <a:gd name="connsiteX261" fmla="*/ 533680 w 11269336"/>
              <a:gd name="connsiteY261" fmla="*/ 2310233 h 2323145"/>
              <a:gd name="connsiteX262" fmla="*/ 487366 w 11269336"/>
              <a:gd name="connsiteY262" fmla="*/ 2309053 h 2323145"/>
              <a:gd name="connsiteX263" fmla="*/ 416820 w 11269336"/>
              <a:gd name="connsiteY263" fmla="*/ 2305443 h 2323145"/>
              <a:gd name="connsiteX264" fmla="*/ 376805 w 11269336"/>
              <a:gd name="connsiteY264" fmla="*/ 2307647 h 2323145"/>
              <a:gd name="connsiteX265" fmla="*/ 266777 w 11269336"/>
              <a:gd name="connsiteY265" fmla="*/ 2309012 h 2323145"/>
              <a:gd name="connsiteX266" fmla="*/ 156013 w 11269336"/>
              <a:gd name="connsiteY266" fmla="*/ 2306832 h 2323145"/>
              <a:gd name="connsiteX267" fmla="*/ 87258 w 11269336"/>
              <a:gd name="connsiteY267" fmla="*/ 2285511 h 2323145"/>
              <a:gd name="connsiteX268" fmla="*/ 23798 w 11269336"/>
              <a:gd name="connsiteY268" fmla="*/ 2281822 h 2323145"/>
              <a:gd name="connsiteX269" fmla="*/ 0 w 11269336"/>
              <a:gd name="connsiteY269" fmla="*/ 2285369 h 2323145"/>
              <a:gd name="connsiteX270" fmla="*/ 0 w 11269336"/>
              <a:gd name="connsiteY270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742561 w 11269336"/>
              <a:gd name="connsiteY18" fmla="*/ 500437 h 2323145"/>
              <a:gd name="connsiteX19" fmla="*/ 9561831 w 11269336"/>
              <a:gd name="connsiteY19" fmla="*/ 547649 h 2323145"/>
              <a:gd name="connsiteX20" fmla="*/ 9380600 w 11269336"/>
              <a:gd name="connsiteY20" fmla="*/ 549821 h 2323145"/>
              <a:gd name="connsiteX21" fmla="*/ 9139429 w 11269336"/>
              <a:gd name="connsiteY21" fmla="*/ 696446 h 2323145"/>
              <a:gd name="connsiteX22" fmla="*/ 9114263 w 11269336"/>
              <a:gd name="connsiteY22" fmla="*/ 709213 h 2323145"/>
              <a:gd name="connsiteX23" fmla="*/ 9028928 w 11269336"/>
              <a:gd name="connsiteY23" fmla="*/ 745350 h 2323145"/>
              <a:gd name="connsiteX24" fmla="*/ 8977138 w 11269336"/>
              <a:gd name="connsiteY24" fmla="*/ 774970 h 2323145"/>
              <a:gd name="connsiteX25" fmla="*/ 8947030 w 11269336"/>
              <a:gd name="connsiteY25" fmla="*/ 814934 h 2323145"/>
              <a:gd name="connsiteX26" fmla="*/ 8914746 w 11269336"/>
              <a:gd name="connsiteY26" fmla="*/ 826428 h 2323145"/>
              <a:gd name="connsiteX27" fmla="*/ 8917778 w 11269336"/>
              <a:gd name="connsiteY27" fmla="*/ 835198 h 2323145"/>
              <a:gd name="connsiteX28" fmla="*/ 8905560 w 11269336"/>
              <a:gd name="connsiteY28" fmla="*/ 838358 h 2323145"/>
              <a:gd name="connsiteX29" fmla="*/ 8897564 w 11269336"/>
              <a:gd name="connsiteY29" fmla="*/ 834287 h 2323145"/>
              <a:gd name="connsiteX30" fmla="*/ 8878040 w 11269336"/>
              <a:gd name="connsiteY30" fmla="*/ 844150 h 2323145"/>
              <a:gd name="connsiteX31" fmla="*/ 8882654 w 11269336"/>
              <a:gd name="connsiteY31" fmla="*/ 892768 h 2323145"/>
              <a:gd name="connsiteX32" fmla="*/ 8837498 w 11269336"/>
              <a:gd name="connsiteY32" fmla="*/ 885664 h 2323145"/>
              <a:gd name="connsiteX33" fmla="*/ 8795998 w 11269336"/>
              <a:gd name="connsiteY33" fmla="*/ 863337 h 2323145"/>
              <a:gd name="connsiteX34" fmla="*/ 8776970 w 11269336"/>
              <a:gd name="connsiteY34" fmla="*/ 885177 h 2323145"/>
              <a:gd name="connsiteX35" fmla="*/ 8755719 w 11269336"/>
              <a:gd name="connsiteY35" fmla="*/ 889754 h 2323145"/>
              <a:gd name="connsiteX36" fmla="*/ 8743257 w 11269336"/>
              <a:gd name="connsiteY36" fmla="*/ 904723 h 2323145"/>
              <a:gd name="connsiteX37" fmla="*/ 8721366 w 11269336"/>
              <a:gd name="connsiteY37" fmla="*/ 904711 h 2323145"/>
              <a:gd name="connsiteX38" fmla="*/ 8678353 w 11269336"/>
              <a:gd name="connsiteY38" fmla="*/ 926318 h 2323145"/>
              <a:gd name="connsiteX39" fmla="*/ 8636849 w 11269336"/>
              <a:gd name="connsiteY39" fmla="*/ 937900 h 2323145"/>
              <a:gd name="connsiteX40" fmla="*/ 8620213 w 11269336"/>
              <a:gd name="connsiteY40" fmla="*/ 943068 h 2323145"/>
              <a:gd name="connsiteX41" fmla="*/ 8612581 w 11269336"/>
              <a:gd name="connsiteY41" fmla="*/ 952695 h 2323145"/>
              <a:gd name="connsiteX42" fmla="*/ 8589038 w 11269336"/>
              <a:gd name="connsiteY42" fmla="*/ 963892 h 2323145"/>
              <a:gd name="connsiteX43" fmla="*/ 8579950 w 11269336"/>
              <a:gd name="connsiteY43" fmla="*/ 960899 h 2323145"/>
              <a:gd name="connsiteX44" fmla="*/ 8579319 w 11269336"/>
              <a:gd name="connsiteY44" fmla="*/ 965630 h 2323145"/>
              <a:gd name="connsiteX45" fmla="*/ 8547429 w 11269336"/>
              <a:gd name="connsiteY45" fmla="*/ 984506 h 2323145"/>
              <a:gd name="connsiteX46" fmla="*/ 8478704 w 11269336"/>
              <a:gd name="connsiteY46" fmla="*/ 1025490 h 2323145"/>
              <a:gd name="connsiteX47" fmla="*/ 8461421 w 11269336"/>
              <a:gd name="connsiteY47" fmla="*/ 1035512 h 2323145"/>
              <a:gd name="connsiteX48" fmla="*/ 8445003 w 11269336"/>
              <a:gd name="connsiteY48" fmla="*/ 1036851 h 2323145"/>
              <a:gd name="connsiteX49" fmla="*/ 8357350 w 11269336"/>
              <a:gd name="connsiteY49" fmla="*/ 1060213 h 2323145"/>
              <a:gd name="connsiteX50" fmla="*/ 8335565 w 11269336"/>
              <a:gd name="connsiteY50" fmla="*/ 1061151 h 2323145"/>
              <a:gd name="connsiteX51" fmla="*/ 8325267 w 11269336"/>
              <a:gd name="connsiteY51" fmla="*/ 1055919 h 2323145"/>
              <a:gd name="connsiteX52" fmla="*/ 8293586 w 11269336"/>
              <a:gd name="connsiteY52" fmla="*/ 1076144 h 2323145"/>
              <a:gd name="connsiteX53" fmla="*/ 8242405 w 11269336"/>
              <a:gd name="connsiteY53" fmla="*/ 1095960 h 2323145"/>
              <a:gd name="connsiteX54" fmla="*/ 8218531 w 11269336"/>
              <a:gd name="connsiteY54" fmla="*/ 1107622 h 2323145"/>
              <a:gd name="connsiteX55" fmla="*/ 8197391 w 11269336"/>
              <a:gd name="connsiteY55" fmla="*/ 1107746 h 2323145"/>
              <a:gd name="connsiteX56" fmla="*/ 8081474 w 11269336"/>
              <a:gd name="connsiteY56" fmla="*/ 1130125 h 2323145"/>
              <a:gd name="connsiteX57" fmla="*/ 8053585 w 11269336"/>
              <a:gd name="connsiteY57" fmla="*/ 1129169 h 2323145"/>
              <a:gd name="connsiteX58" fmla="*/ 8038422 w 11269336"/>
              <a:gd name="connsiteY58" fmla="*/ 1119092 h 2323145"/>
              <a:gd name="connsiteX59" fmla="*/ 8029450 w 11269336"/>
              <a:gd name="connsiteY59" fmla="*/ 1125592 h 2323145"/>
              <a:gd name="connsiteX60" fmla="*/ 7959552 w 11269336"/>
              <a:gd name="connsiteY60" fmla="*/ 1140188 h 2323145"/>
              <a:gd name="connsiteX61" fmla="*/ 7914188 w 11269336"/>
              <a:gd name="connsiteY61" fmla="*/ 1150862 h 2323145"/>
              <a:gd name="connsiteX62" fmla="*/ 7914918 w 11269336"/>
              <a:gd name="connsiteY62" fmla="*/ 1168758 h 2323145"/>
              <a:gd name="connsiteX63" fmla="*/ 7875510 w 11269336"/>
              <a:gd name="connsiteY63" fmla="*/ 1183153 h 2323145"/>
              <a:gd name="connsiteX64" fmla="*/ 7829932 w 11269336"/>
              <a:gd name="connsiteY64" fmla="*/ 1180782 h 2323145"/>
              <a:gd name="connsiteX65" fmla="*/ 7779182 w 11269336"/>
              <a:gd name="connsiteY65" fmla="*/ 1192665 h 2323145"/>
              <a:gd name="connsiteX66" fmla="*/ 7748774 w 11269336"/>
              <a:gd name="connsiteY66" fmla="*/ 1199586 h 2323145"/>
              <a:gd name="connsiteX67" fmla="*/ 7671846 w 11269336"/>
              <a:gd name="connsiteY67" fmla="*/ 1231966 h 2323145"/>
              <a:gd name="connsiteX68" fmla="*/ 7554146 w 11269336"/>
              <a:gd name="connsiteY68" fmla="*/ 1319748 h 2323145"/>
              <a:gd name="connsiteX69" fmla="*/ 7515052 w 11269336"/>
              <a:gd name="connsiteY69" fmla="*/ 1336718 h 2323145"/>
              <a:gd name="connsiteX70" fmla="*/ 7507193 w 11269336"/>
              <a:gd name="connsiteY70" fmla="*/ 1334617 h 2323145"/>
              <a:gd name="connsiteX71" fmla="*/ 7461694 w 11269336"/>
              <a:gd name="connsiteY71" fmla="*/ 1375866 h 2323145"/>
              <a:gd name="connsiteX72" fmla="*/ 7377571 w 11269336"/>
              <a:gd name="connsiteY72" fmla="*/ 1400128 h 2323145"/>
              <a:gd name="connsiteX73" fmla="*/ 7311261 w 11269336"/>
              <a:gd name="connsiteY73" fmla="*/ 1412652 h 2323145"/>
              <a:gd name="connsiteX74" fmla="*/ 7275307 w 11269336"/>
              <a:gd name="connsiteY74" fmla="*/ 1422171 h 2323145"/>
              <a:gd name="connsiteX75" fmla="*/ 7247783 w 11269336"/>
              <a:gd name="connsiteY75" fmla="*/ 1426330 h 2323145"/>
              <a:gd name="connsiteX76" fmla="*/ 7185047 w 11269336"/>
              <a:gd name="connsiteY76" fmla="*/ 1451812 h 2323145"/>
              <a:gd name="connsiteX77" fmla="*/ 7084117 w 11269336"/>
              <a:gd name="connsiteY77" fmla="*/ 1500281 h 2323145"/>
              <a:gd name="connsiteX78" fmla="*/ 7062011 w 11269336"/>
              <a:gd name="connsiteY78" fmla="*/ 1509183 h 2323145"/>
              <a:gd name="connsiteX79" fmla="*/ 7040555 w 11269336"/>
              <a:gd name="connsiteY79" fmla="*/ 1511207 h 2323145"/>
              <a:gd name="connsiteX80" fmla="*/ 7033438 w 11269336"/>
              <a:gd name="connsiteY80" fmla="*/ 1506772 h 2323145"/>
              <a:gd name="connsiteX81" fmla="*/ 7020886 w 11269336"/>
              <a:gd name="connsiteY81" fmla="*/ 1510764 h 2323145"/>
              <a:gd name="connsiteX82" fmla="*/ 7017033 w 11269336"/>
              <a:gd name="connsiteY82" fmla="*/ 1510650 h 2323145"/>
              <a:gd name="connsiteX83" fmla="*/ 6995460 w 11269336"/>
              <a:gd name="connsiteY83" fmla="*/ 1511173 h 2323145"/>
              <a:gd name="connsiteX84" fmla="*/ 6962144 w 11269336"/>
              <a:gd name="connsiteY84" fmla="*/ 1541508 h 2323145"/>
              <a:gd name="connsiteX85" fmla="*/ 6910674 w 11269336"/>
              <a:gd name="connsiteY85" fmla="*/ 1554793 h 2323145"/>
              <a:gd name="connsiteX86" fmla="*/ 6732152 w 11269336"/>
              <a:gd name="connsiteY86" fmla="*/ 1642538 h 2323145"/>
              <a:gd name="connsiteX87" fmla="*/ 6694106 w 11269336"/>
              <a:gd name="connsiteY87" fmla="*/ 1632377 h 2323145"/>
              <a:gd name="connsiteX88" fmla="*/ 6617223 w 11269336"/>
              <a:gd name="connsiteY88" fmla="*/ 1659889 h 2323145"/>
              <a:gd name="connsiteX89" fmla="*/ 6521138 w 11269336"/>
              <a:gd name="connsiteY89" fmla="*/ 1744340 h 2323145"/>
              <a:gd name="connsiteX90" fmla="*/ 6380677 w 11269336"/>
              <a:gd name="connsiteY90" fmla="*/ 1796883 h 2323145"/>
              <a:gd name="connsiteX91" fmla="*/ 6374897 w 11269336"/>
              <a:gd name="connsiteY91" fmla="*/ 1809910 h 2323145"/>
              <a:gd name="connsiteX92" fmla="*/ 6364545 w 11269336"/>
              <a:gd name="connsiteY92" fmla="*/ 1820090 h 2323145"/>
              <a:gd name="connsiteX93" fmla="*/ 6362126 w 11269336"/>
              <a:gd name="connsiteY93" fmla="*/ 1819991 h 2323145"/>
              <a:gd name="connsiteX94" fmla="*/ 6346673 w 11269336"/>
              <a:gd name="connsiteY94" fmla="*/ 1827824 h 2323145"/>
              <a:gd name="connsiteX95" fmla="*/ 6345588 w 11269336"/>
              <a:gd name="connsiteY95" fmla="*/ 1832232 h 2323145"/>
              <a:gd name="connsiteX96" fmla="*/ 6335708 w 11269336"/>
              <a:gd name="connsiteY96" fmla="*/ 1838451 h 2323145"/>
              <a:gd name="connsiteX97" fmla="*/ 6318182 w 11269336"/>
              <a:gd name="connsiteY97" fmla="*/ 1852975 h 2323145"/>
              <a:gd name="connsiteX98" fmla="*/ 6313084 w 11269336"/>
              <a:gd name="connsiteY98" fmla="*/ 1853561 h 2323145"/>
              <a:gd name="connsiteX99" fmla="*/ 6283816 w 11269336"/>
              <a:gd name="connsiteY99" fmla="*/ 1872148 h 2323145"/>
              <a:gd name="connsiteX100" fmla="*/ 6282550 w 11269336"/>
              <a:gd name="connsiteY100" fmla="*/ 1871392 h 2323145"/>
              <a:gd name="connsiteX101" fmla="*/ 6270527 w 11269336"/>
              <a:gd name="connsiteY101" fmla="*/ 1872208 h 2323145"/>
              <a:gd name="connsiteX102" fmla="*/ 6249518 w 11269336"/>
              <a:gd name="connsiteY102" fmla="*/ 1876079 h 2323145"/>
              <a:gd name="connsiteX103" fmla="*/ 6190386 w 11269336"/>
              <a:gd name="connsiteY103" fmla="*/ 1872478 h 2323145"/>
              <a:gd name="connsiteX104" fmla="*/ 6159777 w 11269336"/>
              <a:gd name="connsiteY104" fmla="*/ 1891745 h 2323145"/>
              <a:gd name="connsiteX105" fmla="*/ 6153131 w 11269336"/>
              <a:gd name="connsiteY105" fmla="*/ 1895079 h 2323145"/>
              <a:gd name="connsiteX106" fmla="*/ 6152798 w 11269336"/>
              <a:gd name="connsiteY106" fmla="*/ 1894920 h 2323145"/>
              <a:gd name="connsiteX107" fmla="*/ 6145388 w 11269336"/>
              <a:gd name="connsiteY107" fmla="*/ 1897990 h 2323145"/>
              <a:gd name="connsiteX108" fmla="*/ 6141014 w 11269336"/>
              <a:gd name="connsiteY108" fmla="*/ 1901155 h 2323145"/>
              <a:gd name="connsiteX109" fmla="*/ 6128122 w 11269336"/>
              <a:gd name="connsiteY109" fmla="*/ 1907623 h 2323145"/>
              <a:gd name="connsiteX110" fmla="*/ 6122351 w 11269336"/>
              <a:gd name="connsiteY110" fmla="*/ 1908359 h 2323145"/>
              <a:gd name="connsiteX111" fmla="*/ 6064750 w 11269336"/>
              <a:gd name="connsiteY111" fmla="*/ 1896394 h 2323145"/>
              <a:gd name="connsiteX112" fmla="*/ 5964230 w 11269336"/>
              <a:gd name="connsiteY112" fmla="*/ 1910038 h 2323145"/>
              <a:gd name="connsiteX113" fmla="*/ 5865399 w 11269336"/>
              <a:gd name="connsiteY113" fmla="*/ 1926966 h 2323145"/>
              <a:gd name="connsiteX114" fmla="*/ 5829951 w 11269336"/>
              <a:gd name="connsiteY114" fmla="*/ 1934755 h 2323145"/>
              <a:gd name="connsiteX115" fmla="*/ 5765285 w 11269336"/>
              <a:gd name="connsiteY115" fmla="*/ 1941322 h 2323145"/>
              <a:gd name="connsiteX116" fmla="*/ 5734750 w 11269336"/>
              <a:gd name="connsiteY116" fmla="*/ 1939793 h 2323145"/>
              <a:gd name="connsiteX117" fmla="*/ 5733569 w 11269336"/>
              <a:gd name="connsiteY117" fmla="*/ 1940505 h 2323145"/>
              <a:gd name="connsiteX118" fmla="*/ 5730329 w 11269336"/>
              <a:gd name="connsiteY118" fmla="*/ 1937845 h 2323145"/>
              <a:gd name="connsiteX119" fmla="*/ 5724661 w 11269336"/>
              <a:gd name="connsiteY119" fmla="*/ 1937455 h 2323145"/>
              <a:gd name="connsiteX120" fmla="*/ 5710186 w 11269336"/>
              <a:gd name="connsiteY120" fmla="*/ 1941370 h 2323145"/>
              <a:gd name="connsiteX121" fmla="*/ 5704910 w 11269336"/>
              <a:gd name="connsiteY121" fmla="*/ 1943663 h 2323145"/>
              <a:gd name="connsiteX122" fmla="*/ 5696836 w 11269336"/>
              <a:gd name="connsiteY122" fmla="*/ 1945271 h 2323145"/>
              <a:gd name="connsiteX123" fmla="*/ 5696583 w 11269336"/>
              <a:gd name="connsiteY123" fmla="*/ 1945050 h 2323145"/>
              <a:gd name="connsiteX124" fmla="*/ 5689123 w 11269336"/>
              <a:gd name="connsiteY124" fmla="*/ 1947067 h 2323145"/>
              <a:gd name="connsiteX125" fmla="*/ 5653291 w 11269336"/>
              <a:gd name="connsiteY125" fmla="*/ 1960245 h 2323145"/>
              <a:gd name="connsiteX126" fmla="*/ 5599385 w 11269336"/>
              <a:gd name="connsiteY126" fmla="*/ 1945198 h 2323145"/>
              <a:gd name="connsiteX127" fmla="*/ 5578300 w 11269336"/>
              <a:gd name="connsiteY127" fmla="*/ 1944963 h 2323145"/>
              <a:gd name="connsiteX128" fmla="*/ 5566758 w 11269336"/>
              <a:gd name="connsiteY128" fmla="*/ 1943441 h 2323145"/>
              <a:gd name="connsiteX129" fmla="*/ 5565857 w 11269336"/>
              <a:gd name="connsiteY129" fmla="*/ 1942445 h 2323145"/>
              <a:gd name="connsiteX130" fmla="*/ 5531534 w 11269336"/>
              <a:gd name="connsiteY130" fmla="*/ 1955208 h 2323145"/>
              <a:gd name="connsiteX131" fmla="*/ 5526552 w 11269336"/>
              <a:gd name="connsiteY131" fmla="*/ 1954799 h 2323145"/>
              <a:gd name="connsiteX132" fmla="*/ 5504723 w 11269336"/>
              <a:gd name="connsiteY132" fmla="*/ 1965811 h 2323145"/>
              <a:gd name="connsiteX133" fmla="*/ 5493156 w 11269336"/>
              <a:gd name="connsiteY133" fmla="*/ 1970063 h 2323145"/>
              <a:gd name="connsiteX134" fmla="*/ 5490486 w 11269336"/>
              <a:gd name="connsiteY134" fmla="*/ 1974227 h 2323145"/>
              <a:gd name="connsiteX135" fmla="*/ 5473107 w 11269336"/>
              <a:gd name="connsiteY135" fmla="*/ 1979001 h 2323145"/>
              <a:gd name="connsiteX136" fmla="*/ 5470885 w 11269336"/>
              <a:gd name="connsiteY136" fmla="*/ 1978432 h 2323145"/>
              <a:gd name="connsiteX137" fmla="*/ 5457393 w 11269336"/>
              <a:gd name="connsiteY137" fmla="*/ 1986525 h 2323145"/>
              <a:gd name="connsiteX138" fmla="*/ 5447102 w 11269336"/>
              <a:gd name="connsiteY138" fmla="*/ 1998329 h 2323145"/>
              <a:gd name="connsiteX139" fmla="*/ 5159151 w 11269336"/>
              <a:gd name="connsiteY139" fmla="*/ 2029640 h 2323145"/>
              <a:gd name="connsiteX140" fmla="*/ 5041688 w 11269336"/>
              <a:gd name="connsiteY140" fmla="*/ 2022334 h 2323145"/>
              <a:gd name="connsiteX141" fmla="*/ 4860988 w 11269336"/>
              <a:gd name="connsiteY141" fmla="*/ 2135698 h 2323145"/>
              <a:gd name="connsiteX142" fmla="*/ 4807902 w 11269336"/>
              <a:gd name="connsiteY142" fmla="*/ 2138894 h 2323145"/>
              <a:gd name="connsiteX143" fmla="*/ 4765388 w 11269336"/>
              <a:gd name="connsiteY143" fmla="*/ 2162525 h 2323145"/>
              <a:gd name="connsiteX144" fmla="*/ 4745033 w 11269336"/>
              <a:gd name="connsiteY144" fmla="*/ 2158859 h 2323145"/>
              <a:gd name="connsiteX145" fmla="*/ 4741475 w 11269336"/>
              <a:gd name="connsiteY145" fmla="*/ 2157998 h 2323145"/>
              <a:gd name="connsiteX146" fmla="*/ 4728247 w 11269336"/>
              <a:gd name="connsiteY146" fmla="*/ 2159526 h 2323145"/>
              <a:gd name="connsiteX147" fmla="*/ 4723263 w 11269336"/>
              <a:gd name="connsiteY147" fmla="*/ 2153742 h 2323145"/>
              <a:gd name="connsiteX148" fmla="*/ 4702453 w 11269336"/>
              <a:gd name="connsiteY148" fmla="*/ 2151586 h 2323145"/>
              <a:gd name="connsiteX149" fmla="*/ 4678455 w 11269336"/>
              <a:gd name="connsiteY149" fmla="*/ 2156131 h 2323145"/>
              <a:gd name="connsiteX150" fmla="*/ 4593061 w 11269336"/>
              <a:gd name="connsiteY150" fmla="*/ 2171597 h 2323145"/>
              <a:gd name="connsiteX151" fmla="*/ 4579902 w 11269336"/>
              <a:gd name="connsiteY151" fmla="*/ 2177927 h 2323145"/>
              <a:gd name="connsiteX152" fmla="*/ 4533444 w 11269336"/>
              <a:gd name="connsiteY152" fmla="*/ 2181200 h 2323145"/>
              <a:gd name="connsiteX153" fmla="*/ 4492832 w 11269336"/>
              <a:gd name="connsiteY153" fmla="*/ 2188033 h 2323145"/>
              <a:gd name="connsiteX154" fmla="*/ 4467257 w 11269336"/>
              <a:gd name="connsiteY154" fmla="*/ 2196121 h 2323145"/>
              <a:gd name="connsiteX155" fmla="*/ 4459937 w 11269336"/>
              <a:gd name="connsiteY155" fmla="*/ 2195182 h 2323145"/>
              <a:gd name="connsiteX156" fmla="*/ 4433312 w 11269336"/>
              <a:gd name="connsiteY156" fmla="*/ 2199004 h 2323145"/>
              <a:gd name="connsiteX157" fmla="*/ 4420601 w 11269336"/>
              <a:gd name="connsiteY157" fmla="*/ 2205158 h 2323145"/>
              <a:gd name="connsiteX158" fmla="*/ 4405765 w 11269336"/>
              <a:gd name="connsiteY158" fmla="*/ 2199902 h 2323145"/>
              <a:gd name="connsiteX159" fmla="*/ 4401354 w 11269336"/>
              <a:gd name="connsiteY159" fmla="*/ 2194745 h 2323145"/>
              <a:gd name="connsiteX160" fmla="*/ 4383151 w 11269336"/>
              <a:gd name="connsiteY160" fmla="*/ 2201140 h 2323145"/>
              <a:gd name="connsiteX161" fmla="*/ 4366646 w 11269336"/>
              <a:gd name="connsiteY161" fmla="*/ 2198564 h 2323145"/>
              <a:gd name="connsiteX162" fmla="*/ 4354009 w 11269336"/>
              <a:gd name="connsiteY162" fmla="*/ 2204984 h 2323145"/>
              <a:gd name="connsiteX163" fmla="*/ 4348284 w 11269336"/>
              <a:gd name="connsiteY163" fmla="*/ 2205270 h 2323145"/>
              <a:gd name="connsiteX164" fmla="*/ 4333906 w 11269336"/>
              <a:gd name="connsiteY164" fmla="*/ 2205251 h 2323145"/>
              <a:gd name="connsiteX165" fmla="*/ 4308819 w 11269336"/>
              <a:gd name="connsiteY165" fmla="*/ 2203822 h 2323145"/>
              <a:gd name="connsiteX166" fmla="*/ 4301210 w 11269336"/>
              <a:gd name="connsiteY166" fmla="*/ 2204456 h 2323145"/>
              <a:gd name="connsiteX167" fmla="*/ 4283095 w 11269336"/>
              <a:gd name="connsiteY167" fmla="*/ 2198177 h 2323145"/>
              <a:gd name="connsiteX168" fmla="*/ 4250119 w 11269336"/>
              <a:gd name="connsiteY168" fmla="*/ 2196342 h 2323145"/>
              <a:gd name="connsiteX169" fmla="*/ 4189203 w 11269336"/>
              <a:gd name="connsiteY169" fmla="*/ 2178994 h 2323145"/>
              <a:gd name="connsiteX170" fmla="*/ 4154035 w 11269336"/>
              <a:gd name="connsiteY170" fmla="*/ 2171950 h 2323145"/>
              <a:gd name="connsiteX171" fmla="*/ 4129569 w 11269336"/>
              <a:gd name="connsiteY171" fmla="*/ 2163850 h 2323145"/>
              <a:gd name="connsiteX172" fmla="*/ 4061250 w 11269336"/>
              <a:gd name="connsiteY172" fmla="*/ 2159236 h 2323145"/>
              <a:gd name="connsiteX173" fmla="*/ 3945480 w 11269336"/>
              <a:gd name="connsiteY173" fmla="*/ 2158279 h 2323145"/>
              <a:gd name="connsiteX174" fmla="*/ 3921468 w 11269336"/>
              <a:gd name="connsiteY174" fmla="*/ 2156588 h 2323145"/>
              <a:gd name="connsiteX175" fmla="*/ 3903348 w 11269336"/>
              <a:gd name="connsiteY175" fmla="*/ 2149220 h 2323145"/>
              <a:gd name="connsiteX176" fmla="*/ 3901342 w 11269336"/>
              <a:gd name="connsiteY176" fmla="*/ 2142355 h 2323145"/>
              <a:gd name="connsiteX177" fmla="*/ 3888539 w 11269336"/>
              <a:gd name="connsiteY177" fmla="*/ 2140476 h 2323145"/>
              <a:gd name="connsiteX178" fmla="*/ 3885662 w 11269336"/>
              <a:gd name="connsiteY178" fmla="*/ 2138740 h 2323145"/>
              <a:gd name="connsiteX179" fmla="*/ 3868627 w 11269336"/>
              <a:gd name="connsiteY179" fmla="*/ 2130023 h 2323145"/>
              <a:gd name="connsiteX180" fmla="*/ 3819177 w 11269336"/>
              <a:gd name="connsiteY180" fmla="*/ 2142111 h 2323145"/>
              <a:gd name="connsiteX181" fmla="*/ 3769100 w 11269336"/>
              <a:gd name="connsiteY181" fmla="*/ 2131731 h 2323145"/>
              <a:gd name="connsiteX182" fmla="*/ 3562752 w 11269336"/>
              <a:gd name="connsiteY182" fmla="*/ 2131785 h 2323145"/>
              <a:gd name="connsiteX183" fmla="*/ 3541402 w 11269336"/>
              <a:gd name="connsiteY183" fmla="*/ 2106821 h 2323145"/>
              <a:gd name="connsiteX184" fmla="*/ 3365341 w 11269336"/>
              <a:gd name="connsiteY184" fmla="*/ 2077638 h 2323145"/>
              <a:gd name="connsiteX185" fmla="*/ 3170922 w 11269336"/>
              <a:gd name="connsiteY185" fmla="*/ 2115957 h 2323145"/>
              <a:gd name="connsiteX186" fmla="*/ 3156256 w 11269336"/>
              <a:gd name="connsiteY186" fmla="*/ 2124773 h 2323145"/>
              <a:gd name="connsiteX187" fmla="*/ 3140298 w 11269336"/>
              <a:gd name="connsiteY187" fmla="*/ 2129182 h 2323145"/>
              <a:gd name="connsiteX188" fmla="*/ 3138514 w 11269336"/>
              <a:gd name="connsiteY188" fmla="*/ 2128069 h 2323145"/>
              <a:gd name="connsiteX189" fmla="*/ 3120467 w 11269336"/>
              <a:gd name="connsiteY189" fmla="*/ 2128281 h 2323145"/>
              <a:gd name="connsiteX190" fmla="*/ 3116175 w 11269336"/>
              <a:gd name="connsiteY190" fmla="*/ 2131633 h 2323145"/>
              <a:gd name="connsiteX191" fmla="*/ 3103685 w 11269336"/>
              <a:gd name="connsiteY191" fmla="*/ 2132814 h 2323145"/>
              <a:gd name="connsiteX192" fmla="*/ 3078794 w 11269336"/>
              <a:gd name="connsiteY192" fmla="*/ 2137935 h 2323145"/>
              <a:gd name="connsiteX193" fmla="*/ 3074407 w 11269336"/>
              <a:gd name="connsiteY193" fmla="*/ 2136274 h 2323145"/>
              <a:gd name="connsiteX194" fmla="*/ 3037285 w 11269336"/>
              <a:gd name="connsiteY194" fmla="*/ 2139919 h 2323145"/>
              <a:gd name="connsiteX195" fmla="*/ 3036901 w 11269336"/>
              <a:gd name="connsiteY195" fmla="*/ 2138726 h 2323145"/>
              <a:gd name="connsiteX196" fmla="*/ 3026996 w 11269336"/>
              <a:gd name="connsiteY196" fmla="*/ 2134322 h 2323145"/>
              <a:gd name="connsiteX197" fmla="*/ 3007772 w 11269336"/>
              <a:gd name="connsiteY197" fmla="*/ 2128742 h 2323145"/>
              <a:gd name="connsiteX198" fmla="*/ 2965030 w 11269336"/>
              <a:gd name="connsiteY198" fmla="*/ 2100494 h 2323145"/>
              <a:gd name="connsiteX199" fmla="*/ 2926342 w 11269336"/>
              <a:gd name="connsiteY199" fmla="*/ 2104155 h 2323145"/>
              <a:gd name="connsiteX200" fmla="*/ 2918608 w 11269336"/>
              <a:gd name="connsiteY200" fmla="*/ 2104215 h 2323145"/>
              <a:gd name="connsiteX201" fmla="*/ 2918475 w 11269336"/>
              <a:gd name="connsiteY201" fmla="*/ 2103937 h 2323145"/>
              <a:gd name="connsiteX202" fmla="*/ 2910360 w 11269336"/>
              <a:gd name="connsiteY202" fmla="*/ 2103444 h 2323145"/>
              <a:gd name="connsiteX203" fmla="*/ 2904507 w 11269336"/>
              <a:gd name="connsiteY203" fmla="*/ 2104326 h 2323145"/>
              <a:gd name="connsiteX204" fmla="*/ 2889503 w 11269336"/>
              <a:gd name="connsiteY204" fmla="*/ 2104443 h 2323145"/>
              <a:gd name="connsiteX205" fmla="*/ 2884480 w 11269336"/>
              <a:gd name="connsiteY205" fmla="*/ 2102626 h 2323145"/>
              <a:gd name="connsiteX206" fmla="*/ 2882689 w 11269336"/>
              <a:gd name="connsiteY206" fmla="*/ 2099228 h 2323145"/>
              <a:gd name="connsiteX207" fmla="*/ 2881291 w 11269336"/>
              <a:gd name="connsiteY207" fmla="*/ 2099618 h 2323145"/>
              <a:gd name="connsiteX208" fmla="*/ 2853979 w 11269336"/>
              <a:gd name="connsiteY208" fmla="*/ 2090388 h 2323145"/>
              <a:gd name="connsiteX209" fmla="*/ 2791790 w 11269336"/>
              <a:gd name="connsiteY209" fmla="*/ 2080332 h 2323145"/>
              <a:gd name="connsiteX210" fmla="*/ 2755844 w 11269336"/>
              <a:gd name="connsiteY210" fmla="*/ 2078874 h 2323145"/>
              <a:gd name="connsiteX211" fmla="*/ 2657742 w 11269336"/>
              <a:gd name="connsiteY211" fmla="*/ 2070179 h 2323145"/>
              <a:gd name="connsiteX212" fmla="*/ 2559549 w 11269336"/>
              <a:gd name="connsiteY212" fmla="*/ 2057873 h 2323145"/>
              <a:gd name="connsiteX213" fmla="*/ 2512054 w 11269336"/>
              <a:gd name="connsiteY213" fmla="*/ 2031671 h 2323145"/>
              <a:gd name="connsiteX214" fmla="*/ 2506437 w 11269336"/>
              <a:gd name="connsiteY214" fmla="*/ 2030918 h 2323145"/>
              <a:gd name="connsiteX215" fmla="*/ 2491752 w 11269336"/>
              <a:gd name="connsiteY215" fmla="*/ 2033906 h 2323145"/>
              <a:gd name="connsiteX216" fmla="*/ 2486338 w 11269336"/>
              <a:gd name="connsiteY216" fmla="*/ 2035862 h 2323145"/>
              <a:gd name="connsiteX217" fmla="*/ 2478186 w 11269336"/>
              <a:gd name="connsiteY217" fmla="*/ 2036953 h 2323145"/>
              <a:gd name="connsiteX218" fmla="*/ 2477950 w 11269336"/>
              <a:gd name="connsiteY218" fmla="*/ 2036715 h 2323145"/>
              <a:gd name="connsiteX219" fmla="*/ 2470381 w 11269336"/>
              <a:gd name="connsiteY219" fmla="*/ 2038256 h 2323145"/>
              <a:gd name="connsiteX220" fmla="*/ 2433781 w 11269336"/>
              <a:gd name="connsiteY220" fmla="*/ 2049140 h 2323145"/>
              <a:gd name="connsiteX221" fmla="*/ 2381172 w 11269336"/>
              <a:gd name="connsiteY221" fmla="*/ 2030645 h 2323145"/>
              <a:gd name="connsiteX222" fmla="*/ 2360198 w 11269336"/>
              <a:gd name="connsiteY222" fmla="*/ 2029059 h 2323145"/>
              <a:gd name="connsiteX223" fmla="*/ 2348815 w 11269336"/>
              <a:gd name="connsiteY223" fmla="*/ 2026798 h 2323145"/>
              <a:gd name="connsiteX224" fmla="*/ 2347988 w 11269336"/>
              <a:gd name="connsiteY224" fmla="*/ 2025745 h 2323145"/>
              <a:gd name="connsiteX225" fmla="*/ 2312920 w 11269336"/>
              <a:gd name="connsiteY225" fmla="*/ 2036311 h 2323145"/>
              <a:gd name="connsiteX226" fmla="*/ 2307986 w 11269336"/>
              <a:gd name="connsiteY226" fmla="*/ 2035583 h 2323145"/>
              <a:gd name="connsiteX227" fmla="*/ 2285481 w 11269336"/>
              <a:gd name="connsiteY227" fmla="*/ 2045197 h 2323145"/>
              <a:gd name="connsiteX228" fmla="*/ 2273666 w 11269336"/>
              <a:gd name="connsiteY228" fmla="*/ 2048710 h 2323145"/>
              <a:gd name="connsiteX229" fmla="*/ 2270719 w 11269336"/>
              <a:gd name="connsiteY229" fmla="*/ 2052702 h 2323145"/>
              <a:gd name="connsiteX230" fmla="*/ 2253080 w 11269336"/>
              <a:gd name="connsiteY230" fmla="*/ 2056363 h 2323145"/>
              <a:gd name="connsiteX231" fmla="*/ 2250906 w 11269336"/>
              <a:gd name="connsiteY231" fmla="*/ 2055654 h 2323145"/>
              <a:gd name="connsiteX232" fmla="*/ 2236905 w 11269336"/>
              <a:gd name="connsiteY232" fmla="*/ 2062882 h 2323145"/>
              <a:gd name="connsiteX233" fmla="*/ 2225830 w 11269336"/>
              <a:gd name="connsiteY233" fmla="*/ 2074027 h 2323145"/>
              <a:gd name="connsiteX234" fmla="*/ 2073776 w 11269336"/>
              <a:gd name="connsiteY234" fmla="*/ 2089244 h 2323145"/>
              <a:gd name="connsiteX235" fmla="*/ 1948256 w 11269336"/>
              <a:gd name="connsiteY235" fmla="*/ 2146616 h 2323145"/>
              <a:gd name="connsiteX236" fmla="*/ 1865582 w 11269336"/>
              <a:gd name="connsiteY236" fmla="*/ 2153738 h 2323145"/>
              <a:gd name="connsiteX237" fmla="*/ 1835210 w 11269336"/>
              <a:gd name="connsiteY237" fmla="*/ 2134244 h 2323145"/>
              <a:gd name="connsiteX238" fmla="*/ 1632661 w 11269336"/>
              <a:gd name="connsiteY238" fmla="*/ 2173882 h 2323145"/>
              <a:gd name="connsiteX239" fmla="*/ 1579590 w 11269336"/>
              <a:gd name="connsiteY239" fmla="*/ 2173680 h 2323145"/>
              <a:gd name="connsiteX240" fmla="*/ 1535601 w 11269336"/>
              <a:gd name="connsiteY240" fmla="*/ 2194590 h 2323145"/>
              <a:gd name="connsiteX241" fmla="*/ 1515594 w 11269336"/>
              <a:gd name="connsiteY241" fmla="*/ 2189622 h 2323145"/>
              <a:gd name="connsiteX242" fmla="*/ 1512113 w 11269336"/>
              <a:gd name="connsiteY242" fmla="*/ 2188534 h 2323145"/>
              <a:gd name="connsiteX243" fmla="*/ 1498838 w 11269336"/>
              <a:gd name="connsiteY243" fmla="*/ 2189213 h 2323145"/>
              <a:gd name="connsiteX244" fmla="*/ 1494279 w 11269336"/>
              <a:gd name="connsiteY244" fmla="*/ 2183112 h 2323145"/>
              <a:gd name="connsiteX245" fmla="*/ 1473714 w 11269336"/>
              <a:gd name="connsiteY245" fmla="*/ 2179625 h 2323145"/>
              <a:gd name="connsiteX246" fmla="*/ 1449503 w 11269336"/>
              <a:gd name="connsiteY246" fmla="*/ 2182633 h 2323145"/>
              <a:gd name="connsiteX247" fmla="*/ 1266687 w 11269336"/>
              <a:gd name="connsiteY247" fmla="*/ 2212688 h 2323145"/>
              <a:gd name="connsiteX248" fmla="*/ 1239614 w 11269336"/>
              <a:gd name="connsiteY248" fmla="*/ 2209727 h 2323145"/>
              <a:gd name="connsiteX249" fmla="*/ 1202436 w 11269336"/>
              <a:gd name="connsiteY249" fmla="*/ 2209817 h 2323145"/>
              <a:gd name="connsiteX250" fmla="*/ 1136097 w 11269336"/>
              <a:gd name="connsiteY250" fmla="*/ 2205112 h 2323145"/>
              <a:gd name="connsiteX251" fmla="*/ 988232 w 11269336"/>
              <a:gd name="connsiteY251" fmla="*/ 2235635 h 2323145"/>
              <a:gd name="connsiteX252" fmla="*/ 981959 w 11269336"/>
              <a:gd name="connsiteY252" fmla="*/ 2231607 h 2323145"/>
              <a:gd name="connsiteX253" fmla="*/ 938600 w 11269336"/>
              <a:gd name="connsiteY253" fmla="*/ 2238113 h 2323145"/>
              <a:gd name="connsiteX254" fmla="*/ 791788 w 11269336"/>
              <a:gd name="connsiteY254" fmla="*/ 2293224 h 2323145"/>
              <a:gd name="connsiteX255" fmla="*/ 706914 w 11269336"/>
              <a:gd name="connsiteY255" fmla="*/ 2305046 h 2323145"/>
              <a:gd name="connsiteX256" fmla="*/ 675971 w 11269336"/>
              <a:gd name="connsiteY256" fmla="*/ 2304030 h 2323145"/>
              <a:gd name="connsiteX257" fmla="*/ 624180 w 11269336"/>
              <a:gd name="connsiteY257" fmla="*/ 2302650 h 2323145"/>
              <a:gd name="connsiteX258" fmla="*/ 583453 w 11269336"/>
              <a:gd name="connsiteY258" fmla="*/ 2288788 h 2323145"/>
              <a:gd name="connsiteX259" fmla="*/ 540946 w 11269336"/>
              <a:gd name="connsiteY259" fmla="*/ 2292721 h 2323145"/>
              <a:gd name="connsiteX260" fmla="*/ 533680 w 11269336"/>
              <a:gd name="connsiteY260" fmla="*/ 2310233 h 2323145"/>
              <a:gd name="connsiteX261" fmla="*/ 487366 w 11269336"/>
              <a:gd name="connsiteY261" fmla="*/ 2309053 h 2323145"/>
              <a:gd name="connsiteX262" fmla="*/ 416820 w 11269336"/>
              <a:gd name="connsiteY262" fmla="*/ 2305443 h 2323145"/>
              <a:gd name="connsiteX263" fmla="*/ 376805 w 11269336"/>
              <a:gd name="connsiteY263" fmla="*/ 2307647 h 2323145"/>
              <a:gd name="connsiteX264" fmla="*/ 266777 w 11269336"/>
              <a:gd name="connsiteY264" fmla="*/ 2309012 h 2323145"/>
              <a:gd name="connsiteX265" fmla="*/ 156013 w 11269336"/>
              <a:gd name="connsiteY265" fmla="*/ 2306832 h 2323145"/>
              <a:gd name="connsiteX266" fmla="*/ 87258 w 11269336"/>
              <a:gd name="connsiteY266" fmla="*/ 2285511 h 2323145"/>
              <a:gd name="connsiteX267" fmla="*/ 23798 w 11269336"/>
              <a:gd name="connsiteY267" fmla="*/ 2281822 h 2323145"/>
              <a:gd name="connsiteX268" fmla="*/ 0 w 11269336"/>
              <a:gd name="connsiteY268" fmla="*/ 2285369 h 2323145"/>
              <a:gd name="connsiteX269" fmla="*/ 0 w 11269336"/>
              <a:gd name="connsiteY269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742561 w 11269336"/>
              <a:gd name="connsiteY18" fmla="*/ 500437 h 2323145"/>
              <a:gd name="connsiteX19" fmla="*/ 9561831 w 11269336"/>
              <a:gd name="connsiteY19" fmla="*/ 547649 h 2323145"/>
              <a:gd name="connsiteX20" fmla="*/ 9380600 w 11269336"/>
              <a:gd name="connsiteY20" fmla="*/ 549821 h 2323145"/>
              <a:gd name="connsiteX21" fmla="*/ 9139429 w 11269336"/>
              <a:gd name="connsiteY21" fmla="*/ 696446 h 2323145"/>
              <a:gd name="connsiteX22" fmla="*/ 9114263 w 11269336"/>
              <a:gd name="connsiteY22" fmla="*/ 709213 h 2323145"/>
              <a:gd name="connsiteX23" fmla="*/ 9028928 w 11269336"/>
              <a:gd name="connsiteY23" fmla="*/ 745350 h 2323145"/>
              <a:gd name="connsiteX24" fmla="*/ 8977138 w 11269336"/>
              <a:gd name="connsiteY24" fmla="*/ 774970 h 2323145"/>
              <a:gd name="connsiteX25" fmla="*/ 8947030 w 11269336"/>
              <a:gd name="connsiteY25" fmla="*/ 814934 h 2323145"/>
              <a:gd name="connsiteX26" fmla="*/ 8914746 w 11269336"/>
              <a:gd name="connsiteY26" fmla="*/ 826428 h 2323145"/>
              <a:gd name="connsiteX27" fmla="*/ 8917778 w 11269336"/>
              <a:gd name="connsiteY27" fmla="*/ 835198 h 2323145"/>
              <a:gd name="connsiteX28" fmla="*/ 8905560 w 11269336"/>
              <a:gd name="connsiteY28" fmla="*/ 838358 h 2323145"/>
              <a:gd name="connsiteX29" fmla="*/ 8897564 w 11269336"/>
              <a:gd name="connsiteY29" fmla="*/ 834287 h 2323145"/>
              <a:gd name="connsiteX30" fmla="*/ 8878040 w 11269336"/>
              <a:gd name="connsiteY30" fmla="*/ 844150 h 2323145"/>
              <a:gd name="connsiteX31" fmla="*/ 8882654 w 11269336"/>
              <a:gd name="connsiteY31" fmla="*/ 892768 h 2323145"/>
              <a:gd name="connsiteX32" fmla="*/ 8837498 w 11269336"/>
              <a:gd name="connsiteY32" fmla="*/ 885664 h 2323145"/>
              <a:gd name="connsiteX33" fmla="*/ 8795998 w 11269336"/>
              <a:gd name="connsiteY33" fmla="*/ 863337 h 2323145"/>
              <a:gd name="connsiteX34" fmla="*/ 8776970 w 11269336"/>
              <a:gd name="connsiteY34" fmla="*/ 885177 h 2323145"/>
              <a:gd name="connsiteX35" fmla="*/ 8755719 w 11269336"/>
              <a:gd name="connsiteY35" fmla="*/ 889754 h 2323145"/>
              <a:gd name="connsiteX36" fmla="*/ 8743257 w 11269336"/>
              <a:gd name="connsiteY36" fmla="*/ 904723 h 2323145"/>
              <a:gd name="connsiteX37" fmla="*/ 8721366 w 11269336"/>
              <a:gd name="connsiteY37" fmla="*/ 904711 h 2323145"/>
              <a:gd name="connsiteX38" fmla="*/ 8678353 w 11269336"/>
              <a:gd name="connsiteY38" fmla="*/ 926318 h 2323145"/>
              <a:gd name="connsiteX39" fmla="*/ 8636849 w 11269336"/>
              <a:gd name="connsiteY39" fmla="*/ 937900 h 2323145"/>
              <a:gd name="connsiteX40" fmla="*/ 8620213 w 11269336"/>
              <a:gd name="connsiteY40" fmla="*/ 943068 h 2323145"/>
              <a:gd name="connsiteX41" fmla="*/ 8612581 w 11269336"/>
              <a:gd name="connsiteY41" fmla="*/ 952695 h 2323145"/>
              <a:gd name="connsiteX42" fmla="*/ 8589038 w 11269336"/>
              <a:gd name="connsiteY42" fmla="*/ 963892 h 2323145"/>
              <a:gd name="connsiteX43" fmla="*/ 8579950 w 11269336"/>
              <a:gd name="connsiteY43" fmla="*/ 960899 h 2323145"/>
              <a:gd name="connsiteX44" fmla="*/ 8579319 w 11269336"/>
              <a:gd name="connsiteY44" fmla="*/ 965630 h 2323145"/>
              <a:gd name="connsiteX45" fmla="*/ 8547429 w 11269336"/>
              <a:gd name="connsiteY45" fmla="*/ 984506 h 2323145"/>
              <a:gd name="connsiteX46" fmla="*/ 8478704 w 11269336"/>
              <a:gd name="connsiteY46" fmla="*/ 1025490 h 2323145"/>
              <a:gd name="connsiteX47" fmla="*/ 8461421 w 11269336"/>
              <a:gd name="connsiteY47" fmla="*/ 1035512 h 2323145"/>
              <a:gd name="connsiteX48" fmla="*/ 8445003 w 11269336"/>
              <a:gd name="connsiteY48" fmla="*/ 1036851 h 2323145"/>
              <a:gd name="connsiteX49" fmla="*/ 8357350 w 11269336"/>
              <a:gd name="connsiteY49" fmla="*/ 1060213 h 2323145"/>
              <a:gd name="connsiteX50" fmla="*/ 8335565 w 11269336"/>
              <a:gd name="connsiteY50" fmla="*/ 1061151 h 2323145"/>
              <a:gd name="connsiteX51" fmla="*/ 8325267 w 11269336"/>
              <a:gd name="connsiteY51" fmla="*/ 1055919 h 2323145"/>
              <a:gd name="connsiteX52" fmla="*/ 8293586 w 11269336"/>
              <a:gd name="connsiteY52" fmla="*/ 1076144 h 2323145"/>
              <a:gd name="connsiteX53" fmla="*/ 8242405 w 11269336"/>
              <a:gd name="connsiteY53" fmla="*/ 1095960 h 2323145"/>
              <a:gd name="connsiteX54" fmla="*/ 8197391 w 11269336"/>
              <a:gd name="connsiteY54" fmla="*/ 1107746 h 2323145"/>
              <a:gd name="connsiteX55" fmla="*/ 8081474 w 11269336"/>
              <a:gd name="connsiteY55" fmla="*/ 1130125 h 2323145"/>
              <a:gd name="connsiteX56" fmla="*/ 8053585 w 11269336"/>
              <a:gd name="connsiteY56" fmla="*/ 1129169 h 2323145"/>
              <a:gd name="connsiteX57" fmla="*/ 8038422 w 11269336"/>
              <a:gd name="connsiteY57" fmla="*/ 1119092 h 2323145"/>
              <a:gd name="connsiteX58" fmla="*/ 8029450 w 11269336"/>
              <a:gd name="connsiteY58" fmla="*/ 1125592 h 2323145"/>
              <a:gd name="connsiteX59" fmla="*/ 7959552 w 11269336"/>
              <a:gd name="connsiteY59" fmla="*/ 1140188 h 2323145"/>
              <a:gd name="connsiteX60" fmla="*/ 7914188 w 11269336"/>
              <a:gd name="connsiteY60" fmla="*/ 1150862 h 2323145"/>
              <a:gd name="connsiteX61" fmla="*/ 7914918 w 11269336"/>
              <a:gd name="connsiteY61" fmla="*/ 1168758 h 2323145"/>
              <a:gd name="connsiteX62" fmla="*/ 7875510 w 11269336"/>
              <a:gd name="connsiteY62" fmla="*/ 1183153 h 2323145"/>
              <a:gd name="connsiteX63" fmla="*/ 7829932 w 11269336"/>
              <a:gd name="connsiteY63" fmla="*/ 1180782 h 2323145"/>
              <a:gd name="connsiteX64" fmla="*/ 7779182 w 11269336"/>
              <a:gd name="connsiteY64" fmla="*/ 1192665 h 2323145"/>
              <a:gd name="connsiteX65" fmla="*/ 7748774 w 11269336"/>
              <a:gd name="connsiteY65" fmla="*/ 1199586 h 2323145"/>
              <a:gd name="connsiteX66" fmla="*/ 7671846 w 11269336"/>
              <a:gd name="connsiteY66" fmla="*/ 1231966 h 2323145"/>
              <a:gd name="connsiteX67" fmla="*/ 7554146 w 11269336"/>
              <a:gd name="connsiteY67" fmla="*/ 1319748 h 2323145"/>
              <a:gd name="connsiteX68" fmla="*/ 7515052 w 11269336"/>
              <a:gd name="connsiteY68" fmla="*/ 1336718 h 2323145"/>
              <a:gd name="connsiteX69" fmla="*/ 7507193 w 11269336"/>
              <a:gd name="connsiteY69" fmla="*/ 1334617 h 2323145"/>
              <a:gd name="connsiteX70" fmla="*/ 7461694 w 11269336"/>
              <a:gd name="connsiteY70" fmla="*/ 1375866 h 2323145"/>
              <a:gd name="connsiteX71" fmla="*/ 7377571 w 11269336"/>
              <a:gd name="connsiteY71" fmla="*/ 1400128 h 2323145"/>
              <a:gd name="connsiteX72" fmla="*/ 7311261 w 11269336"/>
              <a:gd name="connsiteY72" fmla="*/ 1412652 h 2323145"/>
              <a:gd name="connsiteX73" fmla="*/ 7275307 w 11269336"/>
              <a:gd name="connsiteY73" fmla="*/ 1422171 h 2323145"/>
              <a:gd name="connsiteX74" fmla="*/ 7247783 w 11269336"/>
              <a:gd name="connsiteY74" fmla="*/ 1426330 h 2323145"/>
              <a:gd name="connsiteX75" fmla="*/ 7185047 w 11269336"/>
              <a:gd name="connsiteY75" fmla="*/ 1451812 h 2323145"/>
              <a:gd name="connsiteX76" fmla="*/ 7084117 w 11269336"/>
              <a:gd name="connsiteY76" fmla="*/ 1500281 h 2323145"/>
              <a:gd name="connsiteX77" fmla="*/ 7062011 w 11269336"/>
              <a:gd name="connsiteY77" fmla="*/ 1509183 h 2323145"/>
              <a:gd name="connsiteX78" fmla="*/ 7040555 w 11269336"/>
              <a:gd name="connsiteY78" fmla="*/ 1511207 h 2323145"/>
              <a:gd name="connsiteX79" fmla="*/ 7033438 w 11269336"/>
              <a:gd name="connsiteY79" fmla="*/ 1506772 h 2323145"/>
              <a:gd name="connsiteX80" fmla="*/ 7020886 w 11269336"/>
              <a:gd name="connsiteY80" fmla="*/ 1510764 h 2323145"/>
              <a:gd name="connsiteX81" fmla="*/ 7017033 w 11269336"/>
              <a:gd name="connsiteY81" fmla="*/ 1510650 h 2323145"/>
              <a:gd name="connsiteX82" fmla="*/ 6995460 w 11269336"/>
              <a:gd name="connsiteY82" fmla="*/ 1511173 h 2323145"/>
              <a:gd name="connsiteX83" fmla="*/ 6962144 w 11269336"/>
              <a:gd name="connsiteY83" fmla="*/ 1541508 h 2323145"/>
              <a:gd name="connsiteX84" fmla="*/ 6910674 w 11269336"/>
              <a:gd name="connsiteY84" fmla="*/ 1554793 h 2323145"/>
              <a:gd name="connsiteX85" fmla="*/ 6732152 w 11269336"/>
              <a:gd name="connsiteY85" fmla="*/ 1642538 h 2323145"/>
              <a:gd name="connsiteX86" fmla="*/ 6694106 w 11269336"/>
              <a:gd name="connsiteY86" fmla="*/ 1632377 h 2323145"/>
              <a:gd name="connsiteX87" fmla="*/ 6617223 w 11269336"/>
              <a:gd name="connsiteY87" fmla="*/ 1659889 h 2323145"/>
              <a:gd name="connsiteX88" fmla="*/ 6521138 w 11269336"/>
              <a:gd name="connsiteY88" fmla="*/ 1744340 h 2323145"/>
              <a:gd name="connsiteX89" fmla="*/ 6380677 w 11269336"/>
              <a:gd name="connsiteY89" fmla="*/ 1796883 h 2323145"/>
              <a:gd name="connsiteX90" fmla="*/ 6374897 w 11269336"/>
              <a:gd name="connsiteY90" fmla="*/ 1809910 h 2323145"/>
              <a:gd name="connsiteX91" fmla="*/ 6364545 w 11269336"/>
              <a:gd name="connsiteY91" fmla="*/ 1820090 h 2323145"/>
              <a:gd name="connsiteX92" fmla="*/ 6362126 w 11269336"/>
              <a:gd name="connsiteY92" fmla="*/ 1819991 h 2323145"/>
              <a:gd name="connsiteX93" fmla="*/ 6346673 w 11269336"/>
              <a:gd name="connsiteY93" fmla="*/ 1827824 h 2323145"/>
              <a:gd name="connsiteX94" fmla="*/ 6345588 w 11269336"/>
              <a:gd name="connsiteY94" fmla="*/ 1832232 h 2323145"/>
              <a:gd name="connsiteX95" fmla="*/ 6335708 w 11269336"/>
              <a:gd name="connsiteY95" fmla="*/ 1838451 h 2323145"/>
              <a:gd name="connsiteX96" fmla="*/ 6318182 w 11269336"/>
              <a:gd name="connsiteY96" fmla="*/ 1852975 h 2323145"/>
              <a:gd name="connsiteX97" fmla="*/ 6313084 w 11269336"/>
              <a:gd name="connsiteY97" fmla="*/ 1853561 h 2323145"/>
              <a:gd name="connsiteX98" fmla="*/ 6283816 w 11269336"/>
              <a:gd name="connsiteY98" fmla="*/ 1872148 h 2323145"/>
              <a:gd name="connsiteX99" fmla="*/ 6282550 w 11269336"/>
              <a:gd name="connsiteY99" fmla="*/ 1871392 h 2323145"/>
              <a:gd name="connsiteX100" fmla="*/ 6270527 w 11269336"/>
              <a:gd name="connsiteY100" fmla="*/ 1872208 h 2323145"/>
              <a:gd name="connsiteX101" fmla="*/ 6249518 w 11269336"/>
              <a:gd name="connsiteY101" fmla="*/ 1876079 h 2323145"/>
              <a:gd name="connsiteX102" fmla="*/ 6190386 w 11269336"/>
              <a:gd name="connsiteY102" fmla="*/ 1872478 h 2323145"/>
              <a:gd name="connsiteX103" fmla="*/ 6159777 w 11269336"/>
              <a:gd name="connsiteY103" fmla="*/ 1891745 h 2323145"/>
              <a:gd name="connsiteX104" fmla="*/ 6153131 w 11269336"/>
              <a:gd name="connsiteY104" fmla="*/ 1895079 h 2323145"/>
              <a:gd name="connsiteX105" fmla="*/ 6152798 w 11269336"/>
              <a:gd name="connsiteY105" fmla="*/ 1894920 h 2323145"/>
              <a:gd name="connsiteX106" fmla="*/ 6145388 w 11269336"/>
              <a:gd name="connsiteY106" fmla="*/ 1897990 h 2323145"/>
              <a:gd name="connsiteX107" fmla="*/ 6141014 w 11269336"/>
              <a:gd name="connsiteY107" fmla="*/ 1901155 h 2323145"/>
              <a:gd name="connsiteX108" fmla="*/ 6128122 w 11269336"/>
              <a:gd name="connsiteY108" fmla="*/ 1907623 h 2323145"/>
              <a:gd name="connsiteX109" fmla="*/ 6122351 w 11269336"/>
              <a:gd name="connsiteY109" fmla="*/ 1908359 h 2323145"/>
              <a:gd name="connsiteX110" fmla="*/ 6064750 w 11269336"/>
              <a:gd name="connsiteY110" fmla="*/ 1896394 h 2323145"/>
              <a:gd name="connsiteX111" fmla="*/ 5964230 w 11269336"/>
              <a:gd name="connsiteY111" fmla="*/ 1910038 h 2323145"/>
              <a:gd name="connsiteX112" fmla="*/ 5865399 w 11269336"/>
              <a:gd name="connsiteY112" fmla="*/ 1926966 h 2323145"/>
              <a:gd name="connsiteX113" fmla="*/ 5829951 w 11269336"/>
              <a:gd name="connsiteY113" fmla="*/ 1934755 h 2323145"/>
              <a:gd name="connsiteX114" fmla="*/ 5765285 w 11269336"/>
              <a:gd name="connsiteY114" fmla="*/ 1941322 h 2323145"/>
              <a:gd name="connsiteX115" fmla="*/ 5734750 w 11269336"/>
              <a:gd name="connsiteY115" fmla="*/ 1939793 h 2323145"/>
              <a:gd name="connsiteX116" fmla="*/ 5733569 w 11269336"/>
              <a:gd name="connsiteY116" fmla="*/ 1940505 h 2323145"/>
              <a:gd name="connsiteX117" fmla="*/ 5730329 w 11269336"/>
              <a:gd name="connsiteY117" fmla="*/ 1937845 h 2323145"/>
              <a:gd name="connsiteX118" fmla="*/ 5724661 w 11269336"/>
              <a:gd name="connsiteY118" fmla="*/ 1937455 h 2323145"/>
              <a:gd name="connsiteX119" fmla="*/ 5710186 w 11269336"/>
              <a:gd name="connsiteY119" fmla="*/ 1941370 h 2323145"/>
              <a:gd name="connsiteX120" fmla="*/ 5704910 w 11269336"/>
              <a:gd name="connsiteY120" fmla="*/ 1943663 h 2323145"/>
              <a:gd name="connsiteX121" fmla="*/ 5696836 w 11269336"/>
              <a:gd name="connsiteY121" fmla="*/ 1945271 h 2323145"/>
              <a:gd name="connsiteX122" fmla="*/ 5696583 w 11269336"/>
              <a:gd name="connsiteY122" fmla="*/ 1945050 h 2323145"/>
              <a:gd name="connsiteX123" fmla="*/ 5689123 w 11269336"/>
              <a:gd name="connsiteY123" fmla="*/ 1947067 h 2323145"/>
              <a:gd name="connsiteX124" fmla="*/ 5653291 w 11269336"/>
              <a:gd name="connsiteY124" fmla="*/ 1960245 h 2323145"/>
              <a:gd name="connsiteX125" fmla="*/ 5599385 w 11269336"/>
              <a:gd name="connsiteY125" fmla="*/ 1945198 h 2323145"/>
              <a:gd name="connsiteX126" fmla="*/ 5578300 w 11269336"/>
              <a:gd name="connsiteY126" fmla="*/ 1944963 h 2323145"/>
              <a:gd name="connsiteX127" fmla="*/ 5566758 w 11269336"/>
              <a:gd name="connsiteY127" fmla="*/ 1943441 h 2323145"/>
              <a:gd name="connsiteX128" fmla="*/ 5565857 w 11269336"/>
              <a:gd name="connsiteY128" fmla="*/ 1942445 h 2323145"/>
              <a:gd name="connsiteX129" fmla="*/ 5531534 w 11269336"/>
              <a:gd name="connsiteY129" fmla="*/ 1955208 h 2323145"/>
              <a:gd name="connsiteX130" fmla="*/ 5526552 w 11269336"/>
              <a:gd name="connsiteY130" fmla="*/ 1954799 h 2323145"/>
              <a:gd name="connsiteX131" fmla="*/ 5504723 w 11269336"/>
              <a:gd name="connsiteY131" fmla="*/ 1965811 h 2323145"/>
              <a:gd name="connsiteX132" fmla="*/ 5493156 w 11269336"/>
              <a:gd name="connsiteY132" fmla="*/ 1970063 h 2323145"/>
              <a:gd name="connsiteX133" fmla="*/ 5490486 w 11269336"/>
              <a:gd name="connsiteY133" fmla="*/ 1974227 h 2323145"/>
              <a:gd name="connsiteX134" fmla="*/ 5473107 w 11269336"/>
              <a:gd name="connsiteY134" fmla="*/ 1979001 h 2323145"/>
              <a:gd name="connsiteX135" fmla="*/ 5470885 w 11269336"/>
              <a:gd name="connsiteY135" fmla="*/ 1978432 h 2323145"/>
              <a:gd name="connsiteX136" fmla="*/ 5457393 w 11269336"/>
              <a:gd name="connsiteY136" fmla="*/ 1986525 h 2323145"/>
              <a:gd name="connsiteX137" fmla="*/ 5447102 w 11269336"/>
              <a:gd name="connsiteY137" fmla="*/ 1998329 h 2323145"/>
              <a:gd name="connsiteX138" fmla="*/ 5159151 w 11269336"/>
              <a:gd name="connsiteY138" fmla="*/ 2029640 h 2323145"/>
              <a:gd name="connsiteX139" fmla="*/ 5041688 w 11269336"/>
              <a:gd name="connsiteY139" fmla="*/ 2022334 h 2323145"/>
              <a:gd name="connsiteX140" fmla="*/ 4860988 w 11269336"/>
              <a:gd name="connsiteY140" fmla="*/ 2135698 h 2323145"/>
              <a:gd name="connsiteX141" fmla="*/ 4807902 w 11269336"/>
              <a:gd name="connsiteY141" fmla="*/ 2138894 h 2323145"/>
              <a:gd name="connsiteX142" fmla="*/ 4765388 w 11269336"/>
              <a:gd name="connsiteY142" fmla="*/ 2162525 h 2323145"/>
              <a:gd name="connsiteX143" fmla="*/ 4745033 w 11269336"/>
              <a:gd name="connsiteY143" fmla="*/ 2158859 h 2323145"/>
              <a:gd name="connsiteX144" fmla="*/ 4741475 w 11269336"/>
              <a:gd name="connsiteY144" fmla="*/ 2157998 h 2323145"/>
              <a:gd name="connsiteX145" fmla="*/ 4728247 w 11269336"/>
              <a:gd name="connsiteY145" fmla="*/ 2159526 h 2323145"/>
              <a:gd name="connsiteX146" fmla="*/ 4723263 w 11269336"/>
              <a:gd name="connsiteY146" fmla="*/ 2153742 h 2323145"/>
              <a:gd name="connsiteX147" fmla="*/ 4702453 w 11269336"/>
              <a:gd name="connsiteY147" fmla="*/ 2151586 h 2323145"/>
              <a:gd name="connsiteX148" fmla="*/ 4678455 w 11269336"/>
              <a:gd name="connsiteY148" fmla="*/ 2156131 h 2323145"/>
              <a:gd name="connsiteX149" fmla="*/ 4593061 w 11269336"/>
              <a:gd name="connsiteY149" fmla="*/ 2171597 h 2323145"/>
              <a:gd name="connsiteX150" fmla="*/ 4579902 w 11269336"/>
              <a:gd name="connsiteY150" fmla="*/ 2177927 h 2323145"/>
              <a:gd name="connsiteX151" fmla="*/ 4533444 w 11269336"/>
              <a:gd name="connsiteY151" fmla="*/ 2181200 h 2323145"/>
              <a:gd name="connsiteX152" fmla="*/ 4492832 w 11269336"/>
              <a:gd name="connsiteY152" fmla="*/ 2188033 h 2323145"/>
              <a:gd name="connsiteX153" fmla="*/ 4467257 w 11269336"/>
              <a:gd name="connsiteY153" fmla="*/ 2196121 h 2323145"/>
              <a:gd name="connsiteX154" fmla="*/ 4459937 w 11269336"/>
              <a:gd name="connsiteY154" fmla="*/ 2195182 h 2323145"/>
              <a:gd name="connsiteX155" fmla="*/ 4433312 w 11269336"/>
              <a:gd name="connsiteY155" fmla="*/ 2199004 h 2323145"/>
              <a:gd name="connsiteX156" fmla="*/ 4420601 w 11269336"/>
              <a:gd name="connsiteY156" fmla="*/ 2205158 h 2323145"/>
              <a:gd name="connsiteX157" fmla="*/ 4405765 w 11269336"/>
              <a:gd name="connsiteY157" fmla="*/ 2199902 h 2323145"/>
              <a:gd name="connsiteX158" fmla="*/ 4401354 w 11269336"/>
              <a:gd name="connsiteY158" fmla="*/ 2194745 h 2323145"/>
              <a:gd name="connsiteX159" fmla="*/ 4383151 w 11269336"/>
              <a:gd name="connsiteY159" fmla="*/ 2201140 h 2323145"/>
              <a:gd name="connsiteX160" fmla="*/ 4366646 w 11269336"/>
              <a:gd name="connsiteY160" fmla="*/ 2198564 h 2323145"/>
              <a:gd name="connsiteX161" fmla="*/ 4354009 w 11269336"/>
              <a:gd name="connsiteY161" fmla="*/ 2204984 h 2323145"/>
              <a:gd name="connsiteX162" fmla="*/ 4348284 w 11269336"/>
              <a:gd name="connsiteY162" fmla="*/ 2205270 h 2323145"/>
              <a:gd name="connsiteX163" fmla="*/ 4333906 w 11269336"/>
              <a:gd name="connsiteY163" fmla="*/ 2205251 h 2323145"/>
              <a:gd name="connsiteX164" fmla="*/ 4308819 w 11269336"/>
              <a:gd name="connsiteY164" fmla="*/ 2203822 h 2323145"/>
              <a:gd name="connsiteX165" fmla="*/ 4301210 w 11269336"/>
              <a:gd name="connsiteY165" fmla="*/ 2204456 h 2323145"/>
              <a:gd name="connsiteX166" fmla="*/ 4283095 w 11269336"/>
              <a:gd name="connsiteY166" fmla="*/ 2198177 h 2323145"/>
              <a:gd name="connsiteX167" fmla="*/ 4250119 w 11269336"/>
              <a:gd name="connsiteY167" fmla="*/ 2196342 h 2323145"/>
              <a:gd name="connsiteX168" fmla="*/ 4189203 w 11269336"/>
              <a:gd name="connsiteY168" fmla="*/ 2178994 h 2323145"/>
              <a:gd name="connsiteX169" fmla="*/ 4154035 w 11269336"/>
              <a:gd name="connsiteY169" fmla="*/ 2171950 h 2323145"/>
              <a:gd name="connsiteX170" fmla="*/ 4129569 w 11269336"/>
              <a:gd name="connsiteY170" fmla="*/ 2163850 h 2323145"/>
              <a:gd name="connsiteX171" fmla="*/ 4061250 w 11269336"/>
              <a:gd name="connsiteY171" fmla="*/ 2159236 h 2323145"/>
              <a:gd name="connsiteX172" fmla="*/ 3945480 w 11269336"/>
              <a:gd name="connsiteY172" fmla="*/ 2158279 h 2323145"/>
              <a:gd name="connsiteX173" fmla="*/ 3921468 w 11269336"/>
              <a:gd name="connsiteY173" fmla="*/ 2156588 h 2323145"/>
              <a:gd name="connsiteX174" fmla="*/ 3903348 w 11269336"/>
              <a:gd name="connsiteY174" fmla="*/ 2149220 h 2323145"/>
              <a:gd name="connsiteX175" fmla="*/ 3901342 w 11269336"/>
              <a:gd name="connsiteY175" fmla="*/ 2142355 h 2323145"/>
              <a:gd name="connsiteX176" fmla="*/ 3888539 w 11269336"/>
              <a:gd name="connsiteY176" fmla="*/ 2140476 h 2323145"/>
              <a:gd name="connsiteX177" fmla="*/ 3885662 w 11269336"/>
              <a:gd name="connsiteY177" fmla="*/ 2138740 h 2323145"/>
              <a:gd name="connsiteX178" fmla="*/ 3868627 w 11269336"/>
              <a:gd name="connsiteY178" fmla="*/ 2130023 h 2323145"/>
              <a:gd name="connsiteX179" fmla="*/ 3819177 w 11269336"/>
              <a:gd name="connsiteY179" fmla="*/ 2142111 h 2323145"/>
              <a:gd name="connsiteX180" fmla="*/ 3769100 w 11269336"/>
              <a:gd name="connsiteY180" fmla="*/ 2131731 h 2323145"/>
              <a:gd name="connsiteX181" fmla="*/ 3562752 w 11269336"/>
              <a:gd name="connsiteY181" fmla="*/ 2131785 h 2323145"/>
              <a:gd name="connsiteX182" fmla="*/ 3541402 w 11269336"/>
              <a:gd name="connsiteY182" fmla="*/ 2106821 h 2323145"/>
              <a:gd name="connsiteX183" fmla="*/ 3365341 w 11269336"/>
              <a:gd name="connsiteY183" fmla="*/ 2077638 h 2323145"/>
              <a:gd name="connsiteX184" fmla="*/ 3170922 w 11269336"/>
              <a:gd name="connsiteY184" fmla="*/ 2115957 h 2323145"/>
              <a:gd name="connsiteX185" fmla="*/ 3156256 w 11269336"/>
              <a:gd name="connsiteY185" fmla="*/ 2124773 h 2323145"/>
              <a:gd name="connsiteX186" fmla="*/ 3140298 w 11269336"/>
              <a:gd name="connsiteY186" fmla="*/ 2129182 h 2323145"/>
              <a:gd name="connsiteX187" fmla="*/ 3138514 w 11269336"/>
              <a:gd name="connsiteY187" fmla="*/ 2128069 h 2323145"/>
              <a:gd name="connsiteX188" fmla="*/ 3120467 w 11269336"/>
              <a:gd name="connsiteY188" fmla="*/ 2128281 h 2323145"/>
              <a:gd name="connsiteX189" fmla="*/ 3116175 w 11269336"/>
              <a:gd name="connsiteY189" fmla="*/ 2131633 h 2323145"/>
              <a:gd name="connsiteX190" fmla="*/ 3103685 w 11269336"/>
              <a:gd name="connsiteY190" fmla="*/ 2132814 h 2323145"/>
              <a:gd name="connsiteX191" fmla="*/ 3078794 w 11269336"/>
              <a:gd name="connsiteY191" fmla="*/ 2137935 h 2323145"/>
              <a:gd name="connsiteX192" fmla="*/ 3074407 w 11269336"/>
              <a:gd name="connsiteY192" fmla="*/ 2136274 h 2323145"/>
              <a:gd name="connsiteX193" fmla="*/ 3037285 w 11269336"/>
              <a:gd name="connsiteY193" fmla="*/ 2139919 h 2323145"/>
              <a:gd name="connsiteX194" fmla="*/ 3036901 w 11269336"/>
              <a:gd name="connsiteY194" fmla="*/ 2138726 h 2323145"/>
              <a:gd name="connsiteX195" fmla="*/ 3026996 w 11269336"/>
              <a:gd name="connsiteY195" fmla="*/ 2134322 h 2323145"/>
              <a:gd name="connsiteX196" fmla="*/ 3007772 w 11269336"/>
              <a:gd name="connsiteY196" fmla="*/ 2128742 h 2323145"/>
              <a:gd name="connsiteX197" fmla="*/ 2965030 w 11269336"/>
              <a:gd name="connsiteY197" fmla="*/ 2100494 h 2323145"/>
              <a:gd name="connsiteX198" fmla="*/ 2926342 w 11269336"/>
              <a:gd name="connsiteY198" fmla="*/ 2104155 h 2323145"/>
              <a:gd name="connsiteX199" fmla="*/ 2918608 w 11269336"/>
              <a:gd name="connsiteY199" fmla="*/ 2104215 h 2323145"/>
              <a:gd name="connsiteX200" fmla="*/ 2918475 w 11269336"/>
              <a:gd name="connsiteY200" fmla="*/ 2103937 h 2323145"/>
              <a:gd name="connsiteX201" fmla="*/ 2910360 w 11269336"/>
              <a:gd name="connsiteY201" fmla="*/ 2103444 h 2323145"/>
              <a:gd name="connsiteX202" fmla="*/ 2904507 w 11269336"/>
              <a:gd name="connsiteY202" fmla="*/ 2104326 h 2323145"/>
              <a:gd name="connsiteX203" fmla="*/ 2889503 w 11269336"/>
              <a:gd name="connsiteY203" fmla="*/ 2104443 h 2323145"/>
              <a:gd name="connsiteX204" fmla="*/ 2884480 w 11269336"/>
              <a:gd name="connsiteY204" fmla="*/ 2102626 h 2323145"/>
              <a:gd name="connsiteX205" fmla="*/ 2882689 w 11269336"/>
              <a:gd name="connsiteY205" fmla="*/ 2099228 h 2323145"/>
              <a:gd name="connsiteX206" fmla="*/ 2881291 w 11269336"/>
              <a:gd name="connsiteY206" fmla="*/ 2099618 h 2323145"/>
              <a:gd name="connsiteX207" fmla="*/ 2853979 w 11269336"/>
              <a:gd name="connsiteY207" fmla="*/ 2090388 h 2323145"/>
              <a:gd name="connsiteX208" fmla="*/ 2791790 w 11269336"/>
              <a:gd name="connsiteY208" fmla="*/ 2080332 h 2323145"/>
              <a:gd name="connsiteX209" fmla="*/ 2755844 w 11269336"/>
              <a:gd name="connsiteY209" fmla="*/ 2078874 h 2323145"/>
              <a:gd name="connsiteX210" fmla="*/ 2657742 w 11269336"/>
              <a:gd name="connsiteY210" fmla="*/ 2070179 h 2323145"/>
              <a:gd name="connsiteX211" fmla="*/ 2559549 w 11269336"/>
              <a:gd name="connsiteY211" fmla="*/ 2057873 h 2323145"/>
              <a:gd name="connsiteX212" fmla="*/ 2512054 w 11269336"/>
              <a:gd name="connsiteY212" fmla="*/ 2031671 h 2323145"/>
              <a:gd name="connsiteX213" fmla="*/ 2506437 w 11269336"/>
              <a:gd name="connsiteY213" fmla="*/ 2030918 h 2323145"/>
              <a:gd name="connsiteX214" fmla="*/ 2491752 w 11269336"/>
              <a:gd name="connsiteY214" fmla="*/ 2033906 h 2323145"/>
              <a:gd name="connsiteX215" fmla="*/ 2486338 w 11269336"/>
              <a:gd name="connsiteY215" fmla="*/ 2035862 h 2323145"/>
              <a:gd name="connsiteX216" fmla="*/ 2478186 w 11269336"/>
              <a:gd name="connsiteY216" fmla="*/ 2036953 h 2323145"/>
              <a:gd name="connsiteX217" fmla="*/ 2477950 w 11269336"/>
              <a:gd name="connsiteY217" fmla="*/ 2036715 h 2323145"/>
              <a:gd name="connsiteX218" fmla="*/ 2470381 w 11269336"/>
              <a:gd name="connsiteY218" fmla="*/ 2038256 h 2323145"/>
              <a:gd name="connsiteX219" fmla="*/ 2433781 w 11269336"/>
              <a:gd name="connsiteY219" fmla="*/ 2049140 h 2323145"/>
              <a:gd name="connsiteX220" fmla="*/ 2381172 w 11269336"/>
              <a:gd name="connsiteY220" fmla="*/ 2030645 h 2323145"/>
              <a:gd name="connsiteX221" fmla="*/ 2360198 w 11269336"/>
              <a:gd name="connsiteY221" fmla="*/ 2029059 h 2323145"/>
              <a:gd name="connsiteX222" fmla="*/ 2348815 w 11269336"/>
              <a:gd name="connsiteY222" fmla="*/ 2026798 h 2323145"/>
              <a:gd name="connsiteX223" fmla="*/ 2347988 w 11269336"/>
              <a:gd name="connsiteY223" fmla="*/ 2025745 h 2323145"/>
              <a:gd name="connsiteX224" fmla="*/ 2312920 w 11269336"/>
              <a:gd name="connsiteY224" fmla="*/ 2036311 h 2323145"/>
              <a:gd name="connsiteX225" fmla="*/ 2307986 w 11269336"/>
              <a:gd name="connsiteY225" fmla="*/ 2035583 h 2323145"/>
              <a:gd name="connsiteX226" fmla="*/ 2285481 w 11269336"/>
              <a:gd name="connsiteY226" fmla="*/ 2045197 h 2323145"/>
              <a:gd name="connsiteX227" fmla="*/ 2273666 w 11269336"/>
              <a:gd name="connsiteY227" fmla="*/ 2048710 h 2323145"/>
              <a:gd name="connsiteX228" fmla="*/ 2270719 w 11269336"/>
              <a:gd name="connsiteY228" fmla="*/ 2052702 h 2323145"/>
              <a:gd name="connsiteX229" fmla="*/ 2253080 w 11269336"/>
              <a:gd name="connsiteY229" fmla="*/ 2056363 h 2323145"/>
              <a:gd name="connsiteX230" fmla="*/ 2250906 w 11269336"/>
              <a:gd name="connsiteY230" fmla="*/ 2055654 h 2323145"/>
              <a:gd name="connsiteX231" fmla="*/ 2236905 w 11269336"/>
              <a:gd name="connsiteY231" fmla="*/ 2062882 h 2323145"/>
              <a:gd name="connsiteX232" fmla="*/ 2225830 w 11269336"/>
              <a:gd name="connsiteY232" fmla="*/ 2074027 h 2323145"/>
              <a:gd name="connsiteX233" fmla="*/ 2073776 w 11269336"/>
              <a:gd name="connsiteY233" fmla="*/ 2089244 h 2323145"/>
              <a:gd name="connsiteX234" fmla="*/ 1948256 w 11269336"/>
              <a:gd name="connsiteY234" fmla="*/ 2146616 h 2323145"/>
              <a:gd name="connsiteX235" fmla="*/ 1865582 w 11269336"/>
              <a:gd name="connsiteY235" fmla="*/ 2153738 h 2323145"/>
              <a:gd name="connsiteX236" fmla="*/ 1835210 w 11269336"/>
              <a:gd name="connsiteY236" fmla="*/ 2134244 h 2323145"/>
              <a:gd name="connsiteX237" fmla="*/ 1632661 w 11269336"/>
              <a:gd name="connsiteY237" fmla="*/ 2173882 h 2323145"/>
              <a:gd name="connsiteX238" fmla="*/ 1579590 w 11269336"/>
              <a:gd name="connsiteY238" fmla="*/ 2173680 h 2323145"/>
              <a:gd name="connsiteX239" fmla="*/ 1535601 w 11269336"/>
              <a:gd name="connsiteY239" fmla="*/ 2194590 h 2323145"/>
              <a:gd name="connsiteX240" fmla="*/ 1515594 w 11269336"/>
              <a:gd name="connsiteY240" fmla="*/ 2189622 h 2323145"/>
              <a:gd name="connsiteX241" fmla="*/ 1512113 w 11269336"/>
              <a:gd name="connsiteY241" fmla="*/ 2188534 h 2323145"/>
              <a:gd name="connsiteX242" fmla="*/ 1498838 w 11269336"/>
              <a:gd name="connsiteY242" fmla="*/ 2189213 h 2323145"/>
              <a:gd name="connsiteX243" fmla="*/ 1494279 w 11269336"/>
              <a:gd name="connsiteY243" fmla="*/ 2183112 h 2323145"/>
              <a:gd name="connsiteX244" fmla="*/ 1473714 w 11269336"/>
              <a:gd name="connsiteY244" fmla="*/ 2179625 h 2323145"/>
              <a:gd name="connsiteX245" fmla="*/ 1449503 w 11269336"/>
              <a:gd name="connsiteY245" fmla="*/ 2182633 h 2323145"/>
              <a:gd name="connsiteX246" fmla="*/ 1266687 w 11269336"/>
              <a:gd name="connsiteY246" fmla="*/ 2212688 h 2323145"/>
              <a:gd name="connsiteX247" fmla="*/ 1239614 w 11269336"/>
              <a:gd name="connsiteY247" fmla="*/ 2209727 h 2323145"/>
              <a:gd name="connsiteX248" fmla="*/ 1202436 w 11269336"/>
              <a:gd name="connsiteY248" fmla="*/ 2209817 h 2323145"/>
              <a:gd name="connsiteX249" fmla="*/ 1136097 w 11269336"/>
              <a:gd name="connsiteY249" fmla="*/ 2205112 h 2323145"/>
              <a:gd name="connsiteX250" fmla="*/ 988232 w 11269336"/>
              <a:gd name="connsiteY250" fmla="*/ 2235635 h 2323145"/>
              <a:gd name="connsiteX251" fmla="*/ 981959 w 11269336"/>
              <a:gd name="connsiteY251" fmla="*/ 2231607 h 2323145"/>
              <a:gd name="connsiteX252" fmla="*/ 938600 w 11269336"/>
              <a:gd name="connsiteY252" fmla="*/ 2238113 h 2323145"/>
              <a:gd name="connsiteX253" fmla="*/ 791788 w 11269336"/>
              <a:gd name="connsiteY253" fmla="*/ 2293224 h 2323145"/>
              <a:gd name="connsiteX254" fmla="*/ 706914 w 11269336"/>
              <a:gd name="connsiteY254" fmla="*/ 2305046 h 2323145"/>
              <a:gd name="connsiteX255" fmla="*/ 675971 w 11269336"/>
              <a:gd name="connsiteY255" fmla="*/ 2304030 h 2323145"/>
              <a:gd name="connsiteX256" fmla="*/ 624180 w 11269336"/>
              <a:gd name="connsiteY256" fmla="*/ 2302650 h 2323145"/>
              <a:gd name="connsiteX257" fmla="*/ 583453 w 11269336"/>
              <a:gd name="connsiteY257" fmla="*/ 2288788 h 2323145"/>
              <a:gd name="connsiteX258" fmla="*/ 540946 w 11269336"/>
              <a:gd name="connsiteY258" fmla="*/ 2292721 h 2323145"/>
              <a:gd name="connsiteX259" fmla="*/ 533680 w 11269336"/>
              <a:gd name="connsiteY259" fmla="*/ 2310233 h 2323145"/>
              <a:gd name="connsiteX260" fmla="*/ 487366 w 11269336"/>
              <a:gd name="connsiteY260" fmla="*/ 2309053 h 2323145"/>
              <a:gd name="connsiteX261" fmla="*/ 416820 w 11269336"/>
              <a:gd name="connsiteY261" fmla="*/ 2305443 h 2323145"/>
              <a:gd name="connsiteX262" fmla="*/ 376805 w 11269336"/>
              <a:gd name="connsiteY262" fmla="*/ 2307647 h 2323145"/>
              <a:gd name="connsiteX263" fmla="*/ 266777 w 11269336"/>
              <a:gd name="connsiteY263" fmla="*/ 2309012 h 2323145"/>
              <a:gd name="connsiteX264" fmla="*/ 156013 w 11269336"/>
              <a:gd name="connsiteY264" fmla="*/ 2306832 h 2323145"/>
              <a:gd name="connsiteX265" fmla="*/ 87258 w 11269336"/>
              <a:gd name="connsiteY265" fmla="*/ 2285511 h 2323145"/>
              <a:gd name="connsiteX266" fmla="*/ 23798 w 11269336"/>
              <a:gd name="connsiteY266" fmla="*/ 2281822 h 2323145"/>
              <a:gd name="connsiteX267" fmla="*/ 0 w 11269336"/>
              <a:gd name="connsiteY267" fmla="*/ 2285369 h 2323145"/>
              <a:gd name="connsiteX268" fmla="*/ 0 w 11269336"/>
              <a:gd name="connsiteY268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742561 w 11269336"/>
              <a:gd name="connsiteY18" fmla="*/ 500437 h 2323145"/>
              <a:gd name="connsiteX19" fmla="*/ 9561831 w 11269336"/>
              <a:gd name="connsiteY19" fmla="*/ 547649 h 2323145"/>
              <a:gd name="connsiteX20" fmla="*/ 9380600 w 11269336"/>
              <a:gd name="connsiteY20" fmla="*/ 549821 h 2323145"/>
              <a:gd name="connsiteX21" fmla="*/ 9139429 w 11269336"/>
              <a:gd name="connsiteY21" fmla="*/ 696446 h 2323145"/>
              <a:gd name="connsiteX22" fmla="*/ 9114263 w 11269336"/>
              <a:gd name="connsiteY22" fmla="*/ 709213 h 2323145"/>
              <a:gd name="connsiteX23" fmla="*/ 9028928 w 11269336"/>
              <a:gd name="connsiteY23" fmla="*/ 745350 h 2323145"/>
              <a:gd name="connsiteX24" fmla="*/ 8977138 w 11269336"/>
              <a:gd name="connsiteY24" fmla="*/ 774970 h 2323145"/>
              <a:gd name="connsiteX25" fmla="*/ 8947030 w 11269336"/>
              <a:gd name="connsiteY25" fmla="*/ 814934 h 2323145"/>
              <a:gd name="connsiteX26" fmla="*/ 8914746 w 11269336"/>
              <a:gd name="connsiteY26" fmla="*/ 826428 h 2323145"/>
              <a:gd name="connsiteX27" fmla="*/ 8917778 w 11269336"/>
              <a:gd name="connsiteY27" fmla="*/ 835198 h 2323145"/>
              <a:gd name="connsiteX28" fmla="*/ 8905560 w 11269336"/>
              <a:gd name="connsiteY28" fmla="*/ 838358 h 2323145"/>
              <a:gd name="connsiteX29" fmla="*/ 8897564 w 11269336"/>
              <a:gd name="connsiteY29" fmla="*/ 834287 h 2323145"/>
              <a:gd name="connsiteX30" fmla="*/ 8878040 w 11269336"/>
              <a:gd name="connsiteY30" fmla="*/ 844150 h 2323145"/>
              <a:gd name="connsiteX31" fmla="*/ 8882654 w 11269336"/>
              <a:gd name="connsiteY31" fmla="*/ 892768 h 2323145"/>
              <a:gd name="connsiteX32" fmla="*/ 8795998 w 11269336"/>
              <a:gd name="connsiteY32" fmla="*/ 863337 h 2323145"/>
              <a:gd name="connsiteX33" fmla="*/ 8776970 w 11269336"/>
              <a:gd name="connsiteY33" fmla="*/ 885177 h 2323145"/>
              <a:gd name="connsiteX34" fmla="*/ 8755719 w 11269336"/>
              <a:gd name="connsiteY34" fmla="*/ 889754 h 2323145"/>
              <a:gd name="connsiteX35" fmla="*/ 8743257 w 11269336"/>
              <a:gd name="connsiteY35" fmla="*/ 904723 h 2323145"/>
              <a:gd name="connsiteX36" fmla="*/ 8721366 w 11269336"/>
              <a:gd name="connsiteY36" fmla="*/ 904711 h 2323145"/>
              <a:gd name="connsiteX37" fmla="*/ 8678353 w 11269336"/>
              <a:gd name="connsiteY37" fmla="*/ 926318 h 2323145"/>
              <a:gd name="connsiteX38" fmla="*/ 8636849 w 11269336"/>
              <a:gd name="connsiteY38" fmla="*/ 937900 h 2323145"/>
              <a:gd name="connsiteX39" fmla="*/ 8620213 w 11269336"/>
              <a:gd name="connsiteY39" fmla="*/ 943068 h 2323145"/>
              <a:gd name="connsiteX40" fmla="*/ 8612581 w 11269336"/>
              <a:gd name="connsiteY40" fmla="*/ 952695 h 2323145"/>
              <a:gd name="connsiteX41" fmla="*/ 8589038 w 11269336"/>
              <a:gd name="connsiteY41" fmla="*/ 963892 h 2323145"/>
              <a:gd name="connsiteX42" fmla="*/ 8579950 w 11269336"/>
              <a:gd name="connsiteY42" fmla="*/ 960899 h 2323145"/>
              <a:gd name="connsiteX43" fmla="*/ 8579319 w 11269336"/>
              <a:gd name="connsiteY43" fmla="*/ 965630 h 2323145"/>
              <a:gd name="connsiteX44" fmla="*/ 8547429 w 11269336"/>
              <a:gd name="connsiteY44" fmla="*/ 984506 h 2323145"/>
              <a:gd name="connsiteX45" fmla="*/ 8478704 w 11269336"/>
              <a:gd name="connsiteY45" fmla="*/ 1025490 h 2323145"/>
              <a:gd name="connsiteX46" fmla="*/ 8461421 w 11269336"/>
              <a:gd name="connsiteY46" fmla="*/ 1035512 h 2323145"/>
              <a:gd name="connsiteX47" fmla="*/ 8445003 w 11269336"/>
              <a:gd name="connsiteY47" fmla="*/ 1036851 h 2323145"/>
              <a:gd name="connsiteX48" fmla="*/ 8357350 w 11269336"/>
              <a:gd name="connsiteY48" fmla="*/ 1060213 h 2323145"/>
              <a:gd name="connsiteX49" fmla="*/ 8335565 w 11269336"/>
              <a:gd name="connsiteY49" fmla="*/ 1061151 h 2323145"/>
              <a:gd name="connsiteX50" fmla="*/ 8325267 w 11269336"/>
              <a:gd name="connsiteY50" fmla="*/ 1055919 h 2323145"/>
              <a:gd name="connsiteX51" fmla="*/ 8293586 w 11269336"/>
              <a:gd name="connsiteY51" fmla="*/ 1076144 h 2323145"/>
              <a:gd name="connsiteX52" fmla="*/ 8242405 w 11269336"/>
              <a:gd name="connsiteY52" fmla="*/ 1095960 h 2323145"/>
              <a:gd name="connsiteX53" fmla="*/ 8197391 w 11269336"/>
              <a:gd name="connsiteY53" fmla="*/ 1107746 h 2323145"/>
              <a:gd name="connsiteX54" fmla="*/ 8081474 w 11269336"/>
              <a:gd name="connsiteY54" fmla="*/ 1130125 h 2323145"/>
              <a:gd name="connsiteX55" fmla="*/ 8053585 w 11269336"/>
              <a:gd name="connsiteY55" fmla="*/ 1129169 h 2323145"/>
              <a:gd name="connsiteX56" fmla="*/ 8038422 w 11269336"/>
              <a:gd name="connsiteY56" fmla="*/ 1119092 h 2323145"/>
              <a:gd name="connsiteX57" fmla="*/ 8029450 w 11269336"/>
              <a:gd name="connsiteY57" fmla="*/ 1125592 h 2323145"/>
              <a:gd name="connsiteX58" fmla="*/ 7959552 w 11269336"/>
              <a:gd name="connsiteY58" fmla="*/ 1140188 h 2323145"/>
              <a:gd name="connsiteX59" fmla="*/ 7914188 w 11269336"/>
              <a:gd name="connsiteY59" fmla="*/ 1150862 h 2323145"/>
              <a:gd name="connsiteX60" fmla="*/ 7914918 w 11269336"/>
              <a:gd name="connsiteY60" fmla="*/ 1168758 h 2323145"/>
              <a:gd name="connsiteX61" fmla="*/ 7875510 w 11269336"/>
              <a:gd name="connsiteY61" fmla="*/ 1183153 h 2323145"/>
              <a:gd name="connsiteX62" fmla="*/ 7829932 w 11269336"/>
              <a:gd name="connsiteY62" fmla="*/ 1180782 h 2323145"/>
              <a:gd name="connsiteX63" fmla="*/ 7779182 w 11269336"/>
              <a:gd name="connsiteY63" fmla="*/ 1192665 h 2323145"/>
              <a:gd name="connsiteX64" fmla="*/ 7748774 w 11269336"/>
              <a:gd name="connsiteY64" fmla="*/ 1199586 h 2323145"/>
              <a:gd name="connsiteX65" fmla="*/ 7671846 w 11269336"/>
              <a:gd name="connsiteY65" fmla="*/ 1231966 h 2323145"/>
              <a:gd name="connsiteX66" fmla="*/ 7554146 w 11269336"/>
              <a:gd name="connsiteY66" fmla="*/ 1319748 h 2323145"/>
              <a:gd name="connsiteX67" fmla="*/ 7515052 w 11269336"/>
              <a:gd name="connsiteY67" fmla="*/ 1336718 h 2323145"/>
              <a:gd name="connsiteX68" fmla="*/ 7507193 w 11269336"/>
              <a:gd name="connsiteY68" fmla="*/ 1334617 h 2323145"/>
              <a:gd name="connsiteX69" fmla="*/ 7461694 w 11269336"/>
              <a:gd name="connsiteY69" fmla="*/ 1375866 h 2323145"/>
              <a:gd name="connsiteX70" fmla="*/ 7377571 w 11269336"/>
              <a:gd name="connsiteY70" fmla="*/ 1400128 h 2323145"/>
              <a:gd name="connsiteX71" fmla="*/ 7311261 w 11269336"/>
              <a:gd name="connsiteY71" fmla="*/ 1412652 h 2323145"/>
              <a:gd name="connsiteX72" fmla="*/ 7275307 w 11269336"/>
              <a:gd name="connsiteY72" fmla="*/ 1422171 h 2323145"/>
              <a:gd name="connsiteX73" fmla="*/ 7247783 w 11269336"/>
              <a:gd name="connsiteY73" fmla="*/ 1426330 h 2323145"/>
              <a:gd name="connsiteX74" fmla="*/ 7185047 w 11269336"/>
              <a:gd name="connsiteY74" fmla="*/ 1451812 h 2323145"/>
              <a:gd name="connsiteX75" fmla="*/ 7084117 w 11269336"/>
              <a:gd name="connsiteY75" fmla="*/ 1500281 h 2323145"/>
              <a:gd name="connsiteX76" fmla="*/ 7062011 w 11269336"/>
              <a:gd name="connsiteY76" fmla="*/ 1509183 h 2323145"/>
              <a:gd name="connsiteX77" fmla="*/ 7040555 w 11269336"/>
              <a:gd name="connsiteY77" fmla="*/ 1511207 h 2323145"/>
              <a:gd name="connsiteX78" fmla="*/ 7033438 w 11269336"/>
              <a:gd name="connsiteY78" fmla="*/ 1506772 h 2323145"/>
              <a:gd name="connsiteX79" fmla="*/ 7020886 w 11269336"/>
              <a:gd name="connsiteY79" fmla="*/ 1510764 h 2323145"/>
              <a:gd name="connsiteX80" fmla="*/ 7017033 w 11269336"/>
              <a:gd name="connsiteY80" fmla="*/ 1510650 h 2323145"/>
              <a:gd name="connsiteX81" fmla="*/ 6995460 w 11269336"/>
              <a:gd name="connsiteY81" fmla="*/ 1511173 h 2323145"/>
              <a:gd name="connsiteX82" fmla="*/ 6962144 w 11269336"/>
              <a:gd name="connsiteY82" fmla="*/ 1541508 h 2323145"/>
              <a:gd name="connsiteX83" fmla="*/ 6910674 w 11269336"/>
              <a:gd name="connsiteY83" fmla="*/ 1554793 h 2323145"/>
              <a:gd name="connsiteX84" fmla="*/ 6732152 w 11269336"/>
              <a:gd name="connsiteY84" fmla="*/ 1642538 h 2323145"/>
              <a:gd name="connsiteX85" fmla="*/ 6694106 w 11269336"/>
              <a:gd name="connsiteY85" fmla="*/ 1632377 h 2323145"/>
              <a:gd name="connsiteX86" fmla="*/ 6617223 w 11269336"/>
              <a:gd name="connsiteY86" fmla="*/ 1659889 h 2323145"/>
              <a:gd name="connsiteX87" fmla="*/ 6521138 w 11269336"/>
              <a:gd name="connsiteY87" fmla="*/ 1744340 h 2323145"/>
              <a:gd name="connsiteX88" fmla="*/ 6380677 w 11269336"/>
              <a:gd name="connsiteY88" fmla="*/ 1796883 h 2323145"/>
              <a:gd name="connsiteX89" fmla="*/ 6374897 w 11269336"/>
              <a:gd name="connsiteY89" fmla="*/ 1809910 h 2323145"/>
              <a:gd name="connsiteX90" fmla="*/ 6364545 w 11269336"/>
              <a:gd name="connsiteY90" fmla="*/ 1820090 h 2323145"/>
              <a:gd name="connsiteX91" fmla="*/ 6362126 w 11269336"/>
              <a:gd name="connsiteY91" fmla="*/ 1819991 h 2323145"/>
              <a:gd name="connsiteX92" fmla="*/ 6346673 w 11269336"/>
              <a:gd name="connsiteY92" fmla="*/ 1827824 h 2323145"/>
              <a:gd name="connsiteX93" fmla="*/ 6345588 w 11269336"/>
              <a:gd name="connsiteY93" fmla="*/ 1832232 h 2323145"/>
              <a:gd name="connsiteX94" fmla="*/ 6335708 w 11269336"/>
              <a:gd name="connsiteY94" fmla="*/ 1838451 h 2323145"/>
              <a:gd name="connsiteX95" fmla="*/ 6318182 w 11269336"/>
              <a:gd name="connsiteY95" fmla="*/ 1852975 h 2323145"/>
              <a:gd name="connsiteX96" fmla="*/ 6313084 w 11269336"/>
              <a:gd name="connsiteY96" fmla="*/ 1853561 h 2323145"/>
              <a:gd name="connsiteX97" fmla="*/ 6283816 w 11269336"/>
              <a:gd name="connsiteY97" fmla="*/ 1872148 h 2323145"/>
              <a:gd name="connsiteX98" fmla="*/ 6282550 w 11269336"/>
              <a:gd name="connsiteY98" fmla="*/ 1871392 h 2323145"/>
              <a:gd name="connsiteX99" fmla="*/ 6270527 w 11269336"/>
              <a:gd name="connsiteY99" fmla="*/ 1872208 h 2323145"/>
              <a:gd name="connsiteX100" fmla="*/ 6249518 w 11269336"/>
              <a:gd name="connsiteY100" fmla="*/ 1876079 h 2323145"/>
              <a:gd name="connsiteX101" fmla="*/ 6190386 w 11269336"/>
              <a:gd name="connsiteY101" fmla="*/ 1872478 h 2323145"/>
              <a:gd name="connsiteX102" fmla="*/ 6159777 w 11269336"/>
              <a:gd name="connsiteY102" fmla="*/ 1891745 h 2323145"/>
              <a:gd name="connsiteX103" fmla="*/ 6153131 w 11269336"/>
              <a:gd name="connsiteY103" fmla="*/ 1895079 h 2323145"/>
              <a:gd name="connsiteX104" fmla="*/ 6152798 w 11269336"/>
              <a:gd name="connsiteY104" fmla="*/ 1894920 h 2323145"/>
              <a:gd name="connsiteX105" fmla="*/ 6145388 w 11269336"/>
              <a:gd name="connsiteY105" fmla="*/ 1897990 h 2323145"/>
              <a:gd name="connsiteX106" fmla="*/ 6141014 w 11269336"/>
              <a:gd name="connsiteY106" fmla="*/ 1901155 h 2323145"/>
              <a:gd name="connsiteX107" fmla="*/ 6128122 w 11269336"/>
              <a:gd name="connsiteY107" fmla="*/ 1907623 h 2323145"/>
              <a:gd name="connsiteX108" fmla="*/ 6122351 w 11269336"/>
              <a:gd name="connsiteY108" fmla="*/ 1908359 h 2323145"/>
              <a:gd name="connsiteX109" fmla="*/ 6064750 w 11269336"/>
              <a:gd name="connsiteY109" fmla="*/ 1896394 h 2323145"/>
              <a:gd name="connsiteX110" fmla="*/ 5964230 w 11269336"/>
              <a:gd name="connsiteY110" fmla="*/ 1910038 h 2323145"/>
              <a:gd name="connsiteX111" fmla="*/ 5865399 w 11269336"/>
              <a:gd name="connsiteY111" fmla="*/ 1926966 h 2323145"/>
              <a:gd name="connsiteX112" fmla="*/ 5829951 w 11269336"/>
              <a:gd name="connsiteY112" fmla="*/ 1934755 h 2323145"/>
              <a:gd name="connsiteX113" fmla="*/ 5765285 w 11269336"/>
              <a:gd name="connsiteY113" fmla="*/ 1941322 h 2323145"/>
              <a:gd name="connsiteX114" fmla="*/ 5734750 w 11269336"/>
              <a:gd name="connsiteY114" fmla="*/ 1939793 h 2323145"/>
              <a:gd name="connsiteX115" fmla="*/ 5733569 w 11269336"/>
              <a:gd name="connsiteY115" fmla="*/ 1940505 h 2323145"/>
              <a:gd name="connsiteX116" fmla="*/ 5730329 w 11269336"/>
              <a:gd name="connsiteY116" fmla="*/ 1937845 h 2323145"/>
              <a:gd name="connsiteX117" fmla="*/ 5724661 w 11269336"/>
              <a:gd name="connsiteY117" fmla="*/ 1937455 h 2323145"/>
              <a:gd name="connsiteX118" fmla="*/ 5710186 w 11269336"/>
              <a:gd name="connsiteY118" fmla="*/ 1941370 h 2323145"/>
              <a:gd name="connsiteX119" fmla="*/ 5704910 w 11269336"/>
              <a:gd name="connsiteY119" fmla="*/ 1943663 h 2323145"/>
              <a:gd name="connsiteX120" fmla="*/ 5696836 w 11269336"/>
              <a:gd name="connsiteY120" fmla="*/ 1945271 h 2323145"/>
              <a:gd name="connsiteX121" fmla="*/ 5696583 w 11269336"/>
              <a:gd name="connsiteY121" fmla="*/ 1945050 h 2323145"/>
              <a:gd name="connsiteX122" fmla="*/ 5689123 w 11269336"/>
              <a:gd name="connsiteY122" fmla="*/ 1947067 h 2323145"/>
              <a:gd name="connsiteX123" fmla="*/ 5653291 w 11269336"/>
              <a:gd name="connsiteY123" fmla="*/ 1960245 h 2323145"/>
              <a:gd name="connsiteX124" fmla="*/ 5599385 w 11269336"/>
              <a:gd name="connsiteY124" fmla="*/ 1945198 h 2323145"/>
              <a:gd name="connsiteX125" fmla="*/ 5578300 w 11269336"/>
              <a:gd name="connsiteY125" fmla="*/ 1944963 h 2323145"/>
              <a:gd name="connsiteX126" fmla="*/ 5566758 w 11269336"/>
              <a:gd name="connsiteY126" fmla="*/ 1943441 h 2323145"/>
              <a:gd name="connsiteX127" fmla="*/ 5565857 w 11269336"/>
              <a:gd name="connsiteY127" fmla="*/ 1942445 h 2323145"/>
              <a:gd name="connsiteX128" fmla="*/ 5531534 w 11269336"/>
              <a:gd name="connsiteY128" fmla="*/ 1955208 h 2323145"/>
              <a:gd name="connsiteX129" fmla="*/ 5526552 w 11269336"/>
              <a:gd name="connsiteY129" fmla="*/ 1954799 h 2323145"/>
              <a:gd name="connsiteX130" fmla="*/ 5504723 w 11269336"/>
              <a:gd name="connsiteY130" fmla="*/ 1965811 h 2323145"/>
              <a:gd name="connsiteX131" fmla="*/ 5493156 w 11269336"/>
              <a:gd name="connsiteY131" fmla="*/ 1970063 h 2323145"/>
              <a:gd name="connsiteX132" fmla="*/ 5490486 w 11269336"/>
              <a:gd name="connsiteY132" fmla="*/ 1974227 h 2323145"/>
              <a:gd name="connsiteX133" fmla="*/ 5473107 w 11269336"/>
              <a:gd name="connsiteY133" fmla="*/ 1979001 h 2323145"/>
              <a:gd name="connsiteX134" fmla="*/ 5470885 w 11269336"/>
              <a:gd name="connsiteY134" fmla="*/ 1978432 h 2323145"/>
              <a:gd name="connsiteX135" fmla="*/ 5457393 w 11269336"/>
              <a:gd name="connsiteY135" fmla="*/ 1986525 h 2323145"/>
              <a:gd name="connsiteX136" fmla="*/ 5447102 w 11269336"/>
              <a:gd name="connsiteY136" fmla="*/ 1998329 h 2323145"/>
              <a:gd name="connsiteX137" fmla="*/ 5159151 w 11269336"/>
              <a:gd name="connsiteY137" fmla="*/ 2029640 h 2323145"/>
              <a:gd name="connsiteX138" fmla="*/ 5041688 w 11269336"/>
              <a:gd name="connsiteY138" fmla="*/ 2022334 h 2323145"/>
              <a:gd name="connsiteX139" fmla="*/ 4860988 w 11269336"/>
              <a:gd name="connsiteY139" fmla="*/ 2135698 h 2323145"/>
              <a:gd name="connsiteX140" fmla="*/ 4807902 w 11269336"/>
              <a:gd name="connsiteY140" fmla="*/ 2138894 h 2323145"/>
              <a:gd name="connsiteX141" fmla="*/ 4765388 w 11269336"/>
              <a:gd name="connsiteY141" fmla="*/ 2162525 h 2323145"/>
              <a:gd name="connsiteX142" fmla="*/ 4745033 w 11269336"/>
              <a:gd name="connsiteY142" fmla="*/ 2158859 h 2323145"/>
              <a:gd name="connsiteX143" fmla="*/ 4741475 w 11269336"/>
              <a:gd name="connsiteY143" fmla="*/ 2157998 h 2323145"/>
              <a:gd name="connsiteX144" fmla="*/ 4728247 w 11269336"/>
              <a:gd name="connsiteY144" fmla="*/ 2159526 h 2323145"/>
              <a:gd name="connsiteX145" fmla="*/ 4723263 w 11269336"/>
              <a:gd name="connsiteY145" fmla="*/ 2153742 h 2323145"/>
              <a:gd name="connsiteX146" fmla="*/ 4702453 w 11269336"/>
              <a:gd name="connsiteY146" fmla="*/ 2151586 h 2323145"/>
              <a:gd name="connsiteX147" fmla="*/ 4678455 w 11269336"/>
              <a:gd name="connsiteY147" fmla="*/ 2156131 h 2323145"/>
              <a:gd name="connsiteX148" fmla="*/ 4593061 w 11269336"/>
              <a:gd name="connsiteY148" fmla="*/ 2171597 h 2323145"/>
              <a:gd name="connsiteX149" fmla="*/ 4579902 w 11269336"/>
              <a:gd name="connsiteY149" fmla="*/ 2177927 h 2323145"/>
              <a:gd name="connsiteX150" fmla="*/ 4533444 w 11269336"/>
              <a:gd name="connsiteY150" fmla="*/ 2181200 h 2323145"/>
              <a:gd name="connsiteX151" fmla="*/ 4492832 w 11269336"/>
              <a:gd name="connsiteY151" fmla="*/ 2188033 h 2323145"/>
              <a:gd name="connsiteX152" fmla="*/ 4467257 w 11269336"/>
              <a:gd name="connsiteY152" fmla="*/ 2196121 h 2323145"/>
              <a:gd name="connsiteX153" fmla="*/ 4459937 w 11269336"/>
              <a:gd name="connsiteY153" fmla="*/ 2195182 h 2323145"/>
              <a:gd name="connsiteX154" fmla="*/ 4433312 w 11269336"/>
              <a:gd name="connsiteY154" fmla="*/ 2199004 h 2323145"/>
              <a:gd name="connsiteX155" fmla="*/ 4420601 w 11269336"/>
              <a:gd name="connsiteY155" fmla="*/ 2205158 h 2323145"/>
              <a:gd name="connsiteX156" fmla="*/ 4405765 w 11269336"/>
              <a:gd name="connsiteY156" fmla="*/ 2199902 h 2323145"/>
              <a:gd name="connsiteX157" fmla="*/ 4401354 w 11269336"/>
              <a:gd name="connsiteY157" fmla="*/ 2194745 h 2323145"/>
              <a:gd name="connsiteX158" fmla="*/ 4383151 w 11269336"/>
              <a:gd name="connsiteY158" fmla="*/ 2201140 h 2323145"/>
              <a:gd name="connsiteX159" fmla="*/ 4366646 w 11269336"/>
              <a:gd name="connsiteY159" fmla="*/ 2198564 h 2323145"/>
              <a:gd name="connsiteX160" fmla="*/ 4354009 w 11269336"/>
              <a:gd name="connsiteY160" fmla="*/ 2204984 h 2323145"/>
              <a:gd name="connsiteX161" fmla="*/ 4348284 w 11269336"/>
              <a:gd name="connsiteY161" fmla="*/ 2205270 h 2323145"/>
              <a:gd name="connsiteX162" fmla="*/ 4333906 w 11269336"/>
              <a:gd name="connsiteY162" fmla="*/ 2205251 h 2323145"/>
              <a:gd name="connsiteX163" fmla="*/ 4308819 w 11269336"/>
              <a:gd name="connsiteY163" fmla="*/ 2203822 h 2323145"/>
              <a:gd name="connsiteX164" fmla="*/ 4301210 w 11269336"/>
              <a:gd name="connsiteY164" fmla="*/ 2204456 h 2323145"/>
              <a:gd name="connsiteX165" fmla="*/ 4283095 w 11269336"/>
              <a:gd name="connsiteY165" fmla="*/ 2198177 h 2323145"/>
              <a:gd name="connsiteX166" fmla="*/ 4250119 w 11269336"/>
              <a:gd name="connsiteY166" fmla="*/ 2196342 h 2323145"/>
              <a:gd name="connsiteX167" fmla="*/ 4189203 w 11269336"/>
              <a:gd name="connsiteY167" fmla="*/ 2178994 h 2323145"/>
              <a:gd name="connsiteX168" fmla="*/ 4154035 w 11269336"/>
              <a:gd name="connsiteY168" fmla="*/ 2171950 h 2323145"/>
              <a:gd name="connsiteX169" fmla="*/ 4129569 w 11269336"/>
              <a:gd name="connsiteY169" fmla="*/ 2163850 h 2323145"/>
              <a:gd name="connsiteX170" fmla="*/ 4061250 w 11269336"/>
              <a:gd name="connsiteY170" fmla="*/ 2159236 h 2323145"/>
              <a:gd name="connsiteX171" fmla="*/ 3945480 w 11269336"/>
              <a:gd name="connsiteY171" fmla="*/ 2158279 h 2323145"/>
              <a:gd name="connsiteX172" fmla="*/ 3921468 w 11269336"/>
              <a:gd name="connsiteY172" fmla="*/ 2156588 h 2323145"/>
              <a:gd name="connsiteX173" fmla="*/ 3903348 w 11269336"/>
              <a:gd name="connsiteY173" fmla="*/ 2149220 h 2323145"/>
              <a:gd name="connsiteX174" fmla="*/ 3901342 w 11269336"/>
              <a:gd name="connsiteY174" fmla="*/ 2142355 h 2323145"/>
              <a:gd name="connsiteX175" fmla="*/ 3888539 w 11269336"/>
              <a:gd name="connsiteY175" fmla="*/ 2140476 h 2323145"/>
              <a:gd name="connsiteX176" fmla="*/ 3885662 w 11269336"/>
              <a:gd name="connsiteY176" fmla="*/ 2138740 h 2323145"/>
              <a:gd name="connsiteX177" fmla="*/ 3868627 w 11269336"/>
              <a:gd name="connsiteY177" fmla="*/ 2130023 h 2323145"/>
              <a:gd name="connsiteX178" fmla="*/ 3819177 w 11269336"/>
              <a:gd name="connsiteY178" fmla="*/ 2142111 h 2323145"/>
              <a:gd name="connsiteX179" fmla="*/ 3769100 w 11269336"/>
              <a:gd name="connsiteY179" fmla="*/ 2131731 h 2323145"/>
              <a:gd name="connsiteX180" fmla="*/ 3562752 w 11269336"/>
              <a:gd name="connsiteY180" fmla="*/ 2131785 h 2323145"/>
              <a:gd name="connsiteX181" fmla="*/ 3541402 w 11269336"/>
              <a:gd name="connsiteY181" fmla="*/ 2106821 h 2323145"/>
              <a:gd name="connsiteX182" fmla="*/ 3365341 w 11269336"/>
              <a:gd name="connsiteY182" fmla="*/ 2077638 h 2323145"/>
              <a:gd name="connsiteX183" fmla="*/ 3170922 w 11269336"/>
              <a:gd name="connsiteY183" fmla="*/ 2115957 h 2323145"/>
              <a:gd name="connsiteX184" fmla="*/ 3156256 w 11269336"/>
              <a:gd name="connsiteY184" fmla="*/ 2124773 h 2323145"/>
              <a:gd name="connsiteX185" fmla="*/ 3140298 w 11269336"/>
              <a:gd name="connsiteY185" fmla="*/ 2129182 h 2323145"/>
              <a:gd name="connsiteX186" fmla="*/ 3138514 w 11269336"/>
              <a:gd name="connsiteY186" fmla="*/ 2128069 h 2323145"/>
              <a:gd name="connsiteX187" fmla="*/ 3120467 w 11269336"/>
              <a:gd name="connsiteY187" fmla="*/ 2128281 h 2323145"/>
              <a:gd name="connsiteX188" fmla="*/ 3116175 w 11269336"/>
              <a:gd name="connsiteY188" fmla="*/ 2131633 h 2323145"/>
              <a:gd name="connsiteX189" fmla="*/ 3103685 w 11269336"/>
              <a:gd name="connsiteY189" fmla="*/ 2132814 h 2323145"/>
              <a:gd name="connsiteX190" fmla="*/ 3078794 w 11269336"/>
              <a:gd name="connsiteY190" fmla="*/ 2137935 h 2323145"/>
              <a:gd name="connsiteX191" fmla="*/ 3074407 w 11269336"/>
              <a:gd name="connsiteY191" fmla="*/ 2136274 h 2323145"/>
              <a:gd name="connsiteX192" fmla="*/ 3037285 w 11269336"/>
              <a:gd name="connsiteY192" fmla="*/ 2139919 h 2323145"/>
              <a:gd name="connsiteX193" fmla="*/ 3036901 w 11269336"/>
              <a:gd name="connsiteY193" fmla="*/ 2138726 h 2323145"/>
              <a:gd name="connsiteX194" fmla="*/ 3026996 w 11269336"/>
              <a:gd name="connsiteY194" fmla="*/ 2134322 h 2323145"/>
              <a:gd name="connsiteX195" fmla="*/ 3007772 w 11269336"/>
              <a:gd name="connsiteY195" fmla="*/ 2128742 h 2323145"/>
              <a:gd name="connsiteX196" fmla="*/ 2965030 w 11269336"/>
              <a:gd name="connsiteY196" fmla="*/ 2100494 h 2323145"/>
              <a:gd name="connsiteX197" fmla="*/ 2926342 w 11269336"/>
              <a:gd name="connsiteY197" fmla="*/ 2104155 h 2323145"/>
              <a:gd name="connsiteX198" fmla="*/ 2918608 w 11269336"/>
              <a:gd name="connsiteY198" fmla="*/ 2104215 h 2323145"/>
              <a:gd name="connsiteX199" fmla="*/ 2918475 w 11269336"/>
              <a:gd name="connsiteY199" fmla="*/ 2103937 h 2323145"/>
              <a:gd name="connsiteX200" fmla="*/ 2910360 w 11269336"/>
              <a:gd name="connsiteY200" fmla="*/ 2103444 h 2323145"/>
              <a:gd name="connsiteX201" fmla="*/ 2904507 w 11269336"/>
              <a:gd name="connsiteY201" fmla="*/ 2104326 h 2323145"/>
              <a:gd name="connsiteX202" fmla="*/ 2889503 w 11269336"/>
              <a:gd name="connsiteY202" fmla="*/ 2104443 h 2323145"/>
              <a:gd name="connsiteX203" fmla="*/ 2884480 w 11269336"/>
              <a:gd name="connsiteY203" fmla="*/ 2102626 h 2323145"/>
              <a:gd name="connsiteX204" fmla="*/ 2882689 w 11269336"/>
              <a:gd name="connsiteY204" fmla="*/ 2099228 h 2323145"/>
              <a:gd name="connsiteX205" fmla="*/ 2881291 w 11269336"/>
              <a:gd name="connsiteY205" fmla="*/ 2099618 h 2323145"/>
              <a:gd name="connsiteX206" fmla="*/ 2853979 w 11269336"/>
              <a:gd name="connsiteY206" fmla="*/ 2090388 h 2323145"/>
              <a:gd name="connsiteX207" fmla="*/ 2791790 w 11269336"/>
              <a:gd name="connsiteY207" fmla="*/ 2080332 h 2323145"/>
              <a:gd name="connsiteX208" fmla="*/ 2755844 w 11269336"/>
              <a:gd name="connsiteY208" fmla="*/ 2078874 h 2323145"/>
              <a:gd name="connsiteX209" fmla="*/ 2657742 w 11269336"/>
              <a:gd name="connsiteY209" fmla="*/ 2070179 h 2323145"/>
              <a:gd name="connsiteX210" fmla="*/ 2559549 w 11269336"/>
              <a:gd name="connsiteY210" fmla="*/ 2057873 h 2323145"/>
              <a:gd name="connsiteX211" fmla="*/ 2512054 w 11269336"/>
              <a:gd name="connsiteY211" fmla="*/ 2031671 h 2323145"/>
              <a:gd name="connsiteX212" fmla="*/ 2506437 w 11269336"/>
              <a:gd name="connsiteY212" fmla="*/ 2030918 h 2323145"/>
              <a:gd name="connsiteX213" fmla="*/ 2491752 w 11269336"/>
              <a:gd name="connsiteY213" fmla="*/ 2033906 h 2323145"/>
              <a:gd name="connsiteX214" fmla="*/ 2486338 w 11269336"/>
              <a:gd name="connsiteY214" fmla="*/ 2035862 h 2323145"/>
              <a:gd name="connsiteX215" fmla="*/ 2478186 w 11269336"/>
              <a:gd name="connsiteY215" fmla="*/ 2036953 h 2323145"/>
              <a:gd name="connsiteX216" fmla="*/ 2477950 w 11269336"/>
              <a:gd name="connsiteY216" fmla="*/ 2036715 h 2323145"/>
              <a:gd name="connsiteX217" fmla="*/ 2470381 w 11269336"/>
              <a:gd name="connsiteY217" fmla="*/ 2038256 h 2323145"/>
              <a:gd name="connsiteX218" fmla="*/ 2433781 w 11269336"/>
              <a:gd name="connsiteY218" fmla="*/ 2049140 h 2323145"/>
              <a:gd name="connsiteX219" fmla="*/ 2381172 w 11269336"/>
              <a:gd name="connsiteY219" fmla="*/ 2030645 h 2323145"/>
              <a:gd name="connsiteX220" fmla="*/ 2360198 w 11269336"/>
              <a:gd name="connsiteY220" fmla="*/ 2029059 h 2323145"/>
              <a:gd name="connsiteX221" fmla="*/ 2348815 w 11269336"/>
              <a:gd name="connsiteY221" fmla="*/ 2026798 h 2323145"/>
              <a:gd name="connsiteX222" fmla="*/ 2347988 w 11269336"/>
              <a:gd name="connsiteY222" fmla="*/ 2025745 h 2323145"/>
              <a:gd name="connsiteX223" fmla="*/ 2312920 w 11269336"/>
              <a:gd name="connsiteY223" fmla="*/ 2036311 h 2323145"/>
              <a:gd name="connsiteX224" fmla="*/ 2307986 w 11269336"/>
              <a:gd name="connsiteY224" fmla="*/ 2035583 h 2323145"/>
              <a:gd name="connsiteX225" fmla="*/ 2285481 w 11269336"/>
              <a:gd name="connsiteY225" fmla="*/ 2045197 h 2323145"/>
              <a:gd name="connsiteX226" fmla="*/ 2273666 w 11269336"/>
              <a:gd name="connsiteY226" fmla="*/ 2048710 h 2323145"/>
              <a:gd name="connsiteX227" fmla="*/ 2270719 w 11269336"/>
              <a:gd name="connsiteY227" fmla="*/ 2052702 h 2323145"/>
              <a:gd name="connsiteX228" fmla="*/ 2253080 w 11269336"/>
              <a:gd name="connsiteY228" fmla="*/ 2056363 h 2323145"/>
              <a:gd name="connsiteX229" fmla="*/ 2250906 w 11269336"/>
              <a:gd name="connsiteY229" fmla="*/ 2055654 h 2323145"/>
              <a:gd name="connsiteX230" fmla="*/ 2236905 w 11269336"/>
              <a:gd name="connsiteY230" fmla="*/ 2062882 h 2323145"/>
              <a:gd name="connsiteX231" fmla="*/ 2225830 w 11269336"/>
              <a:gd name="connsiteY231" fmla="*/ 2074027 h 2323145"/>
              <a:gd name="connsiteX232" fmla="*/ 2073776 w 11269336"/>
              <a:gd name="connsiteY232" fmla="*/ 2089244 h 2323145"/>
              <a:gd name="connsiteX233" fmla="*/ 1948256 w 11269336"/>
              <a:gd name="connsiteY233" fmla="*/ 2146616 h 2323145"/>
              <a:gd name="connsiteX234" fmla="*/ 1865582 w 11269336"/>
              <a:gd name="connsiteY234" fmla="*/ 2153738 h 2323145"/>
              <a:gd name="connsiteX235" fmla="*/ 1835210 w 11269336"/>
              <a:gd name="connsiteY235" fmla="*/ 2134244 h 2323145"/>
              <a:gd name="connsiteX236" fmla="*/ 1632661 w 11269336"/>
              <a:gd name="connsiteY236" fmla="*/ 2173882 h 2323145"/>
              <a:gd name="connsiteX237" fmla="*/ 1579590 w 11269336"/>
              <a:gd name="connsiteY237" fmla="*/ 2173680 h 2323145"/>
              <a:gd name="connsiteX238" fmla="*/ 1535601 w 11269336"/>
              <a:gd name="connsiteY238" fmla="*/ 2194590 h 2323145"/>
              <a:gd name="connsiteX239" fmla="*/ 1515594 w 11269336"/>
              <a:gd name="connsiteY239" fmla="*/ 2189622 h 2323145"/>
              <a:gd name="connsiteX240" fmla="*/ 1512113 w 11269336"/>
              <a:gd name="connsiteY240" fmla="*/ 2188534 h 2323145"/>
              <a:gd name="connsiteX241" fmla="*/ 1498838 w 11269336"/>
              <a:gd name="connsiteY241" fmla="*/ 2189213 h 2323145"/>
              <a:gd name="connsiteX242" fmla="*/ 1494279 w 11269336"/>
              <a:gd name="connsiteY242" fmla="*/ 2183112 h 2323145"/>
              <a:gd name="connsiteX243" fmla="*/ 1473714 w 11269336"/>
              <a:gd name="connsiteY243" fmla="*/ 2179625 h 2323145"/>
              <a:gd name="connsiteX244" fmla="*/ 1449503 w 11269336"/>
              <a:gd name="connsiteY244" fmla="*/ 2182633 h 2323145"/>
              <a:gd name="connsiteX245" fmla="*/ 1266687 w 11269336"/>
              <a:gd name="connsiteY245" fmla="*/ 2212688 h 2323145"/>
              <a:gd name="connsiteX246" fmla="*/ 1239614 w 11269336"/>
              <a:gd name="connsiteY246" fmla="*/ 2209727 h 2323145"/>
              <a:gd name="connsiteX247" fmla="*/ 1202436 w 11269336"/>
              <a:gd name="connsiteY247" fmla="*/ 2209817 h 2323145"/>
              <a:gd name="connsiteX248" fmla="*/ 1136097 w 11269336"/>
              <a:gd name="connsiteY248" fmla="*/ 2205112 h 2323145"/>
              <a:gd name="connsiteX249" fmla="*/ 988232 w 11269336"/>
              <a:gd name="connsiteY249" fmla="*/ 2235635 h 2323145"/>
              <a:gd name="connsiteX250" fmla="*/ 981959 w 11269336"/>
              <a:gd name="connsiteY250" fmla="*/ 2231607 h 2323145"/>
              <a:gd name="connsiteX251" fmla="*/ 938600 w 11269336"/>
              <a:gd name="connsiteY251" fmla="*/ 2238113 h 2323145"/>
              <a:gd name="connsiteX252" fmla="*/ 791788 w 11269336"/>
              <a:gd name="connsiteY252" fmla="*/ 2293224 h 2323145"/>
              <a:gd name="connsiteX253" fmla="*/ 706914 w 11269336"/>
              <a:gd name="connsiteY253" fmla="*/ 2305046 h 2323145"/>
              <a:gd name="connsiteX254" fmla="*/ 675971 w 11269336"/>
              <a:gd name="connsiteY254" fmla="*/ 2304030 h 2323145"/>
              <a:gd name="connsiteX255" fmla="*/ 624180 w 11269336"/>
              <a:gd name="connsiteY255" fmla="*/ 2302650 h 2323145"/>
              <a:gd name="connsiteX256" fmla="*/ 583453 w 11269336"/>
              <a:gd name="connsiteY256" fmla="*/ 2288788 h 2323145"/>
              <a:gd name="connsiteX257" fmla="*/ 540946 w 11269336"/>
              <a:gd name="connsiteY257" fmla="*/ 2292721 h 2323145"/>
              <a:gd name="connsiteX258" fmla="*/ 533680 w 11269336"/>
              <a:gd name="connsiteY258" fmla="*/ 2310233 h 2323145"/>
              <a:gd name="connsiteX259" fmla="*/ 487366 w 11269336"/>
              <a:gd name="connsiteY259" fmla="*/ 2309053 h 2323145"/>
              <a:gd name="connsiteX260" fmla="*/ 416820 w 11269336"/>
              <a:gd name="connsiteY260" fmla="*/ 2305443 h 2323145"/>
              <a:gd name="connsiteX261" fmla="*/ 376805 w 11269336"/>
              <a:gd name="connsiteY261" fmla="*/ 2307647 h 2323145"/>
              <a:gd name="connsiteX262" fmla="*/ 266777 w 11269336"/>
              <a:gd name="connsiteY262" fmla="*/ 2309012 h 2323145"/>
              <a:gd name="connsiteX263" fmla="*/ 156013 w 11269336"/>
              <a:gd name="connsiteY263" fmla="*/ 2306832 h 2323145"/>
              <a:gd name="connsiteX264" fmla="*/ 87258 w 11269336"/>
              <a:gd name="connsiteY264" fmla="*/ 2285511 h 2323145"/>
              <a:gd name="connsiteX265" fmla="*/ 23798 w 11269336"/>
              <a:gd name="connsiteY265" fmla="*/ 2281822 h 2323145"/>
              <a:gd name="connsiteX266" fmla="*/ 0 w 11269336"/>
              <a:gd name="connsiteY266" fmla="*/ 2285369 h 2323145"/>
              <a:gd name="connsiteX267" fmla="*/ 0 w 11269336"/>
              <a:gd name="connsiteY267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742561 w 11269336"/>
              <a:gd name="connsiteY18" fmla="*/ 500437 h 2323145"/>
              <a:gd name="connsiteX19" fmla="*/ 9380600 w 11269336"/>
              <a:gd name="connsiteY19" fmla="*/ 549821 h 2323145"/>
              <a:gd name="connsiteX20" fmla="*/ 9139429 w 11269336"/>
              <a:gd name="connsiteY20" fmla="*/ 696446 h 2323145"/>
              <a:gd name="connsiteX21" fmla="*/ 9114263 w 11269336"/>
              <a:gd name="connsiteY21" fmla="*/ 709213 h 2323145"/>
              <a:gd name="connsiteX22" fmla="*/ 9028928 w 11269336"/>
              <a:gd name="connsiteY22" fmla="*/ 745350 h 2323145"/>
              <a:gd name="connsiteX23" fmla="*/ 8977138 w 11269336"/>
              <a:gd name="connsiteY23" fmla="*/ 774970 h 2323145"/>
              <a:gd name="connsiteX24" fmla="*/ 8947030 w 11269336"/>
              <a:gd name="connsiteY24" fmla="*/ 814934 h 2323145"/>
              <a:gd name="connsiteX25" fmla="*/ 8914746 w 11269336"/>
              <a:gd name="connsiteY25" fmla="*/ 826428 h 2323145"/>
              <a:gd name="connsiteX26" fmla="*/ 8917778 w 11269336"/>
              <a:gd name="connsiteY26" fmla="*/ 835198 h 2323145"/>
              <a:gd name="connsiteX27" fmla="*/ 8905560 w 11269336"/>
              <a:gd name="connsiteY27" fmla="*/ 838358 h 2323145"/>
              <a:gd name="connsiteX28" fmla="*/ 8897564 w 11269336"/>
              <a:gd name="connsiteY28" fmla="*/ 834287 h 2323145"/>
              <a:gd name="connsiteX29" fmla="*/ 8878040 w 11269336"/>
              <a:gd name="connsiteY29" fmla="*/ 844150 h 2323145"/>
              <a:gd name="connsiteX30" fmla="*/ 8882654 w 11269336"/>
              <a:gd name="connsiteY30" fmla="*/ 892768 h 2323145"/>
              <a:gd name="connsiteX31" fmla="*/ 8795998 w 11269336"/>
              <a:gd name="connsiteY31" fmla="*/ 863337 h 2323145"/>
              <a:gd name="connsiteX32" fmla="*/ 8776970 w 11269336"/>
              <a:gd name="connsiteY32" fmla="*/ 885177 h 2323145"/>
              <a:gd name="connsiteX33" fmla="*/ 8755719 w 11269336"/>
              <a:gd name="connsiteY33" fmla="*/ 889754 h 2323145"/>
              <a:gd name="connsiteX34" fmla="*/ 8743257 w 11269336"/>
              <a:gd name="connsiteY34" fmla="*/ 904723 h 2323145"/>
              <a:gd name="connsiteX35" fmla="*/ 8721366 w 11269336"/>
              <a:gd name="connsiteY35" fmla="*/ 904711 h 2323145"/>
              <a:gd name="connsiteX36" fmla="*/ 8678353 w 11269336"/>
              <a:gd name="connsiteY36" fmla="*/ 926318 h 2323145"/>
              <a:gd name="connsiteX37" fmla="*/ 8636849 w 11269336"/>
              <a:gd name="connsiteY37" fmla="*/ 937900 h 2323145"/>
              <a:gd name="connsiteX38" fmla="*/ 8620213 w 11269336"/>
              <a:gd name="connsiteY38" fmla="*/ 943068 h 2323145"/>
              <a:gd name="connsiteX39" fmla="*/ 8612581 w 11269336"/>
              <a:gd name="connsiteY39" fmla="*/ 952695 h 2323145"/>
              <a:gd name="connsiteX40" fmla="*/ 8589038 w 11269336"/>
              <a:gd name="connsiteY40" fmla="*/ 963892 h 2323145"/>
              <a:gd name="connsiteX41" fmla="*/ 8579950 w 11269336"/>
              <a:gd name="connsiteY41" fmla="*/ 960899 h 2323145"/>
              <a:gd name="connsiteX42" fmla="*/ 8579319 w 11269336"/>
              <a:gd name="connsiteY42" fmla="*/ 965630 h 2323145"/>
              <a:gd name="connsiteX43" fmla="*/ 8547429 w 11269336"/>
              <a:gd name="connsiteY43" fmla="*/ 984506 h 2323145"/>
              <a:gd name="connsiteX44" fmla="*/ 8478704 w 11269336"/>
              <a:gd name="connsiteY44" fmla="*/ 1025490 h 2323145"/>
              <a:gd name="connsiteX45" fmla="*/ 8461421 w 11269336"/>
              <a:gd name="connsiteY45" fmla="*/ 1035512 h 2323145"/>
              <a:gd name="connsiteX46" fmla="*/ 8445003 w 11269336"/>
              <a:gd name="connsiteY46" fmla="*/ 1036851 h 2323145"/>
              <a:gd name="connsiteX47" fmla="*/ 8357350 w 11269336"/>
              <a:gd name="connsiteY47" fmla="*/ 1060213 h 2323145"/>
              <a:gd name="connsiteX48" fmla="*/ 8335565 w 11269336"/>
              <a:gd name="connsiteY48" fmla="*/ 1061151 h 2323145"/>
              <a:gd name="connsiteX49" fmla="*/ 8325267 w 11269336"/>
              <a:gd name="connsiteY49" fmla="*/ 1055919 h 2323145"/>
              <a:gd name="connsiteX50" fmla="*/ 8293586 w 11269336"/>
              <a:gd name="connsiteY50" fmla="*/ 1076144 h 2323145"/>
              <a:gd name="connsiteX51" fmla="*/ 8242405 w 11269336"/>
              <a:gd name="connsiteY51" fmla="*/ 1095960 h 2323145"/>
              <a:gd name="connsiteX52" fmla="*/ 8197391 w 11269336"/>
              <a:gd name="connsiteY52" fmla="*/ 1107746 h 2323145"/>
              <a:gd name="connsiteX53" fmla="*/ 8081474 w 11269336"/>
              <a:gd name="connsiteY53" fmla="*/ 1130125 h 2323145"/>
              <a:gd name="connsiteX54" fmla="*/ 8053585 w 11269336"/>
              <a:gd name="connsiteY54" fmla="*/ 1129169 h 2323145"/>
              <a:gd name="connsiteX55" fmla="*/ 8038422 w 11269336"/>
              <a:gd name="connsiteY55" fmla="*/ 1119092 h 2323145"/>
              <a:gd name="connsiteX56" fmla="*/ 8029450 w 11269336"/>
              <a:gd name="connsiteY56" fmla="*/ 1125592 h 2323145"/>
              <a:gd name="connsiteX57" fmla="*/ 7959552 w 11269336"/>
              <a:gd name="connsiteY57" fmla="*/ 1140188 h 2323145"/>
              <a:gd name="connsiteX58" fmla="*/ 7914188 w 11269336"/>
              <a:gd name="connsiteY58" fmla="*/ 1150862 h 2323145"/>
              <a:gd name="connsiteX59" fmla="*/ 7914918 w 11269336"/>
              <a:gd name="connsiteY59" fmla="*/ 1168758 h 2323145"/>
              <a:gd name="connsiteX60" fmla="*/ 7875510 w 11269336"/>
              <a:gd name="connsiteY60" fmla="*/ 1183153 h 2323145"/>
              <a:gd name="connsiteX61" fmla="*/ 7829932 w 11269336"/>
              <a:gd name="connsiteY61" fmla="*/ 1180782 h 2323145"/>
              <a:gd name="connsiteX62" fmla="*/ 7779182 w 11269336"/>
              <a:gd name="connsiteY62" fmla="*/ 1192665 h 2323145"/>
              <a:gd name="connsiteX63" fmla="*/ 7748774 w 11269336"/>
              <a:gd name="connsiteY63" fmla="*/ 1199586 h 2323145"/>
              <a:gd name="connsiteX64" fmla="*/ 7671846 w 11269336"/>
              <a:gd name="connsiteY64" fmla="*/ 1231966 h 2323145"/>
              <a:gd name="connsiteX65" fmla="*/ 7554146 w 11269336"/>
              <a:gd name="connsiteY65" fmla="*/ 1319748 h 2323145"/>
              <a:gd name="connsiteX66" fmla="*/ 7515052 w 11269336"/>
              <a:gd name="connsiteY66" fmla="*/ 1336718 h 2323145"/>
              <a:gd name="connsiteX67" fmla="*/ 7507193 w 11269336"/>
              <a:gd name="connsiteY67" fmla="*/ 1334617 h 2323145"/>
              <a:gd name="connsiteX68" fmla="*/ 7461694 w 11269336"/>
              <a:gd name="connsiteY68" fmla="*/ 1375866 h 2323145"/>
              <a:gd name="connsiteX69" fmla="*/ 7377571 w 11269336"/>
              <a:gd name="connsiteY69" fmla="*/ 1400128 h 2323145"/>
              <a:gd name="connsiteX70" fmla="*/ 7311261 w 11269336"/>
              <a:gd name="connsiteY70" fmla="*/ 1412652 h 2323145"/>
              <a:gd name="connsiteX71" fmla="*/ 7275307 w 11269336"/>
              <a:gd name="connsiteY71" fmla="*/ 1422171 h 2323145"/>
              <a:gd name="connsiteX72" fmla="*/ 7247783 w 11269336"/>
              <a:gd name="connsiteY72" fmla="*/ 1426330 h 2323145"/>
              <a:gd name="connsiteX73" fmla="*/ 7185047 w 11269336"/>
              <a:gd name="connsiteY73" fmla="*/ 1451812 h 2323145"/>
              <a:gd name="connsiteX74" fmla="*/ 7084117 w 11269336"/>
              <a:gd name="connsiteY74" fmla="*/ 1500281 h 2323145"/>
              <a:gd name="connsiteX75" fmla="*/ 7062011 w 11269336"/>
              <a:gd name="connsiteY75" fmla="*/ 1509183 h 2323145"/>
              <a:gd name="connsiteX76" fmla="*/ 7040555 w 11269336"/>
              <a:gd name="connsiteY76" fmla="*/ 1511207 h 2323145"/>
              <a:gd name="connsiteX77" fmla="*/ 7033438 w 11269336"/>
              <a:gd name="connsiteY77" fmla="*/ 1506772 h 2323145"/>
              <a:gd name="connsiteX78" fmla="*/ 7020886 w 11269336"/>
              <a:gd name="connsiteY78" fmla="*/ 1510764 h 2323145"/>
              <a:gd name="connsiteX79" fmla="*/ 7017033 w 11269336"/>
              <a:gd name="connsiteY79" fmla="*/ 1510650 h 2323145"/>
              <a:gd name="connsiteX80" fmla="*/ 6995460 w 11269336"/>
              <a:gd name="connsiteY80" fmla="*/ 1511173 h 2323145"/>
              <a:gd name="connsiteX81" fmla="*/ 6962144 w 11269336"/>
              <a:gd name="connsiteY81" fmla="*/ 1541508 h 2323145"/>
              <a:gd name="connsiteX82" fmla="*/ 6910674 w 11269336"/>
              <a:gd name="connsiteY82" fmla="*/ 1554793 h 2323145"/>
              <a:gd name="connsiteX83" fmla="*/ 6732152 w 11269336"/>
              <a:gd name="connsiteY83" fmla="*/ 1642538 h 2323145"/>
              <a:gd name="connsiteX84" fmla="*/ 6694106 w 11269336"/>
              <a:gd name="connsiteY84" fmla="*/ 1632377 h 2323145"/>
              <a:gd name="connsiteX85" fmla="*/ 6617223 w 11269336"/>
              <a:gd name="connsiteY85" fmla="*/ 1659889 h 2323145"/>
              <a:gd name="connsiteX86" fmla="*/ 6521138 w 11269336"/>
              <a:gd name="connsiteY86" fmla="*/ 1744340 h 2323145"/>
              <a:gd name="connsiteX87" fmla="*/ 6380677 w 11269336"/>
              <a:gd name="connsiteY87" fmla="*/ 1796883 h 2323145"/>
              <a:gd name="connsiteX88" fmla="*/ 6374897 w 11269336"/>
              <a:gd name="connsiteY88" fmla="*/ 1809910 h 2323145"/>
              <a:gd name="connsiteX89" fmla="*/ 6364545 w 11269336"/>
              <a:gd name="connsiteY89" fmla="*/ 1820090 h 2323145"/>
              <a:gd name="connsiteX90" fmla="*/ 6362126 w 11269336"/>
              <a:gd name="connsiteY90" fmla="*/ 1819991 h 2323145"/>
              <a:gd name="connsiteX91" fmla="*/ 6346673 w 11269336"/>
              <a:gd name="connsiteY91" fmla="*/ 1827824 h 2323145"/>
              <a:gd name="connsiteX92" fmla="*/ 6345588 w 11269336"/>
              <a:gd name="connsiteY92" fmla="*/ 1832232 h 2323145"/>
              <a:gd name="connsiteX93" fmla="*/ 6335708 w 11269336"/>
              <a:gd name="connsiteY93" fmla="*/ 1838451 h 2323145"/>
              <a:gd name="connsiteX94" fmla="*/ 6318182 w 11269336"/>
              <a:gd name="connsiteY94" fmla="*/ 1852975 h 2323145"/>
              <a:gd name="connsiteX95" fmla="*/ 6313084 w 11269336"/>
              <a:gd name="connsiteY95" fmla="*/ 1853561 h 2323145"/>
              <a:gd name="connsiteX96" fmla="*/ 6283816 w 11269336"/>
              <a:gd name="connsiteY96" fmla="*/ 1872148 h 2323145"/>
              <a:gd name="connsiteX97" fmla="*/ 6282550 w 11269336"/>
              <a:gd name="connsiteY97" fmla="*/ 1871392 h 2323145"/>
              <a:gd name="connsiteX98" fmla="*/ 6270527 w 11269336"/>
              <a:gd name="connsiteY98" fmla="*/ 1872208 h 2323145"/>
              <a:gd name="connsiteX99" fmla="*/ 6249518 w 11269336"/>
              <a:gd name="connsiteY99" fmla="*/ 1876079 h 2323145"/>
              <a:gd name="connsiteX100" fmla="*/ 6190386 w 11269336"/>
              <a:gd name="connsiteY100" fmla="*/ 1872478 h 2323145"/>
              <a:gd name="connsiteX101" fmla="*/ 6159777 w 11269336"/>
              <a:gd name="connsiteY101" fmla="*/ 1891745 h 2323145"/>
              <a:gd name="connsiteX102" fmla="*/ 6153131 w 11269336"/>
              <a:gd name="connsiteY102" fmla="*/ 1895079 h 2323145"/>
              <a:gd name="connsiteX103" fmla="*/ 6152798 w 11269336"/>
              <a:gd name="connsiteY103" fmla="*/ 1894920 h 2323145"/>
              <a:gd name="connsiteX104" fmla="*/ 6145388 w 11269336"/>
              <a:gd name="connsiteY104" fmla="*/ 1897990 h 2323145"/>
              <a:gd name="connsiteX105" fmla="*/ 6141014 w 11269336"/>
              <a:gd name="connsiteY105" fmla="*/ 1901155 h 2323145"/>
              <a:gd name="connsiteX106" fmla="*/ 6128122 w 11269336"/>
              <a:gd name="connsiteY106" fmla="*/ 1907623 h 2323145"/>
              <a:gd name="connsiteX107" fmla="*/ 6122351 w 11269336"/>
              <a:gd name="connsiteY107" fmla="*/ 1908359 h 2323145"/>
              <a:gd name="connsiteX108" fmla="*/ 6064750 w 11269336"/>
              <a:gd name="connsiteY108" fmla="*/ 1896394 h 2323145"/>
              <a:gd name="connsiteX109" fmla="*/ 5964230 w 11269336"/>
              <a:gd name="connsiteY109" fmla="*/ 1910038 h 2323145"/>
              <a:gd name="connsiteX110" fmla="*/ 5865399 w 11269336"/>
              <a:gd name="connsiteY110" fmla="*/ 1926966 h 2323145"/>
              <a:gd name="connsiteX111" fmla="*/ 5829951 w 11269336"/>
              <a:gd name="connsiteY111" fmla="*/ 1934755 h 2323145"/>
              <a:gd name="connsiteX112" fmla="*/ 5765285 w 11269336"/>
              <a:gd name="connsiteY112" fmla="*/ 1941322 h 2323145"/>
              <a:gd name="connsiteX113" fmla="*/ 5734750 w 11269336"/>
              <a:gd name="connsiteY113" fmla="*/ 1939793 h 2323145"/>
              <a:gd name="connsiteX114" fmla="*/ 5733569 w 11269336"/>
              <a:gd name="connsiteY114" fmla="*/ 1940505 h 2323145"/>
              <a:gd name="connsiteX115" fmla="*/ 5730329 w 11269336"/>
              <a:gd name="connsiteY115" fmla="*/ 1937845 h 2323145"/>
              <a:gd name="connsiteX116" fmla="*/ 5724661 w 11269336"/>
              <a:gd name="connsiteY116" fmla="*/ 1937455 h 2323145"/>
              <a:gd name="connsiteX117" fmla="*/ 5710186 w 11269336"/>
              <a:gd name="connsiteY117" fmla="*/ 1941370 h 2323145"/>
              <a:gd name="connsiteX118" fmla="*/ 5704910 w 11269336"/>
              <a:gd name="connsiteY118" fmla="*/ 1943663 h 2323145"/>
              <a:gd name="connsiteX119" fmla="*/ 5696836 w 11269336"/>
              <a:gd name="connsiteY119" fmla="*/ 1945271 h 2323145"/>
              <a:gd name="connsiteX120" fmla="*/ 5696583 w 11269336"/>
              <a:gd name="connsiteY120" fmla="*/ 1945050 h 2323145"/>
              <a:gd name="connsiteX121" fmla="*/ 5689123 w 11269336"/>
              <a:gd name="connsiteY121" fmla="*/ 1947067 h 2323145"/>
              <a:gd name="connsiteX122" fmla="*/ 5653291 w 11269336"/>
              <a:gd name="connsiteY122" fmla="*/ 1960245 h 2323145"/>
              <a:gd name="connsiteX123" fmla="*/ 5599385 w 11269336"/>
              <a:gd name="connsiteY123" fmla="*/ 1945198 h 2323145"/>
              <a:gd name="connsiteX124" fmla="*/ 5578300 w 11269336"/>
              <a:gd name="connsiteY124" fmla="*/ 1944963 h 2323145"/>
              <a:gd name="connsiteX125" fmla="*/ 5566758 w 11269336"/>
              <a:gd name="connsiteY125" fmla="*/ 1943441 h 2323145"/>
              <a:gd name="connsiteX126" fmla="*/ 5565857 w 11269336"/>
              <a:gd name="connsiteY126" fmla="*/ 1942445 h 2323145"/>
              <a:gd name="connsiteX127" fmla="*/ 5531534 w 11269336"/>
              <a:gd name="connsiteY127" fmla="*/ 1955208 h 2323145"/>
              <a:gd name="connsiteX128" fmla="*/ 5526552 w 11269336"/>
              <a:gd name="connsiteY128" fmla="*/ 1954799 h 2323145"/>
              <a:gd name="connsiteX129" fmla="*/ 5504723 w 11269336"/>
              <a:gd name="connsiteY129" fmla="*/ 1965811 h 2323145"/>
              <a:gd name="connsiteX130" fmla="*/ 5493156 w 11269336"/>
              <a:gd name="connsiteY130" fmla="*/ 1970063 h 2323145"/>
              <a:gd name="connsiteX131" fmla="*/ 5490486 w 11269336"/>
              <a:gd name="connsiteY131" fmla="*/ 1974227 h 2323145"/>
              <a:gd name="connsiteX132" fmla="*/ 5473107 w 11269336"/>
              <a:gd name="connsiteY132" fmla="*/ 1979001 h 2323145"/>
              <a:gd name="connsiteX133" fmla="*/ 5470885 w 11269336"/>
              <a:gd name="connsiteY133" fmla="*/ 1978432 h 2323145"/>
              <a:gd name="connsiteX134" fmla="*/ 5457393 w 11269336"/>
              <a:gd name="connsiteY134" fmla="*/ 1986525 h 2323145"/>
              <a:gd name="connsiteX135" fmla="*/ 5447102 w 11269336"/>
              <a:gd name="connsiteY135" fmla="*/ 1998329 h 2323145"/>
              <a:gd name="connsiteX136" fmla="*/ 5159151 w 11269336"/>
              <a:gd name="connsiteY136" fmla="*/ 2029640 h 2323145"/>
              <a:gd name="connsiteX137" fmla="*/ 5041688 w 11269336"/>
              <a:gd name="connsiteY137" fmla="*/ 2022334 h 2323145"/>
              <a:gd name="connsiteX138" fmla="*/ 4860988 w 11269336"/>
              <a:gd name="connsiteY138" fmla="*/ 2135698 h 2323145"/>
              <a:gd name="connsiteX139" fmla="*/ 4807902 w 11269336"/>
              <a:gd name="connsiteY139" fmla="*/ 2138894 h 2323145"/>
              <a:gd name="connsiteX140" fmla="*/ 4765388 w 11269336"/>
              <a:gd name="connsiteY140" fmla="*/ 2162525 h 2323145"/>
              <a:gd name="connsiteX141" fmla="*/ 4745033 w 11269336"/>
              <a:gd name="connsiteY141" fmla="*/ 2158859 h 2323145"/>
              <a:gd name="connsiteX142" fmla="*/ 4741475 w 11269336"/>
              <a:gd name="connsiteY142" fmla="*/ 2157998 h 2323145"/>
              <a:gd name="connsiteX143" fmla="*/ 4728247 w 11269336"/>
              <a:gd name="connsiteY143" fmla="*/ 2159526 h 2323145"/>
              <a:gd name="connsiteX144" fmla="*/ 4723263 w 11269336"/>
              <a:gd name="connsiteY144" fmla="*/ 2153742 h 2323145"/>
              <a:gd name="connsiteX145" fmla="*/ 4702453 w 11269336"/>
              <a:gd name="connsiteY145" fmla="*/ 2151586 h 2323145"/>
              <a:gd name="connsiteX146" fmla="*/ 4678455 w 11269336"/>
              <a:gd name="connsiteY146" fmla="*/ 2156131 h 2323145"/>
              <a:gd name="connsiteX147" fmla="*/ 4593061 w 11269336"/>
              <a:gd name="connsiteY147" fmla="*/ 2171597 h 2323145"/>
              <a:gd name="connsiteX148" fmla="*/ 4579902 w 11269336"/>
              <a:gd name="connsiteY148" fmla="*/ 2177927 h 2323145"/>
              <a:gd name="connsiteX149" fmla="*/ 4533444 w 11269336"/>
              <a:gd name="connsiteY149" fmla="*/ 2181200 h 2323145"/>
              <a:gd name="connsiteX150" fmla="*/ 4492832 w 11269336"/>
              <a:gd name="connsiteY150" fmla="*/ 2188033 h 2323145"/>
              <a:gd name="connsiteX151" fmla="*/ 4467257 w 11269336"/>
              <a:gd name="connsiteY151" fmla="*/ 2196121 h 2323145"/>
              <a:gd name="connsiteX152" fmla="*/ 4459937 w 11269336"/>
              <a:gd name="connsiteY152" fmla="*/ 2195182 h 2323145"/>
              <a:gd name="connsiteX153" fmla="*/ 4433312 w 11269336"/>
              <a:gd name="connsiteY153" fmla="*/ 2199004 h 2323145"/>
              <a:gd name="connsiteX154" fmla="*/ 4420601 w 11269336"/>
              <a:gd name="connsiteY154" fmla="*/ 2205158 h 2323145"/>
              <a:gd name="connsiteX155" fmla="*/ 4405765 w 11269336"/>
              <a:gd name="connsiteY155" fmla="*/ 2199902 h 2323145"/>
              <a:gd name="connsiteX156" fmla="*/ 4401354 w 11269336"/>
              <a:gd name="connsiteY156" fmla="*/ 2194745 h 2323145"/>
              <a:gd name="connsiteX157" fmla="*/ 4383151 w 11269336"/>
              <a:gd name="connsiteY157" fmla="*/ 2201140 h 2323145"/>
              <a:gd name="connsiteX158" fmla="*/ 4366646 w 11269336"/>
              <a:gd name="connsiteY158" fmla="*/ 2198564 h 2323145"/>
              <a:gd name="connsiteX159" fmla="*/ 4354009 w 11269336"/>
              <a:gd name="connsiteY159" fmla="*/ 2204984 h 2323145"/>
              <a:gd name="connsiteX160" fmla="*/ 4348284 w 11269336"/>
              <a:gd name="connsiteY160" fmla="*/ 2205270 h 2323145"/>
              <a:gd name="connsiteX161" fmla="*/ 4333906 w 11269336"/>
              <a:gd name="connsiteY161" fmla="*/ 2205251 h 2323145"/>
              <a:gd name="connsiteX162" fmla="*/ 4308819 w 11269336"/>
              <a:gd name="connsiteY162" fmla="*/ 2203822 h 2323145"/>
              <a:gd name="connsiteX163" fmla="*/ 4301210 w 11269336"/>
              <a:gd name="connsiteY163" fmla="*/ 2204456 h 2323145"/>
              <a:gd name="connsiteX164" fmla="*/ 4283095 w 11269336"/>
              <a:gd name="connsiteY164" fmla="*/ 2198177 h 2323145"/>
              <a:gd name="connsiteX165" fmla="*/ 4250119 w 11269336"/>
              <a:gd name="connsiteY165" fmla="*/ 2196342 h 2323145"/>
              <a:gd name="connsiteX166" fmla="*/ 4189203 w 11269336"/>
              <a:gd name="connsiteY166" fmla="*/ 2178994 h 2323145"/>
              <a:gd name="connsiteX167" fmla="*/ 4154035 w 11269336"/>
              <a:gd name="connsiteY167" fmla="*/ 2171950 h 2323145"/>
              <a:gd name="connsiteX168" fmla="*/ 4129569 w 11269336"/>
              <a:gd name="connsiteY168" fmla="*/ 2163850 h 2323145"/>
              <a:gd name="connsiteX169" fmla="*/ 4061250 w 11269336"/>
              <a:gd name="connsiteY169" fmla="*/ 2159236 h 2323145"/>
              <a:gd name="connsiteX170" fmla="*/ 3945480 w 11269336"/>
              <a:gd name="connsiteY170" fmla="*/ 2158279 h 2323145"/>
              <a:gd name="connsiteX171" fmla="*/ 3921468 w 11269336"/>
              <a:gd name="connsiteY171" fmla="*/ 2156588 h 2323145"/>
              <a:gd name="connsiteX172" fmla="*/ 3903348 w 11269336"/>
              <a:gd name="connsiteY172" fmla="*/ 2149220 h 2323145"/>
              <a:gd name="connsiteX173" fmla="*/ 3901342 w 11269336"/>
              <a:gd name="connsiteY173" fmla="*/ 2142355 h 2323145"/>
              <a:gd name="connsiteX174" fmla="*/ 3888539 w 11269336"/>
              <a:gd name="connsiteY174" fmla="*/ 2140476 h 2323145"/>
              <a:gd name="connsiteX175" fmla="*/ 3885662 w 11269336"/>
              <a:gd name="connsiteY175" fmla="*/ 2138740 h 2323145"/>
              <a:gd name="connsiteX176" fmla="*/ 3868627 w 11269336"/>
              <a:gd name="connsiteY176" fmla="*/ 2130023 h 2323145"/>
              <a:gd name="connsiteX177" fmla="*/ 3819177 w 11269336"/>
              <a:gd name="connsiteY177" fmla="*/ 2142111 h 2323145"/>
              <a:gd name="connsiteX178" fmla="*/ 3769100 w 11269336"/>
              <a:gd name="connsiteY178" fmla="*/ 2131731 h 2323145"/>
              <a:gd name="connsiteX179" fmla="*/ 3562752 w 11269336"/>
              <a:gd name="connsiteY179" fmla="*/ 2131785 h 2323145"/>
              <a:gd name="connsiteX180" fmla="*/ 3541402 w 11269336"/>
              <a:gd name="connsiteY180" fmla="*/ 2106821 h 2323145"/>
              <a:gd name="connsiteX181" fmla="*/ 3365341 w 11269336"/>
              <a:gd name="connsiteY181" fmla="*/ 2077638 h 2323145"/>
              <a:gd name="connsiteX182" fmla="*/ 3170922 w 11269336"/>
              <a:gd name="connsiteY182" fmla="*/ 2115957 h 2323145"/>
              <a:gd name="connsiteX183" fmla="*/ 3156256 w 11269336"/>
              <a:gd name="connsiteY183" fmla="*/ 2124773 h 2323145"/>
              <a:gd name="connsiteX184" fmla="*/ 3140298 w 11269336"/>
              <a:gd name="connsiteY184" fmla="*/ 2129182 h 2323145"/>
              <a:gd name="connsiteX185" fmla="*/ 3138514 w 11269336"/>
              <a:gd name="connsiteY185" fmla="*/ 2128069 h 2323145"/>
              <a:gd name="connsiteX186" fmla="*/ 3120467 w 11269336"/>
              <a:gd name="connsiteY186" fmla="*/ 2128281 h 2323145"/>
              <a:gd name="connsiteX187" fmla="*/ 3116175 w 11269336"/>
              <a:gd name="connsiteY187" fmla="*/ 2131633 h 2323145"/>
              <a:gd name="connsiteX188" fmla="*/ 3103685 w 11269336"/>
              <a:gd name="connsiteY188" fmla="*/ 2132814 h 2323145"/>
              <a:gd name="connsiteX189" fmla="*/ 3078794 w 11269336"/>
              <a:gd name="connsiteY189" fmla="*/ 2137935 h 2323145"/>
              <a:gd name="connsiteX190" fmla="*/ 3074407 w 11269336"/>
              <a:gd name="connsiteY190" fmla="*/ 2136274 h 2323145"/>
              <a:gd name="connsiteX191" fmla="*/ 3037285 w 11269336"/>
              <a:gd name="connsiteY191" fmla="*/ 2139919 h 2323145"/>
              <a:gd name="connsiteX192" fmla="*/ 3036901 w 11269336"/>
              <a:gd name="connsiteY192" fmla="*/ 2138726 h 2323145"/>
              <a:gd name="connsiteX193" fmla="*/ 3026996 w 11269336"/>
              <a:gd name="connsiteY193" fmla="*/ 2134322 h 2323145"/>
              <a:gd name="connsiteX194" fmla="*/ 3007772 w 11269336"/>
              <a:gd name="connsiteY194" fmla="*/ 2128742 h 2323145"/>
              <a:gd name="connsiteX195" fmla="*/ 2965030 w 11269336"/>
              <a:gd name="connsiteY195" fmla="*/ 2100494 h 2323145"/>
              <a:gd name="connsiteX196" fmla="*/ 2926342 w 11269336"/>
              <a:gd name="connsiteY196" fmla="*/ 2104155 h 2323145"/>
              <a:gd name="connsiteX197" fmla="*/ 2918608 w 11269336"/>
              <a:gd name="connsiteY197" fmla="*/ 2104215 h 2323145"/>
              <a:gd name="connsiteX198" fmla="*/ 2918475 w 11269336"/>
              <a:gd name="connsiteY198" fmla="*/ 2103937 h 2323145"/>
              <a:gd name="connsiteX199" fmla="*/ 2910360 w 11269336"/>
              <a:gd name="connsiteY199" fmla="*/ 2103444 h 2323145"/>
              <a:gd name="connsiteX200" fmla="*/ 2904507 w 11269336"/>
              <a:gd name="connsiteY200" fmla="*/ 2104326 h 2323145"/>
              <a:gd name="connsiteX201" fmla="*/ 2889503 w 11269336"/>
              <a:gd name="connsiteY201" fmla="*/ 2104443 h 2323145"/>
              <a:gd name="connsiteX202" fmla="*/ 2884480 w 11269336"/>
              <a:gd name="connsiteY202" fmla="*/ 2102626 h 2323145"/>
              <a:gd name="connsiteX203" fmla="*/ 2882689 w 11269336"/>
              <a:gd name="connsiteY203" fmla="*/ 2099228 h 2323145"/>
              <a:gd name="connsiteX204" fmla="*/ 2881291 w 11269336"/>
              <a:gd name="connsiteY204" fmla="*/ 2099618 h 2323145"/>
              <a:gd name="connsiteX205" fmla="*/ 2853979 w 11269336"/>
              <a:gd name="connsiteY205" fmla="*/ 2090388 h 2323145"/>
              <a:gd name="connsiteX206" fmla="*/ 2791790 w 11269336"/>
              <a:gd name="connsiteY206" fmla="*/ 2080332 h 2323145"/>
              <a:gd name="connsiteX207" fmla="*/ 2755844 w 11269336"/>
              <a:gd name="connsiteY207" fmla="*/ 2078874 h 2323145"/>
              <a:gd name="connsiteX208" fmla="*/ 2657742 w 11269336"/>
              <a:gd name="connsiteY208" fmla="*/ 2070179 h 2323145"/>
              <a:gd name="connsiteX209" fmla="*/ 2559549 w 11269336"/>
              <a:gd name="connsiteY209" fmla="*/ 2057873 h 2323145"/>
              <a:gd name="connsiteX210" fmla="*/ 2512054 w 11269336"/>
              <a:gd name="connsiteY210" fmla="*/ 2031671 h 2323145"/>
              <a:gd name="connsiteX211" fmla="*/ 2506437 w 11269336"/>
              <a:gd name="connsiteY211" fmla="*/ 2030918 h 2323145"/>
              <a:gd name="connsiteX212" fmla="*/ 2491752 w 11269336"/>
              <a:gd name="connsiteY212" fmla="*/ 2033906 h 2323145"/>
              <a:gd name="connsiteX213" fmla="*/ 2486338 w 11269336"/>
              <a:gd name="connsiteY213" fmla="*/ 2035862 h 2323145"/>
              <a:gd name="connsiteX214" fmla="*/ 2478186 w 11269336"/>
              <a:gd name="connsiteY214" fmla="*/ 2036953 h 2323145"/>
              <a:gd name="connsiteX215" fmla="*/ 2477950 w 11269336"/>
              <a:gd name="connsiteY215" fmla="*/ 2036715 h 2323145"/>
              <a:gd name="connsiteX216" fmla="*/ 2470381 w 11269336"/>
              <a:gd name="connsiteY216" fmla="*/ 2038256 h 2323145"/>
              <a:gd name="connsiteX217" fmla="*/ 2433781 w 11269336"/>
              <a:gd name="connsiteY217" fmla="*/ 2049140 h 2323145"/>
              <a:gd name="connsiteX218" fmla="*/ 2381172 w 11269336"/>
              <a:gd name="connsiteY218" fmla="*/ 2030645 h 2323145"/>
              <a:gd name="connsiteX219" fmla="*/ 2360198 w 11269336"/>
              <a:gd name="connsiteY219" fmla="*/ 2029059 h 2323145"/>
              <a:gd name="connsiteX220" fmla="*/ 2348815 w 11269336"/>
              <a:gd name="connsiteY220" fmla="*/ 2026798 h 2323145"/>
              <a:gd name="connsiteX221" fmla="*/ 2347988 w 11269336"/>
              <a:gd name="connsiteY221" fmla="*/ 2025745 h 2323145"/>
              <a:gd name="connsiteX222" fmla="*/ 2312920 w 11269336"/>
              <a:gd name="connsiteY222" fmla="*/ 2036311 h 2323145"/>
              <a:gd name="connsiteX223" fmla="*/ 2307986 w 11269336"/>
              <a:gd name="connsiteY223" fmla="*/ 2035583 h 2323145"/>
              <a:gd name="connsiteX224" fmla="*/ 2285481 w 11269336"/>
              <a:gd name="connsiteY224" fmla="*/ 2045197 h 2323145"/>
              <a:gd name="connsiteX225" fmla="*/ 2273666 w 11269336"/>
              <a:gd name="connsiteY225" fmla="*/ 2048710 h 2323145"/>
              <a:gd name="connsiteX226" fmla="*/ 2270719 w 11269336"/>
              <a:gd name="connsiteY226" fmla="*/ 2052702 h 2323145"/>
              <a:gd name="connsiteX227" fmla="*/ 2253080 w 11269336"/>
              <a:gd name="connsiteY227" fmla="*/ 2056363 h 2323145"/>
              <a:gd name="connsiteX228" fmla="*/ 2250906 w 11269336"/>
              <a:gd name="connsiteY228" fmla="*/ 2055654 h 2323145"/>
              <a:gd name="connsiteX229" fmla="*/ 2236905 w 11269336"/>
              <a:gd name="connsiteY229" fmla="*/ 2062882 h 2323145"/>
              <a:gd name="connsiteX230" fmla="*/ 2225830 w 11269336"/>
              <a:gd name="connsiteY230" fmla="*/ 2074027 h 2323145"/>
              <a:gd name="connsiteX231" fmla="*/ 2073776 w 11269336"/>
              <a:gd name="connsiteY231" fmla="*/ 2089244 h 2323145"/>
              <a:gd name="connsiteX232" fmla="*/ 1948256 w 11269336"/>
              <a:gd name="connsiteY232" fmla="*/ 2146616 h 2323145"/>
              <a:gd name="connsiteX233" fmla="*/ 1865582 w 11269336"/>
              <a:gd name="connsiteY233" fmla="*/ 2153738 h 2323145"/>
              <a:gd name="connsiteX234" fmla="*/ 1835210 w 11269336"/>
              <a:gd name="connsiteY234" fmla="*/ 2134244 h 2323145"/>
              <a:gd name="connsiteX235" fmla="*/ 1632661 w 11269336"/>
              <a:gd name="connsiteY235" fmla="*/ 2173882 h 2323145"/>
              <a:gd name="connsiteX236" fmla="*/ 1579590 w 11269336"/>
              <a:gd name="connsiteY236" fmla="*/ 2173680 h 2323145"/>
              <a:gd name="connsiteX237" fmla="*/ 1535601 w 11269336"/>
              <a:gd name="connsiteY237" fmla="*/ 2194590 h 2323145"/>
              <a:gd name="connsiteX238" fmla="*/ 1515594 w 11269336"/>
              <a:gd name="connsiteY238" fmla="*/ 2189622 h 2323145"/>
              <a:gd name="connsiteX239" fmla="*/ 1512113 w 11269336"/>
              <a:gd name="connsiteY239" fmla="*/ 2188534 h 2323145"/>
              <a:gd name="connsiteX240" fmla="*/ 1498838 w 11269336"/>
              <a:gd name="connsiteY240" fmla="*/ 2189213 h 2323145"/>
              <a:gd name="connsiteX241" fmla="*/ 1494279 w 11269336"/>
              <a:gd name="connsiteY241" fmla="*/ 2183112 h 2323145"/>
              <a:gd name="connsiteX242" fmla="*/ 1473714 w 11269336"/>
              <a:gd name="connsiteY242" fmla="*/ 2179625 h 2323145"/>
              <a:gd name="connsiteX243" fmla="*/ 1449503 w 11269336"/>
              <a:gd name="connsiteY243" fmla="*/ 2182633 h 2323145"/>
              <a:gd name="connsiteX244" fmla="*/ 1266687 w 11269336"/>
              <a:gd name="connsiteY244" fmla="*/ 2212688 h 2323145"/>
              <a:gd name="connsiteX245" fmla="*/ 1239614 w 11269336"/>
              <a:gd name="connsiteY245" fmla="*/ 2209727 h 2323145"/>
              <a:gd name="connsiteX246" fmla="*/ 1202436 w 11269336"/>
              <a:gd name="connsiteY246" fmla="*/ 2209817 h 2323145"/>
              <a:gd name="connsiteX247" fmla="*/ 1136097 w 11269336"/>
              <a:gd name="connsiteY247" fmla="*/ 2205112 h 2323145"/>
              <a:gd name="connsiteX248" fmla="*/ 988232 w 11269336"/>
              <a:gd name="connsiteY248" fmla="*/ 2235635 h 2323145"/>
              <a:gd name="connsiteX249" fmla="*/ 981959 w 11269336"/>
              <a:gd name="connsiteY249" fmla="*/ 2231607 h 2323145"/>
              <a:gd name="connsiteX250" fmla="*/ 938600 w 11269336"/>
              <a:gd name="connsiteY250" fmla="*/ 2238113 h 2323145"/>
              <a:gd name="connsiteX251" fmla="*/ 791788 w 11269336"/>
              <a:gd name="connsiteY251" fmla="*/ 2293224 h 2323145"/>
              <a:gd name="connsiteX252" fmla="*/ 706914 w 11269336"/>
              <a:gd name="connsiteY252" fmla="*/ 2305046 h 2323145"/>
              <a:gd name="connsiteX253" fmla="*/ 675971 w 11269336"/>
              <a:gd name="connsiteY253" fmla="*/ 2304030 h 2323145"/>
              <a:gd name="connsiteX254" fmla="*/ 624180 w 11269336"/>
              <a:gd name="connsiteY254" fmla="*/ 2302650 h 2323145"/>
              <a:gd name="connsiteX255" fmla="*/ 583453 w 11269336"/>
              <a:gd name="connsiteY255" fmla="*/ 2288788 h 2323145"/>
              <a:gd name="connsiteX256" fmla="*/ 540946 w 11269336"/>
              <a:gd name="connsiteY256" fmla="*/ 2292721 h 2323145"/>
              <a:gd name="connsiteX257" fmla="*/ 533680 w 11269336"/>
              <a:gd name="connsiteY257" fmla="*/ 2310233 h 2323145"/>
              <a:gd name="connsiteX258" fmla="*/ 487366 w 11269336"/>
              <a:gd name="connsiteY258" fmla="*/ 2309053 h 2323145"/>
              <a:gd name="connsiteX259" fmla="*/ 416820 w 11269336"/>
              <a:gd name="connsiteY259" fmla="*/ 2305443 h 2323145"/>
              <a:gd name="connsiteX260" fmla="*/ 376805 w 11269336"/>
              <a:gd name="connsiteY260" fmla="*/ 2307647 h 2323145"/>
              <a:gd name="connsiteX261" fmla="*/ 266777 w 11269336"/>
              <a:gd name="connsiteY261" fmla="*/ 2309012 h 2323145"/>
              <a:gd name="connsiteX262" fmla="*/ 156013 w 11269336"/>
              <a:gd name="connsiteY262" fmla="*/ 2306832 h 2323145"/>
              <a:gd name="connsiteX263" fmla="*/ 87258 w 11269336"/>
              <a:gd name="connsiteY263" fmla="*/ 2285511 h 2323145"/>
              <a:gd name="connsiteX264" fmla="*/ 23798 w 11269336"/>
              <a:gd name="connsiteY264" fmla="*/ 2281822 h 2323145"/>
              <a:gd name="connsiteX265" fmla="*/ 0 w 11269336"/>
              <a:gd name="connsiteY265" fmla="*/ 2285369 h 2323145"/>
              <a:gd name="connsiteX266" fmla="*/ 0 w 11269336"/>
              <a:gd name="connsiteY266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380600 w 11269336"/>
              <a:gd name="connsiteY19" fmla="*/ 549821 h 2323145"/>
              <a:gd name="connsiteX20" fmla="*/ 9139429 w 11269336"/>
              <a:gd name="connsiteY20" fmla="*/ 696446 h 2323145"/>
              <a:gd name="connsiteX21" fmla="*/ 9114263 w 11269336"/>
              <a:gd name="connsiteY21" fmla="*/ 709213 h 2323145"/>
              <a:gd name="connsiteX22" fmla="*/ 9028928 w 11269336"/>
              <a:gd name="connsiteY22" fmla="*/ 745350 h 2323145"/>
              <a:gd name="connsiteX23" fmla="*/ 8977138 w 11269336"/>
              <a:gd name="connsiteY23" fmla="*/ 774970 h 2323145"/>
              <a:gd name="connsiteX24" fmla="*/ 8947030 w 11269336"/>
              <a:gd name="connsiteY24" fmla="*/ 814934 h 2323145"/>
              <a:gd name="connsiteX25" fmla="*/ 8914746 w 11269336"/>
              <a:gd name="connsiteY25" fmla="*/ 826428 h 2323145"/>
              <a:gd name="connsiteX26" fmla="*/ 8917778 w 11269336"/>
              <a:gd name="connsiteY26" fmla="*/ 835198 h 2323145"/>
              <a:gd name="connsiteX27" fmla="*/ 8905560 w 11269336"/>
              <a:gd name="connsiteY27" fmla="*/ 838358 h 2323145"/>
              <a:gd name="connsiteX28" fmla="*/ 8897564 w 11269336"/>
              <a:gd name="connsiteY28" fmla="*/ 834287 h 2323145"/>
              <a:gd name="connsiteX29" fmla="*/ 8878040 w 11269336"/>
              <a:gd name="connsiteY29" fmla="*/ 844150 h 2323145"/>
              <a:gd name="connsiteX30" fmla="*/ 8882654 w 11269336"/>
              <a:gd name="connsiteY30" fmla="*/ 892768 h 2323145"/>
              <a:gd name="connsiteX31" fmla="*/ 8795998 w 11269336"/>
              <a:gd name="connsiteY31" fmla="*/ 863337 h 2323145"/>
              <a:gd name="connsiteX32" fmla="*/ 8776970 w 11269336"/>
              <a:gd name="connsiteY32" fmla="*/ 885177 h 2323145"/>
              <a:gd name="connsiteX33" fmla="*/ 8755719 w 11269336"/>
              <a:gd name="connsiteY33" fmla="*/ 889754 h 2323145"/>
              <a:gd name="connsiteX34" fmla="*/ 8743257 w 11269336"/>
              <a:gd name="connsiteY34" fmla="*/ 904723 h 2323145"/>
              <a:gd name="connsiteX35" fmla="*/ 8721366 w 11269336"/>
              <a:gd name="connsiteY35" fmla="*/ 904711 h 2323145"/>
              <a:gd name="connsiteX36" fmla="*/ 8678353 w 11269336"/>
              <a:gd name="connsiteY36" fmla="*/ 926318 h 2323145"/>
              <a:gd name="connsiteX37" fmla="*/ 8636849 w 11269336"/>
              <a:gd name="connsiteY37" fmla="*/ 937900 h 2323145"/>
              <a:gd name="connsiteX38" fmla="*/ 8620213 w 11269336"/>
              <a:gd name="connsiteY38" fmla="*/ 943068 h 2323145"/>
              <a:gd name="connsiteX39" fmla="*/ 8612581 w 11269336"/>
              <a:gd name="connsiteY39" fmla="*/ 952695 h 2323145"/>
              <a:gd name="connsiteX40" fmla="*/ 8589038 w 11269336"/>
              <a:gd name="connsiteY40" fmla="*/ 963892 h 2323145"/>
              <a:gd name="connsiteX41" fmla="*/ 8579950 w 11269336"/>
              <a:gd name="connsiteY41" fmla="*/ 960899 h 2323145"/>
              <a:gd name="connsiteX42" fmla="*/ 8579319 w 11269336"/>
              <a:gd name="connsiteY42" fmla="*/ 965630 h 2323145"/>
              <a:gd name="connsiteX43" fmla="*/ 8547429 w 11269336"/>
              <a:gd name="connsiteY43" fmla="*/ 984506 h 2323145"/>
              <a:gd name="connsiteX44" fmla="*/ 8478704 w 11269336"/>
              <a:gd name="connsiteY44" fmla="*/ 1025490 h 2323145"/>
              <a:gd name="connsiteX45" fmla="*/ 8461421 w 11269336"/>
              <a:gd name="connsiteY45" fmla="*/ 1035512 h 2323145"/>
              <a:gd name="connsiteX46" fmla="*/ 8445003 w 11269336"/>
              <a:gd name="connsiteY46" fmla="*/ 1036851 h 2323145"/>
              <a:gd name="connsiteX47" fmla="*/ 8357350 w 11269336"/>
              <a:gd name="connsiteY47" fmla="*/ 1060213 h 2323145"/>
              <a:gd name="connsiteX48" fmla="*/ 8335565 w 11269336"/>
              <a:gd name="connsiteY48" fmla="*/ 1061151 h 2323145"/>
              <a:gd name="connsiteX49" fmla="*/ 8325267 w 11269336"/>
              <a:gd name="connsiteY49" fmla="*/ 1055919 h 2323145"/>
              <a:gd name="connsiteX50" fmla="*/ 8293586 w 11269336"/>
              <a:gd name="connsiteY50" fmla="*/ 1076144 h 2323145"/>
              <a:gd name="connsiteX51" fmla="*/ 8242405 w 11269336"/>
              <a:gd name="connsiteY51" fmla="*/ 1095960 h 2323145"/>
              <a:gd name="connsiteX52" fmla="*/ 8197391 w 11269336"/>
              <a:gd name="connsiteY52" fmla="*/ 1107746 h 2323145"/>
              <a:gd name="connsiteX53" fmla="*/ 8081474 w 11269336"/>
              <a:gd name="connsiteY53" fmla="*/ 1130125 h 2323145"/>
              <a:gd name="connsiteX54" fmla="*/ 8053585 w 11269336"/>
              <a:gd name="connsiteY54" fmla="*/ 1129169 h 2323145"/>
              <a:gd name="connsiteX55" fmla="*/ 8038422 w 11269336"/>
              <a:gd name="connsiteY55" fmla="*/ 1119092 h 2323145"/>
              <a:gd name="connsiteX56" fmla="*/ 8029450 w 11269336"/>
              <a:gd name="connsiteY56" fmla="*/ 1125592 h 2323145"/>
              <a:gd name="connsiteX57" fmla="*/ 7959552 w 11269336"/>
              <a:gd name="connsiteY57" fmla="*/ 1140188 h 2323145"/>
              <a:gd name="connsiteX58" fmla="*/ 7914188 w 11269336"/>
              <a:gd name="connsiteY58" fmla="*/ 1150862 h 2323145"/>
              <a:gd name="connsiteX59" fmla="*/ 7914918 w 11269336"/>
              <a:gd name="connsiteY59" fmla="*/ 1168758 h 2323145"/>
              <a:gd name="connsiteX60" fmla="*/ 7875510 w 11269336"/>
              <a:gd name="connsiteY60" fmla="*/ 1183153 h 2323145"/>
              <a:gd name="connsiteX61" fmla="*/ 7829932 w 11269336"/>
              <a:gd name="connsiteY61" fmla="*/ 1180782 h 2323145"/>
              <a:gd name="connsiteX62" fmla="*/ 7779182 w 11269336"/>
              <a:gd name="connsiteY62" fmla="*/ 1192665 h 2323145"/>
              <a:gd name="connsiteX63" fmla="*/ 7748774 w 11269336"/>
              <a:gd name="connsiteY63" fmla="*/ 1199586 h 2323145"/>
              <a:gd name="connsiteX64" fmla="*/ 7671846 w 11269336"/>
              <a:gd name="connsiteY64" fmla="*/ 1231966 h 2323145"/>
              <a:gd name="connsiteX65" fmla="*/ 7554146 w 11269336"/>
              <a:gd name="connsiteY65" fmla="*/ 1319748 h 2323145"/>
              <a:gd name="connsiteX66" fmla="*/ 7515052 w 11269336"/>
              <a:gd name="connsiteY66" fmla="*/ 1336718 h 2323145"/>
              <a:gd name="connsiteX67" fmla="*/ 7507193 w 11269336"/>
              <a:gd name="connsiteY67" fmla="*/ 1334617 h 2323145"/>
              <a:gd name="connsiteX68" fmla="*/ 7461694 w 11269336"/>
              <a:gd name="connsiteY68" fmla="*/ 1375866 h 2323145"/>
              <a:gd name="connsiteX69" fmla="*/ 7377571 w 11269336"/>
              <a:gd name="connsiteY69" fmla="*/ 1400128 h 2323145"/>
              <a:gd name="connsiteX70" fmla="*/ 7311261 w 11269336"/>
              <a:gd name="connsiteY70" fmla="*/ 1412652 h 2323145"/>
              <a:gd name="connsiteX71" fmla="*/ 7275307 w 11269336"/>
              <a:gd name="connsiteY71" fmla="*/ 1422171 h 2323145"/>
              <a:gd name="connsiteX72" fmla="*/ 7247783 w 11269336"/>
              <a:gd name="connsiteY72" fmla="*/ 1426330 h 2323145"/>
              <a:gd name="connsiteX73" fmla="*/ 7185047 w 11269336"/>
              <a:gd name="connsiteY73" fmla="*/ 1451812 h 2323145"/>
              <a:gd name="connsiteX74" fmla="*/ 7084117 w 11269336"/>
              <a:gd name="connsiteY74" fmla="*/ 1500281 h 2323145"/>
              <a:gd name="connsiteX75" fmla="*/ 7062011 w 11269336"/>
              <a:gd name="connsiteY75" fmla="*/ 1509183 h 2323145"/>
              <a:gd name="connsiteX76" fmla="*/ 7040555 w 11269336"/>
              <a:gd name="connsiteY76" fmla="*/ 1511207 h 2323145"/>
              <a:gd name="connsiteX77" fmla="*/ 7033438 w 11269336"/>
              <a:gd name="connsiteY77" fmla="*/ 1506772 h 2323145"/>
              <a:gd name="connsiteX78" fmla="*/ 7020886 w 11269336"/>
              <a:gd name="connsiteY78" fmla="*/ 1510764 h 2323145"/>
              <a:gd name="connsiteX79" fmla="*/ 7017033 w 11269336"/>
              <a:gd name="connsiteY79" fmla="*/ 1510650 h 2323145"/>
              <a:gd name="connsiteX80" fmla="*/ 6995460 w 11269336"/>
              <a:gd name="connsiteY80" fmla="*/ 1511173 h 2323145"/>
              <a:gd name="connsiteX81" fmla="*/ 6962144 w 11269336"/>
              <a:gd name="connsiteY81" fmla="*/ 1541508 h 2323145"/>
              <a:gd name="connsiteX82" fmla="*/ 6910674 w 11269336"/>
              <a:gd name="connsiteY82" fmla="*/ 1554793 h 2323145"/>
              <a:gd name="connsiteX83" fmla="*/ 6732152 w 11269336"/>
              <a:gd name="connsiteY83" fmla="*/ 1642538 h 2323145"/>
              <a:gd name="connsiteX84" fmla="*/ 6694106 w 11269336"/>
              <a:gd name="connsiteY84" fmla="*/ 1632377 h 2323145"/>
              <a:gd name="connsiteX85" fmla="*/ 6617223 w 11269336"/>
              <a:gd name="connsiteY85" fmla="*/ 1659889 h 2323145"/>
              <a:gd name="connsiteX86" fmla="*/ 6521138 w 11269336"/>
              <a:gd name="connsiteY86" fmla="*/ 1744340 h 2323145"/>
              <a:gd name="connsiteX87" fmla="*/ 6380677 w 11269336"/>
              <a:gd name="connsiteY87" fmla="*/ 1796883 h 2323145"/>
              <a:gd name="connsiteX88" fmla="*/ 6374897 w 11269336"/>
              <a:gd name="connsiteY88" fmla="*/ 1809910 h 2323145"/>
              <a:gd name="connsiteX89" fmla="*/ 6364545 w 11269336"/>
              <a:gd name="connsiteY89" fmla="*/ 1820090 h 2323145"/>
              <a:gd name="connsiteX90" fmla="*/ 6362126 w 11269336"/>
              <a:gd name="connsiteY90" fmla="*/ 1819991 h 2323145"/>
              <a:gd name="connsiteX91" fmla="*/ 6346673 w 11269336"/>
              <a:gd name="connsiteY91" fmla="*/ 1827824 h 2323145"/>
              <a:gd name="connsiteX92" fmla="*/ 6345588 w 11269336"/>
              <a:gd name="connsiteY92" fmla="*/ 1832232 h 2323145"/>
              <a:gd name="connsiteX93" fmla="*/ 6335708 w 11269336"/>
              <a:gd name="connsiteY93" fmla="*/ 1838451 h 2323145"/>
              <a:gd name="connsiteX94" fmla="*/ 6318182 w 11269336"/>
              <a:gd name="connsiteY94" fmla="*/ 1852975 h 2323145"/>
              <a:gd name="connsiteX95" fmla="*/ 6313084 w 11269336"/>
              <a:gd name="connsiteY95" fmla="*/ 1853561 h 2323145"/>
              <a:gd name="connsiteX96" fmla="*/ 6283816 w 11269336"/>
              <a:gd name="connsiteY96" fmla="*/ 1872148 h 2323145"/>
              <a:gd name="connsiteX97" fmla="*/ 6282550 w 11269336"/>
              <a:gd name="connsiteY97" fmla="*/ 1871392 h 2323145"/>
              <a:gd name="connsiteX98" fmla="*/ 6270527 w 11269336"/>
              <a:gd name="connsiteY98" fmla="*/ 1872208 h 2323145"/>
              <a:gd name="connsiteX99" fmla="*/ 6249518 w 11269336"/>
              <a:gd name="connsiteY99" fmla="*/ 1876079 h 2323145"/>
              <a:gd name="connsiteX100" fmla="*/ 6190386 w 11269336"/>
              <a:gd name="connsiteY100" fmla="*/ 1872478 h 2323145"/>
              <a:gd name="connsiteX101" fmla="*/ 6159777 w 11269336"/>
              <a:gd name="connsiteY101" fmla="*/ 1891745 h 2323145"/>
              <a:gd name="connsiteX102" fmla="*/ 6153131 w 11269336"/>
              <a:gd name="connsiteY102" fmla="*/ 1895079 h 2323145"/>
              <a:gd name="connsiteX103" fmla="*/ 6152798 w 11269336"/>
              <a:gd name="connsiteY103" fmla="*/ 1894920 h 2323145"/>
              <a:gd name="connsiteX104" fmla="*/ 6145388 w 11269336"/>
              <a:gd name="connsiteY104" fmla="*/ 1897990 h 2323145"/>
              <a:gd name="connsiteX105" fmla="*/ 6141014 w 11269336"/>
              <a:gd name="connsiteY105" fmla="*/ 1901155 h 2323145"/>
              <a:gd name="connsiteX106" fmla="*/ 6128122 w 11269336"/>
              <a:gd name="connsiteY106" fmla="*/ 1907623 h 2323145"/>
              <a:gd name="connsiteX107" fmla="*/ 6122351 w 11269336"/>
              <a:gd name="connsiteY107" fmla="*/ 1908359 h 2323145"/>
              <a:gd name="connsiteX108" fmla="*/ 6064750 w 11269336"/>
              <a:gd name="connsiteY108" fmla="*/ 1896394 h 2323145"/>
              <a:gd name="connsiteX109" fmla="*/ 5964230 w 11269336"/>
              <a:gd name="connsiteY109" fmla="*/ 1910038 h 2323145"/>
              <a:gd name="connsiteX110" fmla="*/ 5865399 w 11269336"/>
              <a:gd name="connsiteY110" fmla="*/ 1926966 h 2323145"/>
              <a:gd name="connsiteX111" fmla="*/ 5829951 w 11269336"/>
              <a:gd name="connsiteY111" fmla="*/ 1934755 h 2323145"/>
              <a:gd name="connsiteX112" fmla="*/ 5765285 w 11269336"/>
              <a:gd name="connsiteY112" fmla="*/ 1941322 h 2323145"/>
              <a:gd name="connsiteX113" fmla="*/ 5734750 w 11269336"/>
              <a:gd name="connsiteY113" fmla="*/ 1939793 h 2323145"/>
              <a:gd name="connsiteX114" fmla="*/ 5733569 w 11269336"/>
              <a:gd name="connsiteY114" fmla="*/ 1940505 h 2323145"/>
              <a:gd name="connsiteX115" fmla="*/ 5730329 w 11269336"/>
              <a:gd name="connsiteY115" fmla="*/ 1937845 h 2323145"/>
              <a:gd name="connsiteX116" fmla="*/ 5724661 w 11269336"/>
              <a:gd name="connsiteY116" fmla="*/ 1937455 h 2323145"/>
              <a:gd name="connsiteX117" fmla="*/ 5710186 w 11269336"/>
              <a:gd name="connsiteY117" fmla="*/ 1941370 h 2323145"/>
              <a:gd name="connsiteX118" fmla="*/ 5704910 w 11269336"/>
              <a:gd name="connsiteY118" fmla="*/ 1943663 h 2323145"/>
              <a:gd name="connsiteX119" fmla="*/ 5696836 w 11269336"/>
              <a:gd name="connsiteY119" fmla="*/ 1945271 h 2323145"/>
              <a:gd name="connsiteX120" fmla="*/ 5696583 w 11269336"/>
              <a:gd name="connsiteY120" fmla="*/ 1945050 h 2323145"/>
              <a:gd name="connsiteX121" fmla="*/ 5689123 w 11269336"/>
              <a:gd name="connsiteY121" fmla="*/ 1947067 h 2323145"/>
              <a:gd name="connsiteX122" fmla="*/ 5653291 w 11269336"/>
              <a:gd name="connsiteY122" fmla="*/ 1960245 h 2323145"/>
              <a:gd name="connsiteX123" fmla="*/ 5599385 w 11269336"/>
              <a:gd name="connsiteY123" fmla="*/ 1945198 h 2323145"/>
              <a:gd name="connsiteX124" fmla="*/ 5578300 w 11269336"/>
              <a:gd name="connsiteY124" fmla="*/ 1944963 h 2323145"/>
              <a:gd name="connsiteX125" fmla="*/ 5566758 w 11269336"/>
              <a:gd name="connsiteY125" fmla="*/ 1943441 h 2323145"/>
              <a:gd name="connsiteX126" fmla="*/ 5565857 w 11269336"/>
              <a:gd name="connsiteY126" fmla="*/ 1942445 h 2323145"/>
              <a:gd name="connsiteX127" fmla="*/ 5531534 w 11269336"/>
              <a:gd name="connsiteY127" fmla="*/ 1955208 h 2323145"/>
              <a:gd name="connsiteX128" fmla="*/ 5526552 w 11269336"/>
              <a:gd name="connsiteY128" fmla="*/ 1954799 h 2323145"/>
              <a:gd name="connsiteX129" fmla="*/ 5504723 w 11269336"/>
              <a:gd name="connsiteY129" fmla="*/ 1965811 h 2323145"/>
              <a:gd name="connsiteX130" fmla="*/ 5493156 w 11269336"/>
              <a:gd name="connsiteY130" fmla="*/ 1970063 h 2323145"/>
              <a:gd name="connsiteX131" fmla="*/ 5490486 w 11269336"/>
              <a:gd name="connsiteY131" fmla="*/ 1974227 h 2323145"/>
              <a:gd name="connsiteX132" fmla="*/ 5473107 w 11269336"/>
              <a:gd name="connsiteY132" fmla="*/ 1979001 h 2323145"/>
              <a:gd name="connsiteX133" fmla="*/ 5470885 w 11269336"/>
              <a:gd name="connsiteY133" fmla="*/ 1978432 h 2323145"/>
              <a:gd name="connsiteX134" fmla="*/ 5457393 w 11269336"/>
              <a:gd name="connsiteY134" fmla="*/ 1986525 h 2323145"/>
              <a:gd name="connsiteX135" fmla="*/ 5447102 w 11269336"/>
              <a:gd name="connsiteY135" fmla="*/ 1998329 h 2323145"/>
              <a:gd name="connsiteX136" fmla="*/ 5159151 w 11269336"/>
              <a:gd name="connsiteY136" fmla="*/ 2029640 h 2323145"/>
              <a:gd name="connsiteX137" fmla="*/ 5041688 w 11269336"/>
              <a:gd name="connsiteY137" fmla="*/ 2022334 h 2323145"/>
              <a:gd name="connsiteX138" fmla="*/ 4860988 w 11269336"/>
              <a:gd name="connsiteY138" fmla="*/ 2135698 h 2323145"/>
              <a:gd name="connsiteX139" fmla="*/ 4807902 w 11269336"/>
              <a:gd name="connsiteY139" fmla="*/ 2138894 h 2323145"/>
              <a:gd name="connsiteX140" fmla="*/ 4765388 w 11269336"/>
              <a:gd name="connsiteY140" fmla="*/ 2162525 h 2323145"/>
              <a:gd name="connsiteX141" fmla="*/ 4745033 w 11269336"/>
              <a:gd name="connsiteY141" fmla="*/ 2158859 h 2323145"/>
              <a:gd name="connsiteX142" fmla="*/ 4741475 w 11269336"/>
              <a:gd name="connsiteY142" fmla="*/ 2157998 h 2323145"/>
              <a:gd name="connsiteX143" fmla="*/ 4728247 w 11269336"/>
              <a:gd name="connsiteY143" fmla="*/ 2159526 h 2323145"/>
              <a:gd name="connsiteX144" fmla="*/ 4723263 w 11269336"/>
              <a:gd name="connsiteY144" fmla="*/ 2153742 h 2323145"/>
              <a:gd name="connsiteX145" fmla="*/ 4702453 w 11269336"/>
              <a:gd name="connsiteY145" fmla="*/ 2151586 h 2323145"/>
              <a:gd name="connsiteX146" fmla="*/ 4678455 w 11269336"/>
              <a:gd name="connsiteY146" fmla="*/ 2156131 h 2323145"/>
              <a:gd name="connsiteX147" fmla="*/ 4593061 w 11269336"/>
              <a:gd name="connsiteY147" fmla="*/ 2171597 h 2323145"/>
              <a:gd name="connsiteX148" fmla="*/ 4579902 w 11269336"/>
              <a:gd name="connsiteY148" fmla="*/ 2177927 h 2323145"/>
              <a:gd name="connsiteX149" fmla="*/ 4533444 w 11269336"/>
              <a:gd name="connsiteY149" fmla="*/ 2181200 h 2323145"/>
              <a:gd name="connsiteX150" fmla="*/ 4492832 w 11269336"/>
              <a:gd name="connsiteY150" fmla="*/ 2188033 h 2323145"/>
              <a:gd name="connsiteX151" fmla="*/ 4467257 w 11269336"/>
              <a:gd name="connsiteY151" fmla="*/ 2196121 h 2323145"/>
              <a:gd name="connsiteX152" fmla="*/ 4459937 w 11269336"/>
              <a:gd name="connsiteY152" fmla="*/ 2195182 h 2323145"/>
              <a:gd name="connsiteX153" fmla="*/ 4433312 w 11269336"/>
              <a:gd name="connsiteY153" fmla="*/ 2199004 h 2323145"/>
              <a:gd name="connsiteX154" fmla="*/ 4420601 w 11269336"/>
              <a:gd name="connsiteY154" fmla="*/ 2205158 h 2323145"/>
              <a:gd name="connsiteX155" fmla="*/ 4405765 w 11269336"/>
              <a:gd name="connsiteY155" fmla="*/ 2199902 h 2323145"/>
              <a:gd name="connsiteX156" fmla="*/ 4401354 w 11269336"/>
              <a:gd name="connsiteY156" fmla="*/ 2194745 h 2323145"/>
              <a:gd name="connsiteX157" fmla="*/ 4383151 w 11269336"/>
              <a:gd name="connsiteY157" fmla="*/ 2201140 h 2323145"/>
              <a:gd name="connsiteX158" fmla="*/ 4366646 w 11269336"/>
              <a:gd name="connsiteY158" fmla="*/ 2198564 h 2323145"/>
              <a:gd name="connsiteX159" fmla="*/ 4354009 w 11269336"/>
              <a:gd name="connsiteY159" fmla="*/ 2204984 h 2323145"/>
              <a:gd name="connsiteX160" fmla="*/ 4348284 w 11269336"/>
              <a:gd name="connsiteY160" fmla="*/ 2205270 h 2323145"/>
              <a:gd name="connsiteX161" fmla="*/ 4333906 w 11269336"/>
              <a:gd name="connsiteY161" fmla="*/ 2205251 h 2323145"/>
              <a:gd name="connsiteX162" fmla="*/ 4308819 w 11269336"/>
              <a:gd name="connsiteY162" fmla="*/ 2203822 h 2323145"/>
              <a:gd name="connsiteX163" fmla="*/ 4301210 w 11269336"/>
              <a:gd name="connsiteY163" fmla="*/ 2204456 h 2323145"/>
              <a:gd name="connsiteX164" fmla="*/ 4283095 w 11269336"/>
              <a:gd name="connsiteY164" fmla="*/ 2198177 h 2323145"/>
              <a:gd name="connsiteX165" fmla="*/ 4250119 w 11269336"/>
              <a:gd name="connsiteY165" fmla="*/ 2196342 h 2323145"/>
              <a:gd name="connsiteX166" fmla="*/ 4189203 w 11269336"/>
              <a:gd name="connsiteY166" fmla="*/ 2178994 h 2323145"/>
              <a:gd name="connsiteX167" fmla="*/ 4154035 w 11269336"/>
              <a:gd name="connsiteY167" fmla="*/ 2171950 h 2323145"/>
              <a:gd name="connsiteX168" fmla="*/ 4129569 w 11269336"/>
              <a:gd name="connsiteY168" fmla="*/ 2163850 h 2323145"/>
              <a:gd name="connsiteX169" fmla="*/ 4061250 w 11269336"/>
              <a:gd name="connsiteY169" fmla="*/ 2159236 h 2323145"/>
              <a:gd name="connsiteX170" fmla="*/ 3945480 w 11269336"/>
              <a:gd name="connsiteY170" fmla="*/ 2158279 h 2323145"/>
              <a:gd name="connsiteX171" fmla="*/ 3921468 w 11269336"/>
              <a:gd name="connsiteY171" fmla="*/ 2156588 h 2323145"/>
              <a:gd name="connsiteX172" fmla="*/ 3903348 w 11269336"/>
              <a:gd name="connsiteY172" fmla="*/ 2149220 h 2323145"/>
              <a:gd name="connsiteX173" fmla="*/ 3901342 w 11269336"/>
              <a:gd name="connsiteY173" fmla="*/ 2142355 h 2323145"/>
              <a:gd name="connsiteX174" fmla="*/ 3888539 w 11269336"/>
              <a:gd name="connsiteY174" fmla="*/ 2140476 h 2323145"/>
              <a:gd name="connsiteX175" fmla="*/ 3885662 w 11269336"/>
              <a:gd name="connsiteY175" fmla="*/ 2138740 h 2323145"/>
              <a:gd name="connsiteX176" fmla="*/ 3868627 w 11269336"/>
              <a:gd name="connsiteY176" fmla="*/ 2130023 h 2323145"/>
              <a:gd name="connsiteX177" fmla="*/ 3819177 w 11269336"/>
              <a:gd name="connsiteY177" fmla="*/ 2142111 h 2323145"/>
              <a:gd name="connsiteX178" fmla="*/ 3769100 w 11269336"/>
              <a:gd name="connsiteY178" fmla="*/ 2131731 h 2323145"/>
              <a:gd name="connsiteX179" fmla="*/ 3562752 w 11269336"/>
              <a:gd name="connsiteY179" fmla="*/ 2131785 h 2323145"/>
              <a:gd name="connsiteX180" fmla="*/ 3541402 w 11269336"/>
              <a:gd name="connsiteY180" fmla="*/ 2106821 h 2323145"/>
              <a:gd name="connsiteX181" fmla="*/ 3365341 w 11269336"/>
              <a:gd name="connsiteY181" fmla="*/ 2077638 h 2323145"/>
              <a:gd name="connsiteX182" fmla="*/ 3170922 w 11269336"/>
              <a:gd name="connsiteY182" fmla="*/ 2115957 h 2323145"/>
              <a:gd name="connsiteX183" fmla="*/ 3156256 w 11269336"/>
              <a:gd name="connsiteY183" fmla="*/ 2124773 h 2323145"/>
              <a:gd name="connsiteX184" fmla="*/ 3140298 w 11269336"/>
              <a:gd name="connsiteY184" fmla="*/ 2129182 h 2323145"/>
              <a:gd name="connsiteX185" fmla="*/ 3138514 w 11269336"/>
              <a:gd name="connsiteY185" fmla="*/ 2128069 h 2323145"/>
              <a:gd name="connsiteX186" fmla="*/ 3120467 w 11269336"/>
              <a:gd name="connsiteY186" fmla="*/ 2128281 h 2323145"/>
              <a:gd name="connsiteX187" fmla="*/ 3116175 w 11269336"/>
              <a:gd name="connsiteY187" fmla="*/ 2131633 h 2323145"/>
              <a:gd name="connsiteX188" fmla="*/ 3103685 w 11269336"/>
              <a:gd name="connsiteY188" fmla="*/ 2132814 h 2323145"/>
              <a:gd name="connsiteX189" fmla="*/ 3078794 w 11269336"/>
              <a:gd name="connsiteY189" fmla="*/ 2137935 h 2323145"/>
              <a:gd name="connsiteX190" fmla="*/ 3074407 w 11269336"/>
              <a:gd name="connsiteY190" fmla="*/ 2136274 h 2323145"/>
              <a:gd name="connsiteX191" fmla="*/ 3037285 w 11269336"/>
              <a:gd name="connsiteY191" fmla="*/ 2139919 h 2323145"/>
              <a:gd name="connsiteX192" fmla="*/ 3036901 w 11269336"/>
              <a:gd name="connsiteY192" fmla="*/ 2138726 h 2323145"/>
              <a:gd name="connsiteX193" fmla="*/ 3026996 w 11269336"/>
              <a:gd name="connsiteY193" fmla="*/ 2134322 h 2323145"/>
              <a:gd name="connsiteX194" fmla="*/ 3007772 w 11269336"/>
              <a:gd name="connsiteY194" fmla="*/ 2128742 h 2323145"/>
              <a:gd name="connsiteX195" fmla="*/ 2965030 w 11269336"/>
              <a:gd name="connsiteY195" fmla="*/ 2100494 h 2323145"/>
              <a:gd name="connsiteX196" fmla="*/ 2926342 w 11269336"/>
              <a:gd name="connsiteY196" fmla="*/ 2104155 h 2323145"/>
              <a:gd name="connsiteX197" fmla="*/ 2918608 w 11269336"/>
              <a:gd name="connsiteY197" fmla="*/ 2104215 h 2323145"/>
              <a:gd name="connsiteX198" fmla="*/ 2918475 w 11269336"/>
              <a:gd name="connsiteY198" fmla="*/ 2103937 h 2323145"/>
              <a:gd name="connsiteX199" fmla="*/ 2910360 w 11269336"/>
              <a:gd name="connsiteY199" fmla="*/ 2103444 h 2323145"/>
              <a:gd name="connsiteX200" fmla="*/ 2904507 w 11269336"/>
              <a:gd name="connsiteY200" fmla="*/ 2104326 h 2323145"/>
              <a:gd name="connsiteX201" fmla="*/ 2889503 w 11269336"/>
              <a:gd name="connsiteY201" fmla="*/ 2104443 h 2323145"/>
              <a:gd name="connsiteX202" fmla="*/ 2884480 w 11269336"/>
              <a:gd name="connsiteY202" fmla="*/ 2102626 h 2323145"/>
              <a:gd name="connsiteX203" fmla="*/ 2882689 w 11269336"/>
              <a:gd name="connsiteY203" fmla="*/ 2099228 h 2323145"/>
              <a:gd name="connsiteX204" fmla="*/ 2881291 w 11269336"/>
              <a:gd name="connsiteY204" fmla="*/ 2099618 h 2323145"/>
              <a:gd name="connsiteX205" fmla="*/ 2853979 w 11269336"/>
              <a:gd name="connsiteY205" fmla="*/ 2090388 h 2323145"/>
              <a:gd name="connsiteX206" fmla="*/ 2791790 w 11269336"/>
              <a:gd name="connsiteY206" fmla="*/ 2080332 h 2323145"/>
              <a:gd name="connsiteX207" fmla="*/ 2755844 w 11269336"/>
              <a:gd name="connsiteY207" fmla="*/ 2078874 h 2323145"/>
              <a:gd name="connsiteX208" fmla="*/ 2657742 w 11269336"/>
              <a:gd name="connsiteY208" fmla="*/ 2070179 h 2323145"/>
              <a:gd name="connsiteX209" fmla="*/ 2559549 w 11269336"/>
              <a:gd name="connsiteY209" fmla="*/ 2057873 h 2323145"/>
              <a:gd name="connsiteX210" fmla="*/ 2512054 w 11269336"/>
              <a:gd name="connsiteY210" fmla="*/ 2031671 h 2323145"/>
              <a:gd name="connsiteX211" fmla="*/ 2506437 w 11269336"/>
              <a:gd name="connsiteY211" fmla="*/ 2030918 h 2323145"/>
              <a:gd name="connsiteX212" fmla="*/ 2491752 w 11269336"/>
              <a:gd name="connsiteY212" fmla="*/ 2033906 h 2323145"/>
              <a:gd name="connsiteX213" fmla="*/ 2486338 w 11269336"/>
              <a:gd name="connsiteY213" fmla="*/ 2035862 h 2323145"/>
              <a:gd name="connsiteX214" fmla="*/ 2478186 w 11269336"/>
              <a:gd name="connsiteY214" fmla="*/ 2036953 h 2323145"/>
              <a:gd name="connsiteX215" fmla="*/ 2477950 w 11269336"/>
              <a:gd name="connsiteY215" fmla="*/ 2036715 h 2323145"/>
              <a:gd name="connsiteX216" fmla="*/ 2470381 w 11269336"/>
              <a:gd name="connsiteY216" fmla="*/ 2038256 h 2323145"/>
              <a:gd name="connsiteX217" fmla="*/ 2433781 w 11269336"/>
              <a:gd name="connsiteY217" fmla="*/ 2049140 h 2323145"/>
              <a:gd name="connsiteX218" fmla="*/ 2381172 w 11269336"/>
              <a:gd name="connsiteY218" fmla="*/ 2030645 h 2323145"/>
              <a:gd name="connsiteX219" fmla="*/ 2360198 w 11269336"/>
              <a:gd name="connsiteY219" fmla="*/ 2029059 h 2323145"/>
              <a:gd name="connsiteX220" fmla="*/ 2348815 w 11269336"/>
              <a:gd name="connsiteY220" fmla="*/ 2026798 h 2323145"/>
              <a:gd name="connsiteX221" fmla="*/ 2347988 w 11269336"/>
              <a:gd name="connsiteY221" fmla="*/ 2025745 h 2323145"/>
              <a:gd name="connsiteX222" fmla="*/ 2312920 w 11269336"/>
              <a:gd name="connsiteY222" fmla="*/ 2036311 h 2323145"/>
              <a:gd name="connsiteX223" fmla="*/ 2307986 w 11269336"/>
              <a:gd name="connsiteY223" fmla="*/ 2035583 h 2323145"/>
              <a:gd name="connsiteX224" fmla="*/ 2285481 w 11269336"/>
              <a:gd name="connsiteY224" fmla="*/ 2045197 h 2323145"/>
              <a:gd name="connsiteX225" fmla="*/ 2273666 w 11269336"/>
              <a:gd name="connsiteY225" fmla="*/ 2048710 h 2323145"/>
              <a:gd name="connsiteX226" fmla="*/ 2270719 w 11269336"/>
              <a:gd name="connsiteY226" fmla="*/ 2052702 h 2323145"/>
              <a:gd name="connsiteX227" fmla="*/ 2253080 w 11269336"/>
              <a:gd name="connsiteY227" fmla="*/ 2056363 h 2323145"/>
              <a:gd name="connsiteX228" fmla="*/ 2250906 w 11269336"/>
              <a:gd name="connsiteY228" fmla="*/ 2055654 h 2323145"/>
              <a:gd name="connsiteX229" fmla="*/ 2236905 w 11269336"/>
              <a:gd name="connsiteY229" fmla="*/ 2062882 h 2323145"/>
              <a:gd name="connsiteX230" fmla="*/ 2225830 w 11269336"/>
              <a:gd name="connsiteY230" fmla="*/ 2074027 h 2323145"/>
              <a:gd name="connsiteX231" fmla="*/ 2073776 w 11269336"/>
              <a:gd name="connsiteY231" fmla="*/ 2089244 h 2323145"/>
              <a:gd name="connsiteX232" fmla="*/ 1948256 w 11269336"/>
              <a:gd name="connsiteY232" fmla="*/ 2146616 h 2323145"/>
              <a:gd name="connsiteX233" fmla="*/ 1865582 w 11269336"/>
              <a:gd name="connsiteY233" fmla="*/ 2153738 h 2323145"/>
              <a:gd name="connsiteX234" fmla="*/ 1835210 w 11269336"/>
              <a:gd name="connsiteY234" fmla="*/ 2134244 h 2323145"/>
              <a:gd name="connsiteX235" fmla="*/ 1632661 w 11269336"/>
              <a:gd name="connsiteY235" fmla="*/ 2173882 h 2323145"/>
              <a:gd name="connsiteX236" fmla="*/ 1579590 w 11269336"/>
              <a:gd name="connsiteY236" fmla="*/ 2173680 h 2323145"/>
              <a:gd name="connsiteX237" fmla="*/ 1535601 w 11269336"/>
              <a:gd name="connsiteY237" fmla="*/ 2194590 h 2323145"/>
              <a:gd name="connsiteX238" fmla="*/ 1515594 w 11269336"/>
              <a:gd name="connsiteY238" fmla="*/ 2189622 h 2323145"/>
              <a:gd name="connsiteX239" fmla="*/ 1512113 w 11269336"/>
              <a:gd name="connsiteY239" fmla="*/ 2188534 h 2323145"/>
              <a:gd name="connsiteX240" fmla="*/ 1498838 w 11269336"/>
              <a:gd name="connsiteY240" fmla="*/ 2189213 h 2323145"/>
              <a:gd name="connsiteX241" fmla="*/ 1494279 w 11269336"/>
              <a:gd name="connsiteY241" fmla="*/ 2183112 h 2323145"/>
              <a:gd name="connsiteX242" fmla="*/ 1473714 w 11269336"/>
              <a:gd name="connsiteY242" fmla="*/ 2179625 h 2323145"/>
              <a:gd name="connsiteX243" fmla="*/ 1449503 w 11269336"/>
              <a:gd name="connsiteY243" fmla="*/ 2182633 h 2323145"/>
              <a:gd name="connsiteX244" fmla="*/ 1266687 w 11269336"/>
              <a:gd name="connsiteY244" fmla="*/ 2212688 h 2323145"/>
              <a:gd name="connsiteX245" fmla="*/ 1239614 w 11269336"/>
              <a:gd name="connsiteY245" fmla="*/ 2209727 h 2323145"/>
              <a:gd name="connsiteX246" fmla="*/ 1202436 w 11269336"/>
              <a:gd name="connsiteY246" fmla="*/ 2209817 h 2323145"/>
              <a:gd name="connsiteX247" fmla="*/ 1136097 w 11269336"/>
              <a:gd name="connsiteY247" fmla="*/ 2205112 h 2323145"/>
              <a:gd name="connsiteX248" fmla="*/ 988232 w 11269336"/>
              <a:gd name="connsiteY248" fmla="*/ 2235635 h 2323145"/>
              <a:gd name="connsiteX249" fmla="*/ 981959 w 11269336"/>
              <a:gd name="connsiteY249" fmla="*/ 2231607 h 2323145"/>
              <a:gd name="connsiteX250" fmla="*/ 938600 w 11269336"/>
              <a:gd name="connsiteY250" fmla="*/ 2238113 h 2323145"/>
              <a:gd name="connsiteX251" fmla="*/ 791788 w 11269336"/>
              <a:gd name="connsiteY251" fmla="*/ 2293224 h 2323145"/>
              <a:gd name="connsiteX252" fmla="*/ 706914 w 11269336"/>
              <a:gd name="connsiteY252" fmla="*/ 2305046 h 2323145"/>
              <a:gd name="connsiteX253" fmla="*/ 675971 w 11269336"/>
              <a:gd name="connsiteY253" fmla="*/ 2304030 h 2323145"/>
              <a:gd name="connsiteX254" fmla="*/ 624180 w 11269336"/>
              <a:gd name="connsiteY254" fmla="*/ 2302650 h 2323145"/>
              <a:gd name="connsiteX255" fmla="*/ 583453 w 11269336"/>
              <a:gd name="connsiteY255" fmla="*/ 2288788 h 2323145"/>
              <a:gd name="connsiteX256" fmla="*/ 540946 w 11269336"/>
              <a:gd name="connsiteY256" fmla="*/ 2292721 h 2323145"/>
              <a:gd name="connsiteX257" fmla="*/ 533680 w 11269336"/>
              <a:gd name="connsiteY257" fmla="*/ 2310233 h 2323145"/>
              <a:gd name="connsiteX258" fmla="*/ 487366 w 11269336"/>
              <a:gd name="connsiteY258" fmla="*/ 2309053 h 2323145"/>
              <a:gd name="connsiteX259" fmla="*/ 416820 w 11269336"/>
              <a:gd name="connsiteY259" fmla="*/ 2305443 h 2323145"/>
              <a:gd name="connsiteX260" fmla="*/ 376805 w 11269336"/>
              <a:gd name="connsiteY260" fmla="*/ 2307647 h 2323145"/>
              <a:gd name="connsiteX261" fmla="*/ 266777 w 11269336"/>
              <a:gd name="connsiteY261" fmla="*/ 2309012 h 2323145"/>
              <a:gd name="connsiteX262" fmla="*/ 156013 w 11269336"/>
              <a:gd name="connsiteY262" fmla="*/ 2306832 h 2323145"/>
              <a:gd name="connsiteX263" fmla="*/ 87258 w 11269336"/>
              <a:gd name="connsiteY263" fmla="*/ 2285511 h 2323145"/>
              <a:gd name="connsiteX264" fmla="*/ 23798 w 11269336"/>
              <a:gd name="connsiteY264" fmla="*/ 2281822 h 2323145"/>
              <a:gd name="connsiteX265" fmla="*/ 0 w 11269336"/>
              <a:gd name="connsiteY265" fmla="*/ 2285369 h 2323145"/>
              <a:gd name="connsiteX266" fmla="*/ 0 w 11269336"/>
              <a:gd name="connsiteY266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380600 w 11269336"/>
              <a:gd name="connsiteY19" fmla="*/ 549821 h 2323145"/>
              <a:gd name="connsiteX20" fmla="*/ 9139429 w 11269336"/>
              <a:gd name="connsiteY20" fmla="*/ 696446 h 2323145"/>
              <a:gd name="connsiteX21" fmla="*/ 9028928 w 11269336"/>
              <a:gd name="connsiteY21" fmla="*/ 745350 h 2323145"/>
              <a:gd name="connsiteX22" fmla="*/ 8977138 w 11269336"/>
              <a:gd name="connsiteY22" fmla="*/ 774970 h 2323145"/>
              <a:gd name="connsiteX23" fmla="*/ 8947030 w 11269336"/>
              <a:gd name="connsiteY23" fmla="*/ 814934 h 2323145"/>
              <a:gd name="connsiteX24" fmla="*/ 8914746 w 11269336"/>
              <a:gd name="connsiteY24" fmla="*/ 826428 h 2323145"/>
              <a:gd name="connsiteX25" fmla="*/ 8917778 w 11269336"/>
              <a:gd name="connsiteY25" fmla="*/ 835198 h 2323145"/>
              <a:gd name="connsiteX26" fmla="*/ 8905560 w 11269336"/>
              <a:gd name="connsiteY26" fmla="*/ 838358 h 2323145"/>
              <a:gd name="connsiteX27" fmla="*/ 8897564 w 11269336"/>
              <a:gd name="connsiteY27" fmla="*/ 834287 h 2323145"/>
              <a:gd name="connsiteX28" fmla="*/ 8878040 w 11269336"/>
              <a:gd name="connsiteY28" fmla="*/ 844150 h 2323145"/>
              <a:gd name="connsiteX29" fmla="*/ 8882654 w 11269336"/>
              <a:gd name="connsiteY29" fmla="*/ 892768 h 2323145"/>
              <a:gd name="connsiteX30" fmla="*/ 8795998 w 11269336"/>
              <a:gd name="connsiteY30" fmla="*/ 863337 h 2323145"/>
              <a:gd name="connsiteX31" fmla="*/ 8776970 w 11269336"/>
              <a:gd name="connsiteY31" fmla="*/ 885177 h 2323145"/>
              <a:gd name="connsiteX32" fmla="*/ 8755719 w 11269336"/>
              <a:gd name="connsiteY32" fmla="*/ 889754 h 2323145"/>
              <a:gd name="connsiteX33" fmla="*/ 8743257 w 11269336"/>
              <a:gd name="connsiteY33" fmla="*/ 904723 h 2323145"/>
              <a:gd name="connsiteX34" fmla="*/ 8721366 w 11269336"/>
              <a:gd name="connsiteY34" fmla="*/ 904711 h 2323145"/>
              <a:gd name="connsiteX35" fmla="*/ 8678353 w 11269336"/>
              <a:gd name="connsiteY35" fmla="*/ 926318 h 2323145"/>
              <a:gd name="connsiteX36" fmla="*/ 8636849 w 11269336"/>
              <a:gd name="connsiteY36" fmla="*/ 937900 h 2323145"/>
              <a:gd name="connsiteX37" fmla="*/ 8620213 w 11269336"/>
              <a:gd name="connsiteY37" fmla="*/ 943068 h 2323145"/>
              <a:gd name="connsiteX38" fmla="*/ 8612581 w 11269336"/>
              <a:gd name="connsiteY38" fmla="*/ 952695 h 2323145"/>
              <a:gd name="connsiteX39" fmla="*/ 8589038 w 11269336"/>
              <a:gd name="connsiteY39" fmla="*/ 963892 h 2323145"/>
              <a:gd name="connsiteX40" fmla="*/ 8579950 w 11269336"/>
              <a:gd name="connsiteY40" fmla="*/ 960899 h 2323145"/>
              <a:gd name="connsiteX41" fmla="*/ 8579319 w 11269336"/>
              <a:gd name="connsiteY41" fmla="*/ 965630 h 2323145"/>
              <a:gd name="connsiteX42" fmla="*/ 8547429 w 11269336"/>
              <a:gd name="connsiteY42" fmla="*/ 984506 h 2323145"/>
              <a:gd name="connsiteX43" fmla="*/ 8478704 w 11269336"/>
              <a:gd name="connsiteY43" fmla="*/ 1025490 h 2323145"/>
              <a:gd name="connsiteX44" fmla="*/ 8461421 w 11269336"/>
              <a:gd name="connsiteY44" fmla="*/ 1035512 h 2323145"/>
              <a:gd name="connsiteX45" fmla="*/ 8445003 w 11269336"/>
              <a:gd name="connsiteY45" fmla="*/ 1036851 h 2323145"/>
              <a:gd name="connsiteX46" fmla="*/ 8357350 w 11269336"/>
              <a:gd name="connsiteY46" fmla="*/ 1060213 h 2323145"/>
              <a:gd name="connsiteX47" fmla="*/ 8335565 w 11269336"/>
              <a:gd name="connsiteY47" fmla="*/ 1061151 h 2323145"/>
              <a:gd name="connsiteX48" fmla="*/ 8325267 w 11269336"/>
              <a:gd name="connsiteY48" fmla="*/ 1055919 h 2323145"/>
              <a:gd name="connsiteX49" fmla="*/ 8293586 w 11269336"/>
              <a:gd name="connsiteY49" fmla="*/ 1076144 h 2323145"/>
              <a:gd name="connsiteX50" fmla="*/ 8242405 w 11269336"/>
              <a:gd name="connsiteY50" fmla="*/ 1095960 h 2323145"/>
              <a:gd name="connsiteX51" fmla="*/ 8197391 w 11269336"/>
              <a:gd name="connsiteY51" fmla="*/ 1107746 h 2323145"/>
              <a:gd name="connsiteX52" fmla="*/ 8081474 w 11269336"/>
              <a:gd name="connsiteY52" fmla="*/ 1130125 h 2323145"/>
              <a:gd name="connsiteX53" fmla="*/ 8053585 w 11269336"/>
              <a:gd name="connsiteY53" fmla="*/ 1129169 h 2323145"/>
              <a:gd name="connsiteX54" fmla="*/ 8038422 w 11269336"/>
              <a:gd name="connsiteY54" fmla="*/ 1119092 h 2323145"/>
              <a:gd name="connsiteX55" fmla="*/ 8029450 w 11269336"/>
              <a:gd name="connsiteY55" fmla="*/ 1125592 h 2323145"/>
              <a:gd name="connsiteX56" fmla="*/ 7959552 w 11269336"/>
              <a:gd name="connsiteY56" fmla="*/ 1140188 h 2323145"/>
              <a:gd name="connsiteX57" fmla="*/ 7914188 w 11269336"/>
              <a:gd name="connsiteY57" fmla="*/ 1150862 h 2323145"/>
              <a:gd name="connsiteX58" fmla="*/ 7914918 w 11269336"/>
              <a:gd name="connsiteY58" fmla="*/ 1168758 h 2323145"/>
              <a:gd name="connsiteX59" fmla="*/ 7875510 w 11269336"/>
              <a:gd name="connsiteY59" fmla="*/ 1183153 h 2323145"/>
              <a:gd name="connsiteX60" fmla="*/ 7829932 w 11269336"/>
              <a:gd name="connsiteY60" fmla="*/ 1180782 h 2323145"/>
              <a:gd name="connsiteX61" fmla="*/ 7779182 w 11269336"/>
              <a:gd name="connsiteY61" fmla="*/ 1192665 h 2323145"/>
              <a:gd name="connsiteX62" fmla="*/ 7748774 w 11269336"/>
              <a:gd name="connsiteY62" fmla="*/ 1199586 h 2323145"/>
              <a:gd name="connsiteX63" fmla="*/ 7671846 w 11269336"/>
              <a:gd name="connsiteY63" fmla="*/ 1231966 h 2323145"/>
              <a:gd name="connsiteX64" fmla="*/ 7554146 w 11269336"/>
              <a:gd name="connsiteY64" fmla="*/ 1319748 h 2323145"/>
              <a:gd name="connsiteX65" fmla="*/ 7515052 w 11269336"/>
              <a:gd name="connsiteY65" fmla="*/ 1336718 h 2323145"/>
              <a:gd name="connsiteX66" fmla="*/ 7507193 w 11269336"/>
              <a:gd name="connsiteY66" fmla="*/ 1334617 h 2323145"/>
              <a:gd name="connsiteX67" fmla="*/ 7461694 w 11269336"/>
              <a:gd name="connsiteY67" fmla="*/ 1375866 h 2323145"/>
              <a:gd name="connsiteX68" fmla="*/ 7377571 w 11269336"/>
              <a:gd name="connsiteY68" fmla="*/ 1400128 h 2323145"/>
              <a:gd name="connsiteX69" fmla="*/ 7311261 w 11269336"/>
              <a:gd name="connsiteY69" fmla="*/ 1412652 h 2323145"/>
              <a:gd name="connsiteX70" fmla="*/ 7275307 w 11269336"/>
              <a:gd name="connsiteY70" fmla="*/ 1422171 h 2323145"/>
              <a:gd name="connsiteX71" fmla="*/ 7247783 w 11269336"/>
              <a:gd name="connsiteY71" fmla="*/ 1426330 h 2323145"/>
              <a:gd name="connsiteX72" fmla="*/ 7185047 w 11269336"/>
              <a:gd name="connsiteY72" fmla="*/ 1451812 h 2323145"/>
              <a:gd name="connsiteX73" fmla="*/ 7084117 w 11269336"/>
              <a:gd name="connsiteY73" fmla="*/ 1500281 h 2323145"/>
              <a:gd name="connsiteX74" fmla="*/ 7062011 w 11269336"/>
              <a:gd name="connsiteY74" fmla="*/ 1509183 h 2323145"/>
              <a:gd name="connsiteX75" fmla="*/ 7040555 w 11269336"/>
              <a:gd name="connsiteY75" fmla="*/ 1511207 h 2323145"/>
              <a:gd name="connsiteX76" fmla="*/ 7033438 w 11269336"/>
              <a:gd name="connsiteY76" fmla="*/ 1506772 h 2323145"/>
              <a:gd name="connsiteX77" fmla="*/ 7020886 w 11269336"/>
              <a:gd name="connsiteY77" fmla="*/ 1510764 h 2323145"/>
              <a:gd name="connsiteX78" fmla="*/ 7017033 w 11269336"/>
              <a:gd name="connsiteY78" fmla="*/ 1510650 h 2323145"/>
              <a:gd name="connsiteX79" fmla="*/ 6995460 w 11269336"/>
              <a:gd name="connsiteY79" fmla="*/ 1511173 h 2323145"/>
              <a:gd name="connsiteX80" fmla="*/ 6962144 w 11269336"/>
              <a:gd name="connsiteY80" fmla="*/ 1541508 h 2323145"/>
              <a:gd name="connsiteX81" fmla="*/ 6910674 w 11269336"/>
              <a:gd name="connsiteY81" fmla="*/ 1554793 h 2323145"/>
              <a:gd name="connsiteX82" fmla="*/ 6732152 w 11269336"/>
              <a:gd name="connsiteY82" fmla="*/ 1642538 h 2323145"/>
              <a:gd name="connsiteX83" fmla="*/ 6694106 w 11269336"/>
              <a:gd name="connsiteY83" fmla="*/ 1632377 h 2323145"/>
              <a:gd name="connsiteX84" fmla="*/ 6617223 w 11269336"/>
              <a:gd name="connsiteY84" fmla="*/ 1659889 h 2323145"/>
              <a:gd name="connsiteX85" fmla="*/ 6521138 w 11269336"/>
              <a:gd name="connsiteY85" fmla="*/ 1744340 h 2323145"/>
              <a:gd name="connsiteX86" fmla="*/ 6380677 w 11269336"/>
              <a:gd name="connsiteY86" fmla="*/ 1796883 h 2323145"/>
              <a:gd name="connsiteX87" fmla="*/ 6374897 w 11269336"/>
              <a:gd name="connsiteY87" fmla="*/ 1809910 h 2323145"/>
              <a:gd name="connsiteX88" fmla="*/ 6364545 w 11269336"/>
              <a:gd name="connsiteY88" fmla="*/ 1820090 h 2323145"/>
              <a:gd name="connsiteX89" fmla="*/ 6362126 w 11269336"/>
              <a:gd name="connsiteY89" fmla="*/ 1819991 h 2323145"/>
              <a:gd name="connsiteX90" fmla="*/ 6346673 w 11269336"/>
              <a:gd name="connsiteY90" fmla="*/ 1827824 h 2323145"/>
              <a:gd name="connsiteX91" fmla="*/ 6345588 w 11269336"/>
              <a:gd name="connsiteY91" fmla="*/ 1832232 h 2323145"/>
              <a:gd name="connsiteX92" fmla="*/ 6335708 w 11269336"/>
              <a:gd name="connsiteY92" fmla="*/ 1838451 h 2323145"/>
              <a:gd name="connsiteX93" fmla="*/ 6318182 w 11269336"/>
              <a:gd name="connsiteY93" fmla="*/ 1852975 h 2323145"/>
              <a:gd name="connsiteX94" fmla="*/ 6313084 w 11269336"/>
              <a:gd name="connsiteY94" fmla="*/ 1853561 h 2323145"/>
              <a:gd name="connsiteX95" fmla="*/ 6283816 w 11269336"/>
              <a:gd name="connsiteY95" fmla="*/ 1872148 h 2323145"/>
              <a:gd name="connsiteX96" fmla="*/ 6282550 w 11269336"/>
              <a:gd name="connsiteY96" fmla="*/ 1871392 h 2323145"/>
              <a:gd name="connsiteX97" fmla="*/ 6270527 w 11269336"/>
              <a:gd name="connsiteY97" fmla="*/ 1872208 h 2323145"/>
              <a:gd name="connsiteX98" fmla="*/ 6249518 w 11269336"/>
              <a:gd name="connsiteY98" fmla="*/ 1876079 h 2323145"/>
              <a:gd name="connsiteX99" fmla="*/ 6190386 w 11269336"/>
              <a:gd name="connsiteY99" fmla="*/ 1872478 h 2323145"/>
              <a:gd name="connsiteX100" fmla="*/ 6159777 w 11269336"/>
              <a:gd name="connsiteY100" fmla="*/ 1891745 h 2323145"/>
              <a:gd name="connsiteX101" fmla="*/ 6153131 w 11269336"/>
              <a:gd name="connsiteY101" fmla="*/ 1895079 h 2323145"/>
              <a:gd name="connsiteX102" fmla="*/ 6152798 w 11269336"/>
              <a:gd name="connsiteY102" fmla="*/ 1894920 h 2323145"/>
              <a:gd name="connsiteX103" fmla="*/ 6145388 w 11269336"/>
              <a:gd name="connsiteY103" fmla="*/ 1897990 h 2323145"/>
              <a:gd name="connsiteX104" fmla="*/ 6141014 w 11269336"/>
              <a:gd name="connsiteY104" fmla="*/ 1901155 h 2323145"/>
              <a:gd name="connsiteX105" fmla="*/ 6128122 w 11269336"/>
              <a:gd name="connsiteY105" fmla="*/ 1907623 h 2323145"/>
              <a:gd name="connsiteX106" fmla="*/ 6122351 w 11269336"/>
              <a:gd name="connsiteY106" fmla="*/ 1908359 h 2323145"/>
              <a:gd name="connsiteX107" fmla="*/ 6064750 w 11269336"/>
              <a:gd name="connsiteY107" fmla="*/ 1896394 h 2323145"/>
              <a:gd name="connsiteX108" fmla="*/ 5964230 w 11269336"/>
              <a:gd name="connsiteY108" fmla="*/ 1910038 h 2323145"/>
              <a:gd name="connsiteX109" fmla="*/ 5865399 w 11269336"/>
              <a:gd name="connsiteY109" fmla="*/ 1926966 h 2323145"/>
              <a:gd name="connsiteX110" fmla="*/ 5829951 w 11269336"/>
              <a:gd name="connsiteY110" fmla="*/ 1934755 h 2323145"/>
              <a:gd name="connsiteX111" fmla="*/ 5765285 w 11269336"/>
              <a:gd name="connsiteY111" fmla="*/ 1941322 h 2323145"/>
              <a:gd name="connsiteX112" fmla="*/ 5734750 w 11269336"/>
              <a:gd name="connsiteY112" fmla="*/ 1939793 h 2323145"/>
              <a:gd name="connsiteX113" fmla="*/ 5733569 w 11269336"/>
              <a:gd name="connsiteY113" fmla="*/ 1940505 h 2323145"/>
              <a:gd name="connsiteX114" fmla="*/ 5730329 w 11269336"/>
              <a:gd name="connsiteY114" fmla="*/ 1937845 h 2323145"/>
              <a:gd name="connsiteX115" fmla="*/ 5724661 w 11269336"/>
              <a:gd name="connsiteY115" fmla="*/ 1937455 h 2323145"/>
              <a:gd name="connsiteX116" fmla="*/ 5710186 w 11269336"/>
              <a:gd name="connsiteY116" fmla="*/ 1941370 h 2323145"/>
              <a:gd name="connsiteX117" fmla="*/ 5704910 w 11269336"/>
              <a:gd name="connsiteY117" fmla="*/ 1943663 h 2323145"/>
              <a:gd name="connsiteX118" fmla="*/ 5696836 w 11269336"/>
              <a:gd name="connsiteY118" fmla="*/ 1945271 h 2323145"/>
              <a:gd name="connsiteX119" fmla="*/ 5696583 w 11269336"/>
              <a:gd name="connsiteY119" fmla="*/ 1945050 h 2323145"/>
              <a:gd name="connsiteX120" fmla="*/ 5689123 w 11269336"/>
              <a:gd name="connsiteY120" fmla="*/ 1947067 h 2323145"/>
              <a:gd name="connsiteX121" fmla="*/ 5653291 w 11269336"/>
              <a:gd name="connsiteY121" fmla="*/ 1960245 h 2323145"/>
              <a:gd name="connsiteX122" fmla="*/ 5599385 w 11269336"/>
              <a:gd name="connsiteY122" fmla="*/ 1945198 h 2323145"/>
              <a:gd name="connsiteX123" fmla="*/ 5578300 w 11269336"/>
              <a:gd name="connsiteY123" fmla="*/ 1944963 h 2323145"/>
              <a:gd name="connsiteX124" fmla="*/ 5566758 w 11269336"/>
              <a:gd name="connsiteY124" fmla="*/ 1943441 h 2323145"/>
              <a:gd name="connsiteX125" fmla="*/ 5565857 w 11269336"/>
              <a:gd name="connsiteY125" fmla="*/ 1942445 h 2323145"/>
              <a:gd name="connsiteX126" fmla="*/ 5531534 w 11269336"/>
              <a:gd name="connsiteY126" fmla="*/ 1955208 h 2323145"/>
              <a:gd name="connsiteX127" fmla="*/ 5526552 w 11269336"/>
              <a:gd name="connsiteY127" fmla="*/ 1954799 h 2323145"/>
              <a:gd name="connsiteX128" fmla="*/ 5504723 w 11269336"/>
              <a:gd name="connsiteY128" fmla="*/ 1965811 h 2323145"/>
              <a:gd name="connsiteX129" fmla="*/ 5493156 w 11269336"/>
              <a:gd name="connsiteY129" fmla="*/ 1970063 h 2323145"/>
              <a:gd name="connsiteX130" fmla="*/ 5490486 w 11269336"/>
              <a:gd name="connsiteY130" fmla="*/ 1974227 h 2323145"/>
              <a:gd name="connsiteX131" fmla="*/ 5473107 w 11269336"/>
              <a:gd name="connsiteY131" fmla="*/ 1979001 h 2323145"/>
              <a:gd name="connsiteX132" fmla="*/ 5470885 w 11269336"/>
              <a:gd name="connsiteY132" fmla="*/ 1978432 h 2323145"/>
              <a:gd name="connsiteX133" fmla="*/ 5457393 w 11269336"/>
              <a:gd name="connsiteY133" fmla="*/ 1986525 h 2323145"/>
              <a:gd name="connsiteX134" fmla="*/ 5447102 w 11269336"/>
              <a:gd name="connsiteY134" fmla="*/ 1998329 h 2323145"/>
              <a:gd name="connsiteX135" fmla="*/ 5159151 w 11269336"/>
              <a:gd name="connsiteY135" fmla="*/ 2029640 h 2323145"/>
              <a:gd name="connsiteX136" fmla="*/ 5041688 w 11269336"/>
              <a:gd name="connsiteY136" fmla="*/ 2022334 h 2323145"/>
              <a:gd name="connsiteX137" fmla="*/ 4860988 w 11269336"/>
              <a:gd name="connsiteY137" fmla="*/ 2135698 h 2323145"/>
              <a:gd name="connsiteX138" fmla="*/ 4807902 w 11269336"/>
              <a:gd name="connsiteY138" fmla="*/ 2138894 h 2323145"/>
              <a:gd name="connsiteX139" fmla="*/ 4765388 w 11269336"/>
              <a:gd name="connsiteY139" fmla="*/ 2162525 h 2323145"/>
              <a:gd name="connsiteX140" fmla="*/ 4745033 w 11269336"/>
              <a:gd name="connsiteY140" fmla="*/ 2158859 h 2323145"/>
              <a:gd name="connsiteX141" fmla="*/ 4741475 w 11269336"/>
              <a:gd name="connsiteY141" fmla="*/ 2157998 h 2323145"/>
              <a:gd name="connsiteX142" fmla="*/ 4728247 w 11269336"/>
              <a:gd name="connsiteY142" fmla="*/ 2159526 h 2323145"/>
              <a:gd name="connsiteX143" fmla="*/ 4723263 w 11269336"/>
              <a:gd name="connsiteY143" fmla="*/ 2153742 h 2323145"/>
              <a:gd name="connsiteX144" fmla="*/ 4702453 w 11269336"/>
              <a:gd name="connsiteY144" fmla="*/ 2151586 h 2323145"/>
              <a:gd name="connsiteX145" fmla="*/ 4678455 w 11269336"/>
              <a:gd name="connsiteY145" fmla="*/ 2156131 h 2323145"/>
              <a:gd name="connsiteX146" fmla="*/ 4593061 w 11269336"/>
              <a:gd name="connsiteY146" fmla="*/ 2171597 h 2323145"/>
              <a:gd name="connsiteX147" fmla="*/ 4579902 w 11269336"/>
              <a:gd name="connsiteY147" fmla="*/ 2177927 h 2323145"/>
              <a:gd name="connsiteX148" fmla="*/ 4533444 w 11269336"/>
              <a:gd name="connsiteY148" fmla="*/ 2181200 h 2323145"/>
              <a:gd name="connsiteX149" fmla="*/ 4492832 w 11269336"/>
              <a:gd name="connsiteY149" fmla="*/ 2188033 h 2323145"/>
              <a:gd name="connsiteX150" fmla="*/ 4467257 w 11269336"/>
              <a:gd name="connsiteY150" fmla="*/ 2196121 h 2323145"/>
              <a:gd name="connsiteX151" fmla="*/ 4459937 w 11269336"/>
              <a:gd name="connsiteY151" fmla="*/ 2195182 h 2323145"/>
              <a:gd name="connsiteX152" fmla="*/ 4433312 w 11269336"/>
              <a:gd name="connsiteY152" fmla="*/ 2199004 h 2323145"/>
              <a:gd name="connsiteX153" fmla="*/ 4420601 w 11269336"/>
              <a:gd name="connsiteY153" fmla="*/ 2205158 h 2323145"/>
              <a:gd name="connsiteX154" fmla="*/ 4405765 w 11269336"/>
              <a:gd name="connsiteY154" fmla="*/ 2199902 h 2323145"/>
              <a:gd name="connsiteX155" fmla="*/ 4401354 w 11269336"/>
              <a:gd name="connsiteY155" fmla="*/ 2194745 h 2323145"/>
              <a:gd name="connsiteX156" fmla="*/ 4383151 w 11269336"/>
              <a:gd name="connsiteY156" fmla="*/ 2201140 h 2323145"/>
              <a:gd name="connsiteX157" fmla="*/ 4366646 w 11269336"/>
              <a:gd name="connsiteY157" fmla="*/ 2198564 h 2323145"/>
              <a:gd name="connsiteX158" fmla="*/ 4354009 w 11269336"/>
              <a:gd name="connsiteY158" fmla="*/ 2204984 h 2323145"/>
              <a:gd name="connsiteX159" fmla="*/ 4348284 w 11269336"/>
              <a:gd name="connsiteY159" fmla="*/ 2205270 h 2323145"/>
              <a:gd name="connsiteX160" fmla="*/ 4333906 w 11269336"/>
              <a:gd name="connsiteY160" fmla="*/ 2205251 h 2323145"/>
              <a:gd name="connsiteX161" fmla="*/ 4308819 w 11269336"/>
              <a:gd name="connsiteY161" fmla="*/ 2203822 h 2323145"/>
              <a:gd name="connsiteX162" fmla="*/ 4301210 w 11269336"/>
              <a:gd name="connsiteY162" fmla="*/ 2204456 h 2323145"/>
              <a:gd name="connsiteX163" fmla="*/ 4283095 w 11269336"/>
              <a:gd name="connsiteY163" fmla="*/ 2198177 h 2323145"/>
              <a:gd name="connsiteX164" fmla="*/ 4250119 w 11269336"/>
              <a:gd name="connsiteY164" fmla="*/ 2196342 h 2323145"/>
              <a:gd name="connsiteX165" fmla="*/ 4189203 w 11269336"/>
              <a:gd name="connsiteY165" fmla="*/ 2178994 h 2323145"/>
              <a:gd name="connsiteX166" fmla="*/ 4154035 w 11269336"/>
              <a:gd name="connsiteY166" fmla="*/ 2171950 h 2323145"/>
              <a:gd name="connsiteX167" fmla="*/ 4129569 w 11269336"/>
              <a:gd name="connsiteY167" fmla="*/ 2163850 h 2323145"/>
              <a:gd name="connsiteX168" fmla="*/ 4061250 w 11269336"/>
              <a:gd name="connsiteY168" fmla="*/ 2159236 h 2323145"/>
              <a:gd name="connsiteX169" fmla="*/ 3945480 w 11269336"/>
              <a:gd name="connsiteY169" fmla="*/ 2158279 h 2323145"/>
              <a:gd name="connsiteX170" fmla="*/ 3921468 w 11269336"/>
              <a:gd name="connsiteY170" fmla="*/ 2156588 h 2323145"/>
              <a:gd name="connsiteX171" fmla="*/ 3903348 w 11269336"/>
              <a:gd name="connsiteY171" fmla="*/ 2149220 h 2323145"/>
              <a:gd name="connsiteX172" fmla="*/ 3901342 w 11269336"/>
              <a:gd name="connsiteY172" fmla="*/ 2142355 h 2323145"/>
              <a:gd name="connsiteX173" fmla="*/ 3888539 w 11269336"/>
              <a:gd name="connsiteY173" fmla="*/ 2140476 h 2323145"/>
              <a:gd name="connsiteX174" fmla="*/ 3885662 w 11269336"/>
              <a:gd name="connsiteY174" fmla="*/ 2138740 h 2323145"/>
              <a:gd name="connsiteX175" fmla="*/ 3868627 w 11269336"/>
              <a:gd name="connsiteY175" fmla="*/ 2130023 h 2323145"/>
              <a:gd name="connsiteX176" fmla="*/ 3819177 w 11269336"/>
              <a:gd name="connsiteY176" fmla="*/ 2142111 h 2323145"/>
              <a:gd name="connsiteX177" fmla="*/ 3769100 w 11269336"/>
              <a:gd name="connsiteY177" fmla="*/ 2131731 h 2323145"/>
              <a:gd name="connsiteX178" fmla="*/ 3562752 w 11269336"/>
              <a:gd name="connsiteY178" fmla="*/ 2131785 h 2323145"/>
              <a:gd name="connsiteX179" fmla="*/ 3541402 w 11269336"/>
              <a:gd name="connsiteY179" fmla="*/ 2106821 h 2323145"/>
              <a:gd name="connsiteX180" fmla="*/ 3365341 w 11269336"/>
              <a:gd name="connsiteY180" fmla="*/ 2077638 h 2323145"/>
              <a:gd name="connsiteX181" fmla="*/ 3170922 w 11269336"/>
              <a:gd name="connsiteY181" fmla="*/ 2115957 h 2323145"/>
              <a:gd name="connsiteX182" fmla="*/ 3156256 w 11269336"/>
              <a:gd name="connsiteY182" fmla="*/ 2124773 h 2323145"/>
              <a:gd name="connsiteX183" fmla="*/ 3140298 w 11269336"/>
              <a:gd name="connsiteY183" fmla="*/ 2129182 h 2323145"/>
              <a:gd name="connsiteX184" fmla="*/ 3138514 w 11269336"/>
              <a:gd name="connsiteY184" fmla="*/ 2128069 h 2323145"/>
              <a:gd name="connsiteX185" fmla="*/ 3120467 w 11269336"/>
              <a:gd name="connsiteY185" fmla="*/ 2128281 h 2323145"/>
              <a:gd name="connsiteX186" fmla="*/ 3116175 w 11269336"/>
              <a:gd name="connsiteY186" fmla="*/ 2131633 h 2323145"/>
              <a:gd name="connsiteX187" fmla="*/ 3103685 w 11269336"/>
              <a:gd name="connsiteY187" fmla="*/ 2132814 h 2323145"/>
              <a:gd name="connsiteX188" fmla="*/ 3078794 w 11269336"/>
              <a:gd name="connsiteY188" fmla="*/ 2137935 h 2323145"/>
              <a:gd name="connsiteX189" fmla="*/ 3074407 w 11269336"/>
              <a:gd name="connsiteY189" fmla="*/ 2136274 h 2323145"/>
              <a:gd name="connsiteX190" fmla="*/ 3037285 w 11269336"/>
              <a:gd name="connsiteY190" fmla="*/ 2139919 h 2323145"/>
              <a:gd name="connsiteX191" fmla="*/ 3036901 w 11269336"/>
              <a:gd name="connsiteY191" fmla="*/ 2138726 h 2323145"/>
              <a:gd name="connsiteX192" fmla="*/ 3026996 w 11269336"/>
              <a:gd name="connsiteY192" fmla="*/ 2134322 h 2323145"/>
              <a:gd name="connsiteX193" fmla="*/ 3007772 w 11269336"/>
              <a:gd name="connsiteY193" fmla="*/ 2128742 h 2323145"/>
              <a:gd name="connsiteX194" fmla="*/ 2965030 w 11269336"/>
              <a:gd name="connsiteY194" fmla="*/ 2100494 h 2323145"/>
              <a:gd name="connsiteX195" fmla="*/ 2926342 w 11269336"/>
              <a:gd name="connsiteY195" fmla="*/ 2104155 h 2323145"/>
              <a:gd name="connsiteX196" fmla="*/ 2918608 w 11269336"/>
              <a:gd name="connsiteY196" fmla="*/ 2104215 h 2323145"/>
              <a:gd name="connsiteX197" fmla="*/ 2918475 w 11269336"/>
              <a:gd name="connsiteY197" fmla="*/ 2103937 h 2323145"/>
              <a:gd name="connsiteX198" fmla="*/ 2910360 w 11269336"/>
              <a:gd name="connsiteY198" fmla="*/ 2103444 h 2323145"/>
              <a:gd name="connsiteX199" fmla="*/ 2904507 w 11269336"/>
              <a:gd name="connsiteY199" fmla="*/ 2104326 h 2323145"/>
              <a:gd name="connsiteX200" fmla="*/ 2889503 w 11269336"/>
              <a:gd name="connsiteY200" fmla="*/ 2104443 h 2323145"/>
              <a:gd name="connsiteX201" fmla="*/ 2884480 w 11269336"/>
              <a:gd name="connsiteY201" fmla="*/ 2102626 h 2323145"/>
              <a:gd name="connsiteX202" fmla="*/ 2882689 w 11269336"/>
              <a:gd name="connsiteY202" fmla="*/ 2099228 h 2323145"/>
              <a:gd name="connsiteX203" fmla="*/ 2881291 w 11269336"/>
              <a:gd name="connsiteY203" fmla="*/ 2099618 h 2323145"/>
              <a:gd name="connsiteX204" fmla="*/ 2853979 w 11269336"/>
              <a:gd name="connsiteY204" fmla="*/ 2090388 h 2323145"/>
              <a:gd name="connsiteX205" fmla="*/ 2791790 w 11269336"/>
              <a:gd name="connsiteY205" fmla="*/ 2080332 h 2323145"/>
              <a:gd name="connsiteX206" fmla="*/ 2755844 w 11269336"/>
              <a:gd name="connsiteY206" fmla="*/ 2078874 h 2323145"/>
              <a:gd name="connsiteX207" fmla="*/ 2657742 w 11269336"/>
              <a:gd name="connsiteY207" fmla="*/ 2070179 h 2323145"/>
              <a:gd name="connsiteX208" fmla="*/ 2559549 w 11269336"/>
              <a:gd name="connsiteY208" fmla="*/ 2057873 h 2323145"/>
              <a:gd name="connsiteX209" fmla="*/ 2512054 w 11269336"/>
              <a:gd name="connsiteY209" fmla="*/ 2031671 h 2323145"/>
              <a:gd name="connsiteX210" fmla="*/ 2506437 w 11269336"/>
              <a:gd name="connsiteY210" fmla="*/ 2030918 h 2323145"/>
              <a:gd name="connsiteX211" fmla="*/ 2491752 w 11269336"/>
              <a:gd name="connsiteY211" fmla="*/ 2033906 h 2323145"/>
              <a:gd name="connsiteX212" fmla="*/ 2486338 w 11269336"/>
              <a:gd name="connsiteY212" fmla="*/ 2035862 h 2323145"/>
              <a:gd name="connsiteX213" fmla="*/ 2478186 w 11269336"/>
              <a:gd name="connsiteY213" fmla="*/ 2036953 h 2323145"/>
              <a:gd name="connsiteX214" fmla="*/ 2477950 w 11269336"/>
              <a:gd name="connsiteY214" fmla="*/ 2036715 h 2323145"/>
              <a:gd name="connsiteX215" fmla="*/ 2470381 w 11269336"/>
              <a:gd name="connsiteY215" fmla="*/ 2038256 h 2323145"/>
              <a:gd name="connsiteX216" fmla="*/ 2433781 w 11269336"/>
              <a:gd name="connsiteY216" fmla="*/ 2049140 h 2323145"/>
              <a:gd name="connsiteX217" fmla="*/ 2381172 w 11269336"/>
              <a:gd name="connsiteY217" fmla="*/ 2030645 h 2323145"/>
              <a:gd name="connsiteX218" fmla="*/ 2360198 w 11269336"/>
              <a:gd name="connsiteY218" fmla="*/ 2029059 h 2323145"/>
              <a:gd name="connsiteX219" fmla="*/ 2348815 w 11269336"/>
              <a:gd name="connsiteY219" fmla="*/ 2026798 h 2323145"/>
              <a:gd name="connsiteX220" fmla="*/ 2347988 w 11269336"/>
              <a:gd name="connsiteY220" fmla="*/ 2025745 h 2323145"/>
              <a:gd name="connsiteX221" fmla="*/ 2312920 w 11269336"/>
              <a:gd name="connsiteY221" fmla="*/ 2036311 h 2323145"/>
              <a:gd name="connsiteX222" fmla="*/ 2307986 w 11269336"/>
              <a:gd name="connsiteY222" fmla="*/ 2035583 h 2323145"/>
              <a:gd name="connsiteX223" fmla="*/ 2285481 w 11269336"/>
              <a:gd name="connsiteY223" fmla="*/ 2045197 h 2323145"/>
              <a:gd name="connsiteX224" fmla="*/ 2273666 w 11269336"/>
              <a:gd name="connsiteY224" fmla="*/ 2048710 h 2323145"/>
              <a:gd name="connsiteX225" fmla="*/ 2270719 w 11269336"/>
              <a:gd name="connsiteY225" fmla="*/ 2052702 h 2323145"/>
              <a:gd name="connsiteX226" fmla="*/ 2253080 w 11269336"/>
              <a:gd name="connsiteY226" fmla="*/ 2056363 h 2323145"/>
              <a:gd name="connsiteX227" fmla="*/ 2250906 w 11269336"/>
              <a:gd name="connsiteY227" fmla="*/ 2055654 h 2323145"/>
              <a:gd name="connsiteX228" fmla="*/ 2236905 w 11269336"/>
              <a:gd name="connsiteY228" fmla="*/ 2062882 h 2323145"/>
              <a:gd name="connsiteX229" fmla="*/ 2225830 w 11269336"/>
              <a:gd name="connsiteY229" fmla="*/ 2074027 h 2323145"/>
              <a:gd name="connsiteX230" fmla="*/ 2073776 w 11269336"/>
              <a:gd name="connsiteY230" fmla="*/ 2089244 h 2323145"/>
              <a:gd name="connsiteX231" fmla="*/ 1948256 w 11269336"/>
              <a:gd name="connsiteY231" fmla="*/ 2146616 h 2323145"/>
              <a:gd name="connsiteX232" fmla="*/ 1865582 w 11269336"/>
              <a:gd name="connsiteY232" fmla="*/ 2153738 h 2323145"/>
              <a:gd name="connsiteX233" fmla="*/ 1835210 w 11269336"/>
              <a:gd name="connsiteY233" fmla="*/ 2134244 h 2323145"/>
              <a:gd name="connsiteX234" fmla="*/ 1632661 w 11269336"/>
              <a:gd name="connsiteY234" fmla="*/ 2173882 h 2323145"/>
              <a:gd name="connsiteX235" fmla="*/ 1579590 w 11269336"/>
              <a:gd name="connsiteY235" fmla="*/ 2173680 h 2323145"/>
              <a:gd name="connsiteX236" fmla="*/ 1535601 w 11269336"/>
              <a:gd name="connsiteY236" fmla="*/ 2194590 h 2323145"/>
              <a:gd name="connsiteX237" fmla="*/ 1515594 w 11269336"/>
              <a:gd name="connsiteY237" fmla="*/ 2189622 h 2323145"/>
              <a:gd name="connsiteX238" fmla="*/ 1512113 w 11269336"/>
              <a:gd name="connsiteY238" fmla="*/ 2188534 h 2323145"/>
              <a:gd name="connsiteX239" fmla="*/ 1498838 w 11269336"/>
              <a:gd name="connsiteY239" fmla="*/ 2189213 h 2323145"/>
              <a:gd name="connsiteX240" fmla="*/ 1494279 w 11269336"/>
              <a:gd name="connsiteY240" fmla="*/ 2183112 h 2323145"/>
              <a:gd name="connsiteX241" fmla="*/ 1473714 w 11269336"/>
              <a:gd name="connsiteY241" fmla="*/ 2179625 h 2323145"/>
              <a:gd name="connsiteX242" fmla="*/ 1449503 w 11269336"/>
              <a:gd name="connsiteY242" fmla="*/ 2182633 h 2323145"/>
              <a:gd name="connsiteX243" fmla="*/ 1266687 w 11269336"/>
              <a:gd name="connsiteY243" fmla="*/ 2212688 h 2323145"/>
              <a:gd name="connsiteX244" fmla="*/ 1239614 w 11269336"/>
              <a:gd name="connsiteY244" fmla="*/ 2209727 h 2323145"/>
              <a:gd name="connsiteX245" fmla="*/ 1202436 w 11269336"/>
              <a:gd name="connsiteY245" fmla="*/ 2209817 h 2323145"/>
              <a:gd name="connsiteX246" fmla="*/ 1136097 w 11269336"/>
              <a:gd name="connsiteY246" fmla="*/ 2205112 h 2323145"/>
              <a:gd name="connsiteX247" fmla="*/ 988232 w 11269336"/>
              <a:gd name="connsiteY247" fmla="*/ 2235635 h 2323145"/>
              <a:gd name="connsiteX248" fmla="*/ 981959 w 11269336"/>
              <a:gd name="connsiteY248" fmla="*/ 2231607 h 2323145"/>
              <a:gd name="connsiteX249" fmla="*/ 938600 w 11269336"/>
              <a:gd name="connsiteY249" fmla="*/ 2238113 h 2323145"/>
              <a:gd name="connsiteX250" fmla="*/ 791788 w 11269336"/>
              <a:gd name="connsiteY250" fmla="*/ 2293224 h 2323145"/>
              <a:gd name="connsiteX251" fmla="*/ 706914 w 11269336"/>
              <a:gd name="connsiteY251" fmla="*/ 2305046 h 2323145"/>
              <a:gd name="connsiteX252" fmla="*/ 675971 w 11269336"/>
              <a:gd name="connsiteY252" fmla="*/ 2304030 h 2323145"/>
              <a:gd name="connsiteX253" fmla="*/ 624180 w 11269336"/>
              <a:gd name="connsiteY253" fmla="*/ 2302650 h 2323145"/>
              <a:gd name="connsiteX254" fmla="*/ 583453 w 11269336"/>
              <a:gd name="connsiteY254" fmla="*/ 2288788 h 2323145"/>
              <a:gd name="connsiteX255" fmla="*/ 540946 w 11269336"/>
              <a:gd name="connsiteY255" fmla="*/ 2292721 h 2323145"/>
              <a:gd name="connsiteX256" fmla="*/ 533680 w 11269336"/>
              <a:gd name="connsiteY256" fmla="*/ 2310233 h 2323145"/>
              <a:gd name="connsiteX257" fmla="*/ 487366 w 11269336"/>
              <a:gd name="connsiteY257" fmla="*/ 2309053 h 2323145"/>
              <a:gd name="connsiteX258" fmla="*/ 416820 w 11269336"/>
              <a:gd name="connsiteY258" fmla="*/ 2305443 h 2323145"/>
              <a:gd name="connsiteX259" fmla="*/ 376805 w 11269336"/>
              <a:gd name="connsiteY259" fmla="*/ 2307647 h 2323145"/>
              <a:gd name="connsiteX260" fmla="*/ 266777 w 11269336"/>
              <a:gd name="connsiteY260" fmla="*/ 2309012 h 2323145"/>
              <a:gd name="connsiteX261" fmla="*/ 156013 w 11269336"/>
              <a:gd name="connsiteY261" fmla="*/ 2306832 h 2323145"/>
              <a:gd name="connsiteX262" fmla="*/ 87258 w 11269336"/>
              <a:gd name="connsiteY262" fmla="*/ 2285511 h 2323145"/>
              <a:gd name="connsiteX263" fmla="*/ 23798 w 11269336"/>
              <a:gd name="connsiteY263" fmla="*/ 2281822 h 2323145"/>
              <a:gd name="connsiteX264" fmla="*/ 0 w 11269336"/>
              <a:gd name="connsiteY264" fmla="*/ 2285369 h 2323145"/>
              <a:gd name="connsiteX265" fmla="*/ 0 w 11269336"/>
              <a:gd name="connsiteY265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380600 w 11269336"/>
              <a:gd name="connsiteY19" fmla="*/ 549821 h 2323145"/>
              <a:gd name="connsiteX20" fmla="*/ 9263254 w 11269336"/>
              <a:gd name="connsiteY20" fmla="*/ 645662 h 2323145"/>
              <a:gd name="connsiteX21" fmla="*/ 9028928 w 11269336"/>
              <a:gd name="connsiteY21" fmla="*/ 745350 h 2323145"/>
              <a:gd name="connsiteX22" fmla="*/ 8977138 w 11269336"/>
              <a:gd name="connsiteY22" fmla="*/ 774970 h 2323145"/>
              <a:gd name="connsiteX23" fmla="*/ 8947030 w 11269336"/>
              <a:gd name="connsiteY23" fmla="*/ 814934 h 2323145"/>
              <a:gd name="connsiteX24" fmla="*/ 8914746 w 11269336"/>
              <a:gd name="connsiteY24" fmla="*/ 826428 h 2323145"/>
              <a:gd name="connsiteX25" fmla="*/ 8917778 w 11269336"/>
              <a:gd name="connsiteY25" fmla="*/ 835198 h 2323145"/>
              <a:gd name="connsiteX26" fmla="*/ 8905560 w 11269336"/>
              <a:gd name="connsiteY26" fmla="*/ 838358 h 2323145"/>
              <a:gd name="connsiteX27" fmla="*/ 8897564 w 11269336"/>
              <a:gd name="connsiteY27" fmla="*/ 834287 h 2323145"/>
              <a:gd name="connsiteX28" fmla="*/ 8878040 w 11269336"/>
              <a:gd name="connsiteY28" fmla="*/ 844150 h 2323145"/>
              <a:gd name="connsiteX29" fmla="*/ 8882654 w 11269336"/>
              <a:gd name="connsiteY29" fmla="*/ 892768 h 2323145"/>
              <a:gd name="connsiteX30" fmla="*/ 8795998 w 11269336"/>
              <a:gd name="connsiteY30" fmla="*/ 863337 h 2323145"/>
              <a:gd name="connsiteX31" fmla="*/ 8776970 w 11269336"/>
              <a:gd name="connsiteY31" fmla="*/ 885177 h 2323145"/>
              <a:gd name="connsiteX32" fmla="*/ 8755719 w 11269336"/>
              <a:gd name="connsiteY32" fmla="*/ 889754 h 2323145"/>
              <a:gd name="connsiteX33" fmla="*/ 8743257 w 11269336"/>
              <a:gd name="connsiteY33" fmla="*/ 904723 h 2323145"/>
              <a:gd name="connsiteX34" fmla="*/ 8721366 w 11269336"/>
              <a:gd name="connsiteY34" fmla="*/ 904711 h 2323145"/>
              <a:gd name="connsiteX35" fmla="*/ 8678353 w 11269336"/>
              <a:gd name="connsiteY35" fmla="*/ 926318 h 2323145"/>
              <a:gd name="connsiteX36" fmla="*/ 8636849 w 11269336"/>
              <a:gd name="connsiteY36" fmla="*/ 937900 h 2323145"/>
              <a:gd name="connsiteX37" fmla="*/ 8620213 w 11269336"/>
              <a:gd name="connsiteY37" fmla="*/ 943068 h 2323145"/>
              <a:gd name="connsiteX38" fmla="*/ 8612581 w 11269336"/>
              <a:gd name="connsiteY38" fmla="*/ 952695 h 2323145"/>
              <a:gd name="connsiteX39" fmla="*/ 8589038 w 11269336"/>
              <a:gd name="connsiteY39" fmla="*/ 963892 h 2323145"/>
              <a:gd name="connsiteX40" fmla="*/ 8579950 w 11269336"/>
              <a:gd name="connsiteY40" fmla="*/ 960899 h 2323145"/>
              <a:gd name="connsiteX41" fmla="*/ 8579319 w 11269336"/>
              <a:gd name="connsiteY41" fmla="*/ 965630 h 2323145"/>
              <a:gd name="connsiteX42" fmla="*/ 8547429 w 11269336"/>
              <a:gd name="connsiteY42" fmla="*/ 984506 h 2323145"/>
              <a:gd name="connsiteX43" fmla="*/ 8478704 w 11269336"/>
              <a:gd name="connsiteY43" fmla="*/ 1025490 h 2323145"/>
              <a:gd name="connsiteX44" fmla="*/ 8461421 w 11269336"/>
              <a:gd name="connsiteY44" fmla="*/ 1035512 h 2323145"/>
              <a:gd name="connsiteX45" fmla="*/ 8445003 w 11269336"/>
              <a:gd name="connsiteY45" fmla="*/ 1036851 h 2323145"/>
              <a:gd name="connsiteX46" fmla="*/ 8357350 w 11269336"/>
              <a:gd name="connsiteY46" fmla="*/ 1060213 h 2323145"/>
              <a:gd name="connsiteX47" fmla="*/ 8335565 w 11269336"/>
              <a:gd name="connsiteY47" fmla="*/ 1061151 h 2323145"/>
              <a:gd name="connsiteX48" fmla="*/ 8325267 w 11269336"/>
              <a:gd name="connsiteY48" fmla="*/ 1055919 h 2323145"/>
              <a:gd name="connsiteX49" fmla="*/ 8293586 w 11269336"/>
              <a:gd name="connsiteY49" fmla="*/ 1076144 h 2323145"/>
              <a:gd name="connsiteX50" fmla="*/ 8242405 w 11269336"/>
              <a:gd name="connsiteY50" fmla="*/ 1095960 h 2323145"/>
              <a:gd name="connsiteX51" fmla="*/ 8197391 w 11269336"/>
              <a:gd name="connsiteY51" fmla="*/ 1107746 h 2323145"/>
              <a:gd name="connsiteX52" fmla="*/ 8081474 w 11269336"/>
              <a:gd name="connsiteY52" fmla="*/ 1130125 h 2323145"/>
              <a:gd name="connsiteX53" fmla="*/ 8053585 w 11269336"/>
              <a:gd name="connsiteY53" fmla="*/ 1129169 h 2323145"/>
              <a:gd name="connsiteX54" fmla="*/ 8038422 w 11269336"/>
              <a:gd name="connsiteY54" fmla="*/ 1119092 h 2323145"/>
              <a:gd name="connsiteX55" fmla="*/ 8029450 w 11269336"/>
              <a:gd name="connsiteY55" fmla="*/ 1125592 h 2323145"/>
              <a:gd name="connsiteX56" fmla="*/ 7959552 w 11269336"/>
              <a:gd name="connsiteY56" fmla="*/ 1140188 h 2323145"/>
              <a:gd name="connsiteX57" fmla="*/ 7914188 w 11269336"/>
              <a:gd name="connsiteY57" fmla="*/ 1150862 h 2323145"/>
              <a:gd name="connsiteX58" fmla="*/ 7914918 w 11269336"/>
              <a:gd name="connsiteY58" fmla="*/ 1168758 h 2323145"/>
              <a:gd name="connsiteX59" fmla="*/ 7875510 w 11269336"/>
              <a:gd name="connsiteY59" fmla="*/ 1183153 h 2323145"/>
              <a:gd name="connsiteX60" fmla="*/ 7829932 w 11269336"/>
              <a:gd name="connsiteY60" fmla="*/ 1180782 h 2323145"/>
              <a:gd name="connsiteX61" fmla="*/ 7779182 w 11269336"/>
              <a:gd name="connsiteY61" fmla="*/ 1192665 h 2323145"/>
              <a:gd name="connsiteX62" fmla="*/ 7748774 w 11269336"/>
              <a:gd name="connsiteY62" fmla="*/ 1199586 h 2323145"/>
              <a:gd name="connsiteX63" fmla="*/ 7671846 w 11269336"/>
              <a:gd name="connsiteY63" fmla="*/ 1231966 h 2323145"/>
              <a:gd name="connsiteX64" fmla="*/ 7554146 w 11269336"/>
              <a:gd name="connsiteY64" fmla="*/ 1319748 h 2323145"/>
              <a:gd name="connsiteX65" fmla="*/ 7515052 w 11269336"/>
              <a:gd name="connsiteY65" fmla="*/ 1336718 h 2323145"/>
              <a:gd name="connsiteX66" fmla="*/ 7507193 w 11269336"/>
              <a:gd name="connsiteY66" fmla="*/ 1334617 h 2323145"/>
              <a:gd name="connsiteX67" fmla="*/ 7461694 w 11269336"/>
              <a:gd name="connsiteY67" fmla="*/ 1375866 h 2323145"/>
              <a:gd name="connsiteX68" fmla="*/ 7377571 w 11269336"/>
              <a:gd name="connsiteY68" fmla="*/ 1400128 h 2323145"/>
              <a:gd name="connsiteX69" fmla="*/ 7311261 w 11269336"/>
              <a:gd name="connsiteY69" fmla="*/ 1412652 h 2323145"/>
              <a:gd name="connsiteX70" fmla="*/ 7275307 w 11269336"/>
              <a:gd name="connsiteY70" fmla="*/ 1422171 h 2323145"/>
              <a:gd name="connsiteX71" fmla="*/ 7247783 w 11269336"/>
              <a:gd name="connsiteY71" fmla="*/ 1426330 h 2323145"/>
              <a:gd name="connsiteX72" fmla="*/ 7185047 w 11269336"/>
              <a:gd name="connsiteY72" fmla="*/ 1451812 h 2323145"/>
              <a:gd name="connsiteX73" fmla="*/ 7084117 w 11269336"/>
              <a:gd name="connsiteY73" fmla="*/ 1500281 h 2323145"/>
              <a:gd name="connsiteX74" fmla="*/ 7062011 w 11269336"/>
              <a:gd name="connsiteY74" fmla="*/ 1509183 h 2323145"/>
              <a:gd name="connsiteX75" fmla="*/ 7040555 w 11269336"/>
              <a:gd name="connsiteY75" fmla="*/ 1511207 h 2323145"/>
              <a:gd name="connsiteX76" fmla="*/ 7033438 w 11269336"/>
              <a:gd name="connsiteY76" fmla="*/ 1506772 h 2323145"/>
              <a:gd name="connsiteX77" fmla="*/ 7020886 w 11269336"/>
              <a:gd name="connsiteY77" fmla="*/ 1510764 h 2323145"/>
              <a:gd name="connsiteX78" fmla="*/ 7017033 w 11269336"/>
              <a:gd name="connsiteY78" fmla="*/ 1510650 h 2323145"/>
              <a:gd name="connsiteX79" fmla="*/ 6995460 w 11269336"/>
              <a:gd name="connsiteY79" fmla="*/ 1511173 h 2323145"/>
              <a:gd name="connsiteX80" fmla="*/ 6962144 w 11269336"/>
              <a:gd name="connsiteY80" fmla="*/ 1541508 h 2323145"/>
              <a:gd name="connsiteX81" fmla="*/ 6910674 w 11269336"/>
              <a:gd name="connsiteY81" fmla="*/ 1554793 h 2323145"/>
              <a:gd name="connsiteX82" fmla="*/ 6732152 w 11269336"/>
              <a:gd name="connsiteY82" fmla="*/ 1642538 h 2323145"/>
              <a:gd name="connsiteX83" fmla="*/ 6694106 w 11269336"/>
              <a:gd name="connsiteY83" fmla="*/ 1632377 h 2323145"/>
              <a:gd name="connsiteX84" fmla="*/ 6617223 w 11269336"/>
              <a:gd name="connsiteY84" fmla="*/ 1659889 h 2323145"/>
              <a:gd name="connsiteX85" fmla="*/ 6521138 w 11269336"/>
              <a:gd name="connsiteY85" fmla="*/ 1744340 h 2323145"/>
              <a:gd name="connsiteX86" fmla="*/ 6380677 w 11269336"/>
              <a:gd name="connsiteY86" fmla="*/ 1796883 h 2323145"/>
              <a:gd name="connsiteX87" fmla="*/ 6374897 w 11269336"/>
              <a:gd name="connsiteY87" fmla="*/ 1809910 h 2323145"/>
              <a:gd name="connsiteX88" fmla="*/ 6364545 w 11269336"/>
              <a:gd name="connsiteY88" fmla="*/ 1820090 h 2323145"/>
              <a:gd name="connsiteX89" fmla="*/ 6362126 w 11269336"/>
              <a:gd name="connsiteY89" fmla="*/ 1819991 h 2323145"/>
              <a:gd name="connsiteX90" fmla="*/ 6346673 w 11269336"/>
              <a:gd name="connsiteY90" fmla="*/ 1827824 h 2323145"/>
              <a:gd name="connsiteX91" fmla="*/ 6345588 w 11269336"/>
              <a:gd name="connsiteY91" fmla="*/ 1832232 h 2323145"/>
              <a:gd name="connsiteX92" fmla="*/ 6335708 w 11269336"/>
              <a:gd name="connsiteY92" fmla="*/ 1838451 h 2323145"/>
              <a:gd name="connsiteX93" fmla="*/ 6318182 w 11269336"/>
              <a:gd name="connsiteY93" fmla="*/ 1852975 h 2323145"/>
              <a:gd name="connsiteX94" fmla="*/ 6313084 w 11269336"/>
              <a:gd name="connsiteY94" fmla="*/ 1853561 h 2323145"/>
              <a:gd name="connsiteX95" fmla="*/ 6283816 w 11269336"/>
              <a:gd name="connsiteY95" fmla="*/ 1872148 h 2323145"/>
              <a:gd name="connsiteX96" fmla="*/ 6282550 w 11269336"/>
              <a:gd name="connsiteY96" fmla="*/ 1871392 h 2323145"/>
              <a:gd name="connsiteX97" fmla="*/ 6270527 w 11269336"/>
              <a:gd name="connsiteY97" fmla="*/ 1872208 h 2323145"/>
              <a:gd name="connsiteX98" fmla="*/ 6249518 w 11269336"/>
              <a:gd name="connsiteY98" fmla="*/ 1876079 h 2323145"/>
              <a:gd name="connsiteX99" fmla="*/ 6190386 w 11269336"/>
              <a:gd name="connsiteY99" fmla="*/ 1872478 h 2323145"/>
              <a:gd name="connsiteX100" fmla="*/ 6159777 w 11269336"/>
              <a:gd name="connsiteY100" fmla="*/ 1891745 h 2323145"/>
              <a:gd name="connsiteX101" fmla="*/ 6153131 w 11269336"/>
              <a:gd name="connsiteY101" fmla="*/ 1895079 h 2323145"/>
              <a:gd name="connsiteX102" fmla="*/ 6152798 w 11269336"/>
              <a:gd name="connsiteY102" fmla="*/ 1894920 h 2323145"/>
              <a:gd name="connsiteX103" fmla="*/ 6145388 w 11269336"/>
              <a:gd name="connsiteY103" fmla="*/ 1897990 h 2323145"/>
              <a:gd name="connsiteX104" fmla="*/ 6141014 w 11269336"/>
              <a:gd name="connsiteY104" fmla="*/ 1901155 h 2323145"/>
              <a:gd name="connsiteX105" fmla="*/ 6128122 w 11269336"/>
              <a:gd name="connsiteY105" fmla="*/ 1907623 h 2323145"/>
              <a:gd name="connsiteX106" fmla="*/ 6122351 w 11269336"/>
              <a:gd name="connsiteY106" fmla="*/ 1908359 h 2323145"/>
              <a:gd name="connsiteX107" fmla="*/ 6064750 w 11269336"/>
              <a:gd name="connsiteY107" fmla="*/ 1896394 h 2323145"/>
              <a:gd name="connsiteX108" fmla="*/ 5964230 w 11269336"/>
              <a:gd name="connsiteY108" fmla="*/ 1910038 h 2323145"/>
              <a:gd name="connsiteX109" fmla="*/ 5865399 w 11269336"/>
              <a:gd name="connsiteY109" fmla="*/ 1926966 h 2323145"/>
              <a:gd name="connsiteX110" fmla="*/ 5829951 w 11269336"/>
              <a:gd name="connsiteY110" fmla="*/ 1934755 h 2323145"/>
              <a:gd name="connsiteX111" fmla="*/ 5765285 w 11269336"/>
              <a:gd name="connsiteY111" fmla="*/ 1941322 h 2323145"/>
              <a:gd name="connsiteX112" fmla="*/ 5734750 w 11269336"/>
              <a:gd name="connsiteY112" fmla="*/ 1939793 h 2323145"/>
              <a:gd name="connsiteX113" fmla="*/ 5733569 w 11269336"/>
              <a:gd name="connsiteY113" fmla="*/ 1940505 h 2323145"/>
              <a:gd name="connsiteX114" fmla="*/ 5730329 w 11269336"/>
              <a:gd name="connsiteY114" fmla="*/ 1937845 h 2323145"/>
              <a:gd name="connsiteX115" fmla="*/ 5724661 w 11269336"/>
              <a:gd name="connsiteY115" fmla="*/ 1937455 h 2323145"/>
              <a:gd name="connsiteX116" fmla="*/ 5710186 w 11269336"/>
              <a:gd name="connsiteY116" fmla="*/ 1941370 h 2323145"/>
              <a:gd name="connsiteX117" fmla="*/ 5704910 w 11269336"/>
              <a:gd name="connsiteY117" fmla="*/ 1943663 h 2323145"/>
              <a:gd name="connsiteX118" fmla="*/ 5696836 w 11269336"/>
              <a:gd name="connsiteY118" fmla="*/ 1945271 h 2323145"/>
              <a:gd name="connsiteX119" fmla="*/ 5696583 w 11269336"/>
              <a:gd name="connsiteY119" fmla="*/ 1945050 h 2323145"/>
              <a:gd name="connsiteX120" fmla="*/ 5689123 w 11269336"/>
              <a:gd name="connsiteY120" fmla="*/ 1947067 h 2323145"/>
              <a:gd name="connsiteX121" fmla="*/ 5653291 w 11269336"/>
              <a:gd name="connsiteY121" fmla="*/ 1960245 h 2323145"/>
              <a:gd name="connsiteX122" fmla="*/ 5599385 w 11269336"/>
              <a:gd name="connsiteY122" fmla="*/ 1945198 h 2323145"/>
              <a:gd name="connsiteX123" fmla="*/ 5578300 w 11269336"/>
              <a:gd name="connsiteY123" fmla="*/ 1944963 h 2323145"/>
              <a:gd name="connsiteX124" fmla="*/ 5566758 w 11269336"/>
              <a:gd name="connsiteY124" fmla="*/ 1943441 h 2323145"/>
              <a:gd name="connsiteX125" fmla="*/ 5565857 w 11269336"/>
              <a:gd name="connsiteY125" fmla="*/ 1942445 h 2323145"/>
              <a:gd name="connsiteX126" fmla="*/ 5531534 w 11269336"/>
              <a:gd name="connsiteY126" fmla="*/ 1955208 h 2323145"/>
              <a:gd name="connsiteX127" fmla="*/ 5526552 w 11269336"/>
              <a:gd name="connsiteY127" fmla="*/ 1954799 h 2323145"/>
              <a:gd name="connsiteX128" fmla="*/ 5504723 w 11269336"/>
              <a:gd name="connsiteY128" fmla="*/ 1965811 h 2323145"/>
              <a:gd name="connsiteX129" fmla="*/ 5493156 w 11269336"/>
              <a:gd name="connsiteY129" fmla="*/ 1970063 h 2323145"/>
              <a:gd name="connsiteX130" fmla="*/ 5490486 w 11269336"/>
              <a:gd name="connsiteY130" fmla="*/ 1974227 h 2323145"/>
              <a:gd name="connsiteX131" fmla="*/ 5473107 w 11269336"/>
              <a:gd name="connsiteY131" fmla="*/ 1979001 h 2323145"/>
              <a:gd name="connsiteX132" fmla="*/ 5470885 w 11269336"/>
              <a:gd name="connsiteY132" fmla="*/ 1978432 h 2323145"/>
              <a:gd name="connsiteX133" fmla="*/ 5457393 w 11269336"/>
              <a:gd name="connsiteY133" fmla="*/ 1986525 h 2323145"/>
              <a:gd name="connsiteX134" fmla="*/ 5447102 w 11269336"/>
              <a:gd name="connsiteY134" fmla="*/ 1998329 h 2323145"/>
              <a:gd name="connsiteX135" fmla="*/ 5159151 w 11269336"/>
              <a:gd name="connsiteY135" fmla="*/ 2029640 h 2323145"/>
              <a:gd name="connsiteX136" fmla="*/ 5041688 w 11269336"/>
              <a:gd name="connsiteY136" fmla="*/ 2022334 h 2323145"/>
              <a:gd name="connsiteX137" fmla="*/ 4860988 w 11269336"/>
              <a:gd name="connsiteY137" fmla="*/ 2135698 h 2323145"/>
              <a:gd name="connsiteX138" fmla="*/ 4807902 w 11269336"/>
              <a:gd name="connsiteY138" fmla="*/ 2138894 h 2323145"/>
              <a:gd name="connsiteX139" fmla="*/ 4765388 w 11269336"/>
              <a:gd name="connsiteY139" fmla="*/ 2162525 h 2323145"/>
              <a:gd name="connsiteX140" fmla="*/ 4745033 w 11269336"/>
              <a:gd name="connsiteY140" fmla="*/ 2158859 h 2323145"/>
              <a:gd name="connsiteX141" fmla="*/ 4741475 w 11269336"/>
              <a:gd name="connsiteY141" fmla="*/ 2157998 h 2323145"/>
              <a:gd name="connsiteX142" fmla="*/ 4728247 w 11269336"/>
              <a:gd name="connsiteY142" fmla="*/ 2159526 h 2323145"/>
              <a:gd name="connsiteX143" fmla="*/ 4723263 w 11269336"/>
              <a:gd name="connsiteY143" fmla="*/ 2153742 h 2323145"/>
              <a:gd name="connsiteX144" fmla="*/ 4702453 w 11269336"/>
              <a:gd name="connsiteY144" fmla="*/ 2151586 h 2323145"/>
              <a:gd name="connsiteX145" fmla="*/ 4678455 w 11269336"/>
              <a:gd name="connsiteY145" fmla="*/ 2156131 h 2323145"/>
              <a:gd name="connsiteX146" fmla="*/ 4593061 w 11269336"/>
              <a:gd name="connsiteY146" fmla="*/ 2171597 h 2323145"/>
              <a:gd name="connsiteX147" fmla="*/ 4579902 w 11269336"/>
              <a:gd name="connsiteY147" fmla="*/ 2177927 h 2323145"/>
              <a:gd name="connsiteX148" fmla="*/ 4533444 w 11269336"/>
              <a:gd name="connsiteY148" fmla="*/ 2181200 h 2323145"/>
              <a:gd name="connsiteX149" fmla="*/ 4492832 w 11269336"/>
              <a:gd name="connsiteY149" fmla="*/ 2188033 h 2323145"/>
              <a:gd name="connsiteX150" fmla="*/ 4467257 w 11269336"/>
              <a:gd name="connsiteY150" fmla="*/ 2196121 h 2323145"/>
              <a:gd name="connsiteX151" fmla="*/ 4459937 w 11269336"/>
              <a:gd name="connsiteY151" fmla="*/ 2195182 h 2323145"/>
              <a:gd name="connsiteX152" fmla="*/ 4433312 w 11269336"/>
              <a:gd name="connsiteY152" fmla="*/ 2199004 h 2323145"/>
              <a:gd name="connsiteX153" fmla="*/ 4420601 w 11269336"/>
              <a:gd name="connsiteY153" fmla="*/ 2205158 h 2323145"/>
              <a:gd name="connsiteX154" fmla="*/ 4405765 w 11269336"/>
              <a:gd name="connsiteY154" fmla="*/ 2199902 h 2323145"/>
              <a:gd name="connsiteX155" fmla="*/ 4401354 w 11269336"/>
              <a:gd name="connsiteY155" fmla="*/ 2194745 h 2323145"/>
              <a:gd name="connsiteX156" fmla="*/ 4383151 w 11269336"/>
              <a:gd name="connsiteY156" fmla="*/ 2201140 h 2323145"/>
              <a:gd name="connsiteX157" fmla="*/ 4366646 w 11269336"/>
              <a:gd name="connsiteY157" fmla="*/ 2198564 h 2323145"/>
              <a:gd name="connsiteX158" fmla="*/ 4354009 w 11269336"/>
              <a:gd name="connsiteY158" fmla="*/ 2204984 h 2323145"/>
              <a:gd name="connsiteX159" fmla="*/ 4348284 w 11269336"/>
              <a:gd name="connsiteY159" fmla="*/ 2205270 h 2323145"/>
              <a:gd name="connsiteX160" fmla="*/ 4333906 w 11269336"/>
              <a:gd name="connsiteY160" fmla="*/ 2205251 h 2323145"/>
              <a:gd name="connsiteX161" fmla="*/ 4308819 w 11269336"/>
              <a:gd name="connsiteY161" fmla="*/ 2203822 h 2323145"/>
              <a:gd name="connsiteX162" fmla="*/ 4301210 w 11269336"/>
              <a:gd name="connsiteY162" fmla="*/ 2204456 h 2323145"/>
              <a:gd name="connsiteX163" fmla="*/ 4283095 w 11269336"/>
              <a:gd name="connsiteY163" fmla="*/ 2198177 h 2323145"/>
              <a:gd name="connsiteX164" fmla="*/ 4250119 w 11269336"/>
              <a:gd name="connsiteY164" fmla="*/ 2196342 h 2323145"/>
              <a:gd name="connsiteX165" fmla="*/ 4189203 w 11269336"/>
              <a:gd name="connsiteY165" fmla="*/ 2178994 h 2323145"/>
              <a:gd name="connsiteX166" fmla="*/ 4154035 w 11269336"/>
              <a:gd name="connsiteY166" fmla="*/ 2171950 h 2323145"/>
              <a:gd name="connsiteX167" fmla="*/ 4129569 w 11269336"/>
              <a:gd name="connsiteY167" fmla="*/ 2163850 h 2323145"/>
              <a:gd name="connsiteX168" fmla="*/ 4061250 w 11269336"/>
              <a:gd name="connsiteY168" fmla="*/ 2159236 h 2323145"/>
              <a:gd name="connsiteX169" fmla="*/ 3945480 w 11269336"/>
              <a:gd name="connsiteY169" fmla="*/ 2158279 h 2323145"/>
              <a:gd name="connsiteX170" fmla="*/ 3921468 w 11269336"/>
              <a:gd name="connsiteY170" fmla="*/ 2156588 h 2323145"/>
              <a:gd name="connsiteX171" fmla="*/ 3903348 w 11269336"/>
              <a:gd name="connsiteY171" fmla="*/ 2149220 h 2323145"/>
              <a:gd name="connsiteX172" fmla="*/ 3901342 w 11269336"/>
              <a:gd name="connsiteY172" fmla="*/ 2142355 h 2323145"/>
              <a:gd name="connsiteX173" fmla="*/ 3888539 w 11269336"/>
              <a:gd name="connsiteY173" fmla="*/ 2140476 h 2323145"/>
              <a:gd name="connsiteX174" fmla="*/ 3885662 w 11269336"/>
              <a:gd name="connsiteY174" fmla="*/ 2138740 h 2323145"/>
              <a:gd name="connsiteX175" fmla="*/ 3868627 w 11269336"/>
              <a:gd name="connsiteY175" fmla="*/ 2130023 h 2323145"/>
              <a:gd name="connsiteX176" fmla="*/ 3819177 w 11269336"/>
              <a:gd name="connsiteY176" fmla="*/ 2142111 h 2323145"/>
              <a:gd name="connsiteX177" fmla="*/ 3769100 w 11269336"/>
              <a:gd name="connsiteY177" fmla="*/ 2131731 h 2323145"/>
              <a:gd name="connsiteX178" fmla="*/ 3562752 w 11269336"/>
              <a:gd name="connsiteY178" fmla="*/ 2131785 h 2323145"/>
              <a:gd name="connsiteX179" fmla="*/ 3541402 w 11269336"/>
              <a:gd name="connsiteY179" fmla="*/ 2106821 h 2323145"/>
              <a:gd name="connsiteX180" fmla="*/ 3365341 w 11269336"/>
              <a:gd name="connsiteY180" fmla="*/ 2077638 h 2323145"/>
              <a:gd name="connsiteX181" fmla="*/ 3170922 w 11269336"/>
              <a:gd name="connsiteY181" fmla="*/ 2115957 h 2323145"/>
              <a:gd name="connsiteX182" fmla="*/ 3156256 w 11269336"/>
              <a:gd name="connsiteY182" fmla="*/ 2124773 h 2323145"/>
              <a:gd name="connsiteX183" fmla="*/ 3140298 w 11269336"/>
              <a:gd name="connsiteY183" fmla="*/ 2129182 h 2323145"/>
              <a:gd name="connsiteX184" fmla="*/ 3138514 w 11269336"/>
              <a:gd name="connsiteY184" fmla="*/ 2128069 h 2323145"/>
              <a:gd name="connsiteX185" fmla="*/ 3120467 w 11269336"/>
              <a:gd name="connsiteY185" fmla="*/ 2128281 h 2323145"/>
              <a:gd name="connsiteX186" fmla="*/ 3116175 w 11269336"/>
              <a:gd name="connsiteY186" fmla="*/ 2131633 h 2323145"/>
              <a:gd name="connsiteX187" fmla="*/ 3103685 w 11269336"/>
              <a:gd name="connsiteY187" fmla="*/ 2132814 h 2323145"/>
              <a:gd name="connsiteX188" fmla="*/ 3078794 w 11269336"/>
              <a:gd name="connsiteY188" fmla="*/ 2137935 h 2323145"/>
              <a:gd name="connsiteX189" fmla="*/ 3074407 w 11269336"/>
              <a:gd name="connsiteY189" fmla="*/ 2136274 h 2323145"/>
              <a:gd name="connsiteX190" fmla="*/ 3037285 w 11269336"/>
              <a:gd name="connsiteY190" fmla="*/ 2139919 h 2323145"/>
              <a:gd name="connsiteX191" fmla="*/ 3036901 w 11269336"/>
              <a:gd name="connsiteY191" fmla="*/ 2138726 h 2323145"/>
              <a:gd name="connsiteX192" fmla="*/ 3026996 w 11269336"/>
              <a:gd name="connsiteY192" fmla="*/ 2134322 h 2323145"/>
              <a:gd name="connsiteX193" fmla="*/ 3007772 w 11269336"/>
              <a:gd name="connsiteY193" fmla="*/ 2128742 h 2323145"/>
              <a:gd name="connsiteX194" fmla="*/ 2965030 w 11269336"/>
              <a:gd name="connsiteY194" fmla="*/ 2100494 h 2323145"/>
              <a:gd name="connsiteX195" fmla="*/ 2926342 w 11269336"/>
              <a:gd name="connsiteY195" fmla="*/ 2104155 h 2323145"/>
              <a:gd name="connsiteX196" fmla="*/ 2918608 w 11269336"/>
              <a:gd name="connsiteY196" fmla="*/ 2104215 h 2323145"/>
              <a:gd name="connsiteX197" fmla="*/ 2918475 w 11269336"/>
              <a:gd name="connsiteY197" fmla="*/ 2103937 h 2323145"/>
              <a:gd name="connsiteX198" fmla="*/ 2910360 w 11269336"/>
              <a:gd name="connsiteY198" fmla="*/ 2103444 h 2323145"/>
              <a:gd name="connsiteX199" fmla="*/ 2904507 w 11269336"/>
              <a:gd name="connsiteY199" fmla="*/ 2104326 h 2323145"/>
              <a:gd name="connsiteX200" fmla="*/ 2889503 w 11269336"/>
              <a:gd name="connsiteY200" fmla="*/ 2104443 h 2323145"/>
              <a:gd name="connsiteX201" fmla="*/ 2884480 w 11269336"/>
              <a:gd name="connsiteY201" fmla="*/ 2102626 h 2323145"/>
              <a:gd name="connsiteX202" fmla="*/ 2882689 w 11269336"/>
              <a:gd name="connsiteY202" fmla="*/ 2099228 h 2323145"/>
              <a:gd name="connsiteX203" fmla="*/ 2881291 w 11269336"/>
              <a:gd name="connsiteY203" fmla="*/ 2099618 h 2323145"/>
              <a:gd name="connsiteX204" fmla="*/ 2853979 w 11269336"/>
              <a:gd name="connsiteY204" fmla="*/ 2090388 h 2323145"/>
              <a:gd name="connsiteX205" fmla="*/ 2791790 w 11269336"/>
              <a:gd name="connsiteY205" fmla="*/ 2080332 h 2323145"/>
              <a:gd name="connsiteX206" fmla="*/ 2755844 w 11269336"/>
              <a:gd name="connsiteY206" fmla="*/ 2078874 h 2323145"/>
              <a:gd name="connsiteX207" fmla="*/ 2657742 w 11269336"/>
              <a:gd name="connsiteY207" fmla="*/ 2070179 h 2323145"/>
              <a:gd name="connsiteX208" fmla="*/ 2559549 w 11269336"/>
              <a:gd name="connsiteY208" fmla="*/ 2057873 h 2323145"/>
              <a:gd name="connsiteX209" fmla="*/ 2512054 w 11269336"/>
              <a:gd name="connsiteY209" fmla="*/ 2031671 h 2323145"/>
              <a:gd name="connsiteX210" fmla="*/ 2506437 w 11269336"/>
              <a:gd name="connsiteY210" fmla="*/ 2030918 h 2323145"/>
              <a:gd name="connsiteX211" fmla="*/ 2491752 w 11269336"/>
              <a:gd name="connsiteY211" fmla="*/ 2033906 h 2323145"/>
              <a:gd name="connsiteX212" fmla="*/ 2486338 w 11269336"/>
              <a:gd name="connsiteY212" fmla="*/ 2035862 h 2323145"/>
              <a:gd name="connsiteX213" fmla="*/ 2478186 w 11269336"/>
              <a:gd name="connsiteY213" fmla="*/ 2036953 h 2323145"/>
              <a:gd name="connsiteX214" fmla="*/ 2477950 w 11269336"/>
              <a:gd name="connsiteY214" fmla="*/ 2036715 h 2323145"/>
              <a:gd name="connsiteX215" fmla="*/ 2470381 w 11269336"/>
              <a:gd name="connsiteY215" fmla="*/ 2038256 h 2323145"/>
              <a:gd name="connsiteX216" fmla="*/ 2433781 w 11269336"/>
              <a:gd name="connsiteY216" fmla="*/ 2049140 h 2323145"/>
              <a:gd name="connsiteX217" fmla="*/ 2381172 w 11269336"/>
              <a:gd name="connsiteY217" fmla="*/ 2030645 h 2323145"/>
              <a:gd name="connsiteX218" fmla="*/ 2360198 w 11269336"/>
              <a:gd name="connsiteY218" fmla="*/ 2029059 h 2323145"/>
              <a:gd name="connsiteX219" fmla="*/ 2348815 w 11269336"/>
              <a:gd name="connsiteY219" fmla="*/ 2026798 h 2323145"/>
              <a:gd name="connsiteX220" fmla="*/ 2347988 w 11269336"/>
              <a:gd name="connsiteY220" fmla="*/ 2025745 h 2323145"/>
              <a:gd name="connsiteX221" fmla="*/ 2312920 w 11269336"/>
              <a:gd name="connsiteY221" fmla="*/ 2036311 h 2323145"/>
              <a:gd name="connsiteX222" fmla="*/ 2307986 w 11269336"/>
              <a:gd name="connsiteY222" fmla="*/ 2035583 h 2323145"/>
              <a:gd name="connsiteX223" fmla="*/ 2285481 w 11269336"/>
              <a:gd name="connsiteY223" fmla="*/ 2045197 h 2323145"/>
              <a:gd name="connsiteX224" fmla="*/ 2273666 w 11269336"/>
              <a:gd name="connsiteY224" fmla="*/ 2048710 h 2323145"/>
              <a:gd name="connsiteX225" fmla="*/ 2270719 w 11269336"/>
              <a:gd name="connsiteY225" fmla="*/ 2052702 h 2323145"/>
              <a:gd name="connsiteX226" fmla="*/ 2253080 w 11269336"/>
              <a:gd name="connsiteY226" fmla="*/ 2056363 h 2323145"/>
              <a:gd name="connsiteX227" fmla="*/ 2250906 w 11269336"/>
              <a:gd name="connsiteY227" fmla="*/ 2055654 h 2323145"/>
              <a:gd name="connsiteX228" fmla="*/ 2236905 w 11269336"/>
              <a:gd name="connsiteY228" fmla="*/ 2062882 h 2323145"/>
              <a:gd name="connsiteX229" fmla="*/ 2225830 w 11269336"/>
              <a:gd name="connsiteY229" fmla="*/ 2074027 h 2323145"/>
              <a:gd name="connsiteX230" fmla="*/ 2073776 w 11269336"/>
              <a:gd name="connsiteY230" fmla="*/ 2089244 h 2323145"/>
              <a:gd name="connsiteX231" fmla="*/ 1948256 w 11269336"/>
              <a:gd name="connsiteY231" fmla="*/ 2146616 h 2323145"/>
              <a:gd name="connsiteX232" fmla="*/ 1865582 w 11269336"/>
              <a:gd name="connsiteY232" fmla="*/ 2153738 h 2323145"/>
              <a:gd name="connsiteX233" fmla="*/ 1835210 w 11269336"/>
              <a:gd name="connsiteY233" fmla="*/ 2134244 h 2323145"/>
              <a:gd name="connsiteX234" fmla="*/ 1632661 w 11269336"/>
              <a:gd name="connsiteY234" fmla="*/ 2173882 h 2323145"/>
              <a:gd name="connsiteX235" fmla="*/ 1579590 w 11269336"/>
              <a:gd name="connsiteY235" fmla="*/ 2173680 h 2323145"/>
              <a:gd name="connsiteX236" fmla="*/ 1535601 w 11269336"/>
              <a:gd name="connsiteY236" fmla="*/ 2194590 h 2323145"/>
              <a:gd name="connsiteX237" fmla="*/ 1515594 w 11269336"/>
              <a:gd name="connsiteY237" fmla="*/ 2189622 h 2323145"/>
              <a:gd name="connsiteX238" fmla="*/ 1512113 w 11269336"/>
              <a:gd name="connsiteY238" fmla="*/ 2188534 h 2323145"/>
              <a:gd name="connsiteX239" fmla="*/ 1498838 w 11269336"/>
              <a:gd name="connsiteY239" fmla="*/ 2189213 h 2323145"/>
              <a:gd name="connsiteX240" fmla="*/ 1494279 w 11269336"/>
              <a:gd name="connsiteY240" fmla="*/ 2183112 h 2323145"/>
              <a:gd name="connsiteX241" fmla="*/ 1473714 w 11269336"/>
              <a:gd name="connsiteY241" fmla="*/ 2179625 h 2323145"/>
              <a:gd name="connsiteX242" fmla="*/ 1449503 w 11269336"/>
              <a:gd name="connsiteY242" fmla="*/ 2182633 h 2323145"/>
              <a:gd name="connsiteX243" fmla="*/ 1266687 w 11269336"/>
              <a:gd name="connsiteY243" fmla="*/ 2212688 h 2323145"/>
              <a:gd name="connsiteX244" fmla="*/ 1239614 w 11269336"/>
              <a:gd name="connsiteY244" fmla="*/ 2209727 h 2323145"/>
              <a:gd name="connsiteX245" fmla="*/ 1202436 w 11269336"/>
              <a:gd name="connsiteY245" fmla="*/ 2209817 h 2323145"/>
              <a:gd name="connsiteX246" fmla="*/ 1136097 w 11269336"/>
              <a:gd name="connsiteY246" fmla="*/ 2205112 h 2323145"/>
              <a:gd name="connsiteX247" fmla="*/ 988232 w 11269336"/>
              <a:gd name="connsiteY247" fmla="*/ 2235635 h 2323145"/>
              <a:gd name="connsiteX248" fmla="*/ 981959 w 11269336"/>
              <a:gd name="connsiteY248" fmla="*/ 2231607 h 2323145"/>
              <a:gd name="connsiteX249" fmla="*/ 938600 w 11269336"/>
              <a:gd name="connsiteY249" fmla="*/ 2238113 h 2323145"/>
              <a:gd name="connsiteX250" fmla="*/ 791788 w 11269336"/>
              <a:gd name="connsiteY250" fmla="*/ 2293224 h 2323145"/>
              <a:gd name="connsiteX251" fmla="*/ 706914 w 11269336"/>
              <a:gd name="connsiteY251" fmla="*/ 2305046 h 2323145"/>
              <a:gd name="connsiteX252" fmla="*/ 675971 w 11269336"/>
              <a:gd name="connsiteY252" fmla="*/ 2304030 h 2323145"/>
              <a:gd name="connsiteX253" fmla="*/ 624180 w 11269336"/>
              <a:gd name="connsiteY253" fmla="*/ 2302650 h 2323145"/>
              <a:gd name="connsiteX254" fmla="*/ 583453 w 11269336"/>
              <a:gd name="connsiteY254" fmla="*/ 2288788 h 2323145"/>
              <a:gd name="connsiteX255" fmla="*/ 540946 w 11269336"/>
              <a:gd name="connsiteY255" fmla="*/ 2292721 h 2323145"/>
              <a:gd name="connsiteX256" fmla="*/ 533680 w 11269336"/>
              <a:gd name="connsiteY256" fmla="*/ 2310233 h 2323145"/>
              <a:gd name="connsiteX257" fmla="*/ 487366 w 11269336"/>
              <a:gd name="connsiteY257" fmla="*/ 2309053 h 2323145"/>
              <a:gd name="connsiteX258" fmla="*/ 416820 w 11269336"/>
              <a:gd name="connsiteY258" fmla="*/ 2305443 h 2323145"/>
              <a:gd name="connsiteX259" fmla="*/ 376805 w 11269336"/>
              <a:gd name="connsiteY259" fmla="*/ 2307647 h 2323145"/>
              <a:gd name="connsiteX260" fmla="*/ 266777 w 11269336"/>
              <a:gd name="connsiteY260" fmla="*/ 2309012 h 2323145"/>
              <a:gd name="connsiteX261" fmla="*/ 156013 w 11269336"/>
              <a:gd name="connsiteY261" fmla="*/ 2306832 h 2323145"/>
              <a:gd name="connsiteX262" fmla="*/ 87258 w 11269336"/>
              <a:gd name="connsiteY262" fmla="*/ 2285511 h 2323145"/>
              <a:gd name="connsiteX263" fmla="*/ 23798 w 11269336"/>
              <a:gd name="connsiteY263" fmla="*/ 2281822 h 2323145"/>
              <a:gd name="connsiteX264" fmla="*/ 0 w 11269336"/>
              <a:gd name="connsiteY264" fmla="*/ 2285369 h 2323145"/>
              <a:gd name="connsiteX265" fmla="*/ 0 w 11269336"/>
              <a:gd name="connsiteY265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380600 w 11269336"/>
              <a:gd name="connsiteY19" fmla="*/ 549821 h 2323145"/>
              <a:gd name="connsiteX20" fmla="*/ 9263254 w 11269336"/>
              <a:gd name="connsiteY20" fmla="*/ 645662 h 2323145"/>
              <a:gd name="connsiteX21" fmla="*/ 9162278 w 11269336"/>
              <a:gd name="connsiteY21" fmla="*/ 704724 h 2323145"/>
              <a:gd name="connsiteX22" fmla="*/ 8977138 w 11269336"/>
              <a:gd name="connsiteY22" fmla="*/ 774970 h 2323145"/>
              <a:gd name="connsiteX23" fmla="*/ 8947030 w 11269336"/>
              <a:gd name="connsiteY23" fmla="*/ 814934 h 2323145"/>
              <a:gd name="connsiteX24" fmla="*/ 8914746 w 11269336"/>
              <a:gd name="connsiteY24" fmla="*/ 826428 h 2323145"/>
              <a:gd name="connsiteX25" fmla="*/ 8917778 w 11269336"/>
              <a:gd name="connsiteY25" fmla="*/ 835198 h 2323145"/>
              <a:gd name="connsiteX26" fmla="*/ 8905560 w 11269336"/>
              <a:gd name="connsiteY26" fmla="*/ 838358 h 2323145"/>
              <a:gd name="connsiteX27" fmla="*/ 8897564 w 11269336"/>
              <a:gd name="connsiteY27" fmla="*/ 834287 h 2323145"/>
              <a:gd name="connsiteX28" fmla="*/ 8878040 w 11269336"/>
              <a:gd name="connsiteY28" fmla="*/ 844150 h 2323145"/>
              <a:gd name="connsiteX29" fmla="*/ 8882654 w 11269336"/>
              <a:gd name="connsiteY29" fmla="*/ 892768 h 2323145"/>
              <a:gd name="connsiteX30" fmla="*/ 8795998 w 11269336"/>
              <a:gd name="connsiteY30" fmla="*/ 863337 h 2323145"/>
              <a:gd name="connsiteX31" fmla="*/ 8776970 w 11269336"/>
              <a:gd name="connsiteY31" fmla="*/ 885177 h 2323145"/>
              <a:gd name="connsiteX32" fmla="*/ 8755719 w 11269336"/>
              <a:gd name="connsiteY32" fmla="*/ 889754 h 2323145"/>
              <a:gd name="connsiteX33" fmla="*/ 8743257 w 11269336"/>
              <a:gd name="connsiteY33" fmla="*/ 904723 h 2323145"/>
              <a:gd name="connsiteX34" fmla="*/ 8721366 w 11269336"/>
              <a:gd name="connsiteY34" fmla="*/ 904711 h 2323145"/>
              <a:gd name="connsiteX35" fmla="*/ 8678353 w 11269336"/>
              <a:gd name="connsiteY35" fmla="*/ 926318 h 2323145"/>
              <a:gd name="connsiteX36" fmla="*/ 8636849 w 11269336"/>
              <a:gd name="connsiteY36" fmla="*/ 937900 h 2323145"/>
              <a:gd name="connsiteX37" fmla="*/ 8620213 w 11269336"/>
              <a:gd name="connsiteY37" fmla="*/ 943068 h 2323145"/>
              <a:gd name="connsiteX38" fmla="*/ 8612581 w 11269336"/>
              <a:gd name="connsiteY38" fmla="*/ 952695 h 2323145"/>
              <a:gd name="connsiteX39" fmla="*/ 8589038 w 11269336"/>
              <a:gd name="connsiteY39" fmla="*/ 963892 h 2323145"/>
              <a:gd name="connsiteX40" fmla="*/ 8579950 w 11269336"/>
              <a:gd name="connsiteY40" fmla="*/ 960899 h 2323145"/>
              <a:gd name="connsiteX41" fmla="*/ 8579319 w 11269336"/>
              <a:gd name="connsiteY41" fmla="*/ 965630 h 2323145"/>
              <a:gd name="connsiteX42" fmla="*/ 8547429 w 11269336"/>
              <a:gd name="connsiteY42" fmla="*/ 984506 h 2323145"/>
              <a:gd name="connsiteX43" fmla="*/ 8478704 w 11269336"/>
              <a:gd name="connsiteY43" fmla="*/ 1025490 h 2323145"/>
              <a:gd name="connsiteX44" fmla="*/ 8461421 w 11269336"/>
              <a:gd name="connsiteY44" fmla="*/ 1035512 h 2323145"/>
              <a:gd name="connsiteX45" fmla="*/ 8445003 w 11269336"/>
              <a:gd name="connsiteY45" fmla="*/ 1036851 h 2323145"/>
              <a:gd name="connsiteX46" fmla="*/ 8357350 w 11269336"/>
              <a:gd name="connsiteY46" fmla="*/ 1060213 h 2323145"/>
              <a:gd name="connsiteX47" fmla="*/ 8335565 w 11269336"/>
              <a:gd name="connsiteY47" fmla="*/ 1061151 h 2323145"/>
              <a:gd name="connsiteX48" fmla="*/ 8325267 w 11269336"/>
              <a:gd name="connsiteY48" fmla="*/ 1055919 h 2323145"/>
              <a:gd name="connsiteX49" fmla="*/ 8293586 w 11269336"/>
              <a:gd name="connsiteY49" fmla="*/ 1076144 h 2323145"/>
              <a:gd name="connsiteX50" fmla="*/ 8242405 w 11269336"/>
              <a:gd name="connsiteY50" fmla="*/ 1095960 h 2323145"/>
              <a:gd name="connsiteX51" fmla="*/ 8197391 w 11269336"/>
              <a:gd name="connsiteY51" fmla="*/ 1107746 h 2323145"/>
              <a:gd name="connsiteX52" fmla="*/ 8081474 w 11269336"/>
              <a:gd name="connsiteY52" fmla="*/ 1130125 h 2323145"/>
              <a:gd name="connsiteX53" fmla="*/ 8053585 w 11269336"/>
              <a:gd name="connsiteY53" fmla="*/ 1129169 h 2323145"/>
              <a:gd name="connsiteX54" fmla="*/ 8038422 w 11269336"/>
              <a:gd name="connsiteY54" fmla="*/ 1119092 h 2323145"/>
              <a:gd name="connsiteX55" fmla="*/ 8029450 w 11269336"/>
              <a:gd name="connsiteY55" fmla="*/ 1125592 h 2323145"/>
              <a:gd name="connsiteX56" fmla="*/ 7959552 w 11269336"/>
              <a:gd name="connsiteY56" fmla="*/ 1140188 h 2323145"/>
              <a:gd name="connsiteX57" fmla="*/ 7914188 w 11269336"/>
              <a:gd name="connsiteY57" fmla="*/ 1150862 h 2323145"/>
              <a:gd name="connsiteX58" fmla="*/ 7914918 w 11269336"/>
              <a:gd name="connsiteY58" fmla="*/ 1168758 h 2323145"/>
              <a:gd name="connsiteX59" fmla="*/ 7875510 w 11269336"/>
              <a:gd name="connsiteY59" fmla="*/ 1183153 h 2323145"/>
              <a:gd name="connsiteX60" fmla="*/ 7829932 w 11269336"/>
              <a:gd name="connsiteY60" fmla="*/ 1180782 h 2323145"/>
              <a:gd name="connsiteX61" fmla="*/ 7779182 w 11269336"/>
              <a:gd name="connsiteY61" fmla="*/ 1192665 h 2323145"/>
              <a:gd name="connsiteX62" fmla="*/ 7748774 w 11269336"/>
              <a:gd name="connsiteY62" fmla="*/ 1199586 h 2323145"/>
              <a:gd name="connsiteX63" fmla="*/ 7671846 w 11269336"/>
              <a:gd name="connsiteY63" fmla="*/ 1231966 h 2323145"/>
              <a:gd name="connsiteX64" fmla="*/ 7554146 w 11269336"/>
              <a:gd name="connsiteY64" fmla="*/ 1319748 h 2323145"/>
              <a:gd name="connsiteX65" fmla="*/ 7515052 w 11269336"/>
              <a:gd name="connsiteY65" fmla="*/ 1336718 h 2323145"/>
              <a:gd name="connsiteX66" fmla="*/ 7507193 w 11269336"/>
              <a:gd name="connsiteY66" fmla="*/ 1334617 h 2323145"/>
              <a:gd name="connsiteX67" fmla="*/ 7461694 w 11269336"/>
              <a:gd name="connsiteY67" fmla="*/ 1375866 h 2323145"/>
              <a:gd name="connsiteX68" fmla="*/ 7377571 w 11269336"/>
              <a:gd name="connsiteY68" fmla="*/ 1400128 h 2323145"/>
              <a:gd name="connsiteX69" fmla="*/ 7311261 w 11269336"/>
              <a:gd name="connsiteY69" fmla="*/ 1412652 h 2323145"/>
              <a:gd name="connsiteX70" fmla="*/ 7275307 w 11269336"/>
              <a:gd name="connsiteY70" fmla="*/ 1422171 h 2323145"/>
              <a:gd name="connsiteX71" fmla="*/ 7247783 w 11269336"/>
              <a:gd name="connsiteY71" fmla="*/ 1426330 h 2323145"/>
              <a:gd name="connsiteX72" fmla="*/ 7185047 w 11269336"/>
              <a:gd name="connsiteY72" fmla="*/ 1451812 h 2323145"/>
              <a:gd name="connsiteX73" fmla="*/ 7084117 w 11269336"/>
              <a:gd name="connsiteY73" fmla="*/ 1500281 h 2323145"/>
              <a:gd name="connsiteX74" fmla="*/ 7062011 w 11269336"/>
              <a:gd name="connsiteY74" fmla="*/ 1509183 h 2323145"/>
              <a:gd name="connsiteX75" fmla="*/ 7040555 w 11269336"/>
              <a:gd name="connsiteY75" fmla="*/ 1511207 h 2323145"/>
              <a:gd name="connsiteX76" fmla="*/ 7033438 w 11269336"/>
              <a:gd name="connsiteY76" fmla="*/ 1506772 h 2323145"/>
              <a:gd name="connsiteX77" fmla="*/ 7020886 w 11269336"/>
              <a:gd name="connsiteY77" fmla="*/ 1510764 h 2323145"/>
              <a:gd name="connsiteX78" fmla="*/ 7017033 w 11269336"/>
              <a:gd name="connsiteY78" fmla="*/ 1510650 h 2323145"/>
              <a:gd name="connsiteX79" fmla="*/ 6995460 w 11269336"/>
              <a:gd name="connsiteY79" fmla="*/ 1511173 h 2323145"/>
              <a:gd name="connsiteX80" fmla="*/ 6962144 w 11269336"/>
              <a:gd name="connsiteY80" fmla="*/ 1541508 h 2323145"/>
              <a:gd name="connsiteX81" fmla="*/ 6910674 w 11269336"/>
              <a:gd name="connsiteY81" fmla="*/ 1554793 h 2323145"/>
              <a:gd name="connsiteX82" fmla="*/ 6732152 w 11269336"/>
              <a:gd name="connsiteY82" fmla="*/ 1642538 h 2323145"/>
              <a:gd name="connsiteX83" fmla="*/ 6694106 w 11269336"/>
              <a:gd name="connsiteY83" fmla="*/ 1632377 h 2323145"/>
              <a:gd name="connsiteX84" fmla="*/ 6617223 w 11269336"/>
              <a:gd name="connsiteY84" fmla="*/ 1659889 h 2323145"/>
              <a:gd name="connsiteX85" fmla="*/ 6521138 w 11269336"/>
              <a:gd name="connsiteY85" fmla="*/ 1744340 h 2323145"/>
              <a:gd name="connsiteX86" fmla="*/ 6380677 w 11269336"/>
              <a:gd name="connsiteY86" fmla="*/ 1796883 h 2323145"/>
              <a:gd name="connsiteX87" fmla="*/ 6374897 w 11269336"/>
              <a:gd name="connsiteY87" fmla="*/ 1809910 h 2323145"/>
              <a:gd name="connsiteX88" fmla="*/ 6364545 w 11269336"/>
              <a:gd name="connsiteY88" fmla="*/ 1820090 h 2323145"/>
              <a:gd name="connsiteX89" fmla="*/ 6362126 w 11269336"/>
              <a:gd name="connsiteY89" fmla="*/ 1819991 h 2323145"/>
              <a:gd name="connsiteX90" fmla="*/ 6346673 w 11269336"/>
              <a:gd name="connsiteY90" fmla="*/ 1827824 h 2323145"/>
              <a:gd name="connsiteX91" fmla="*/ 6345588 w 11269336"/>
              <a:gd name="connsiteY91" fmla="*/ 1832232 h 2323145"/>
              <a:gd name="connsiteX92" fmla="*/ 6335708 w 11269336"/>
              <a:gd name="connsiteY92" fmla="*/ 1838451 h 2323145"/>
              <a:gd name="connsiteX93" fmla="*/ 6318182 w 11269336"/>
              <a:gd name="connsiteY93" fmla="*/ 1852975 h 2323145"/>
              <a:gd name="connsiteX94" fmla="*/ 6313084 w 11269336"/>
              <a:gd name="connsiteY94" fmla="*/ 1853561 h 2323145"/>
              <a:gd name="connsiteX95" fmla="*/ 6283816 w 11269336"/>
              <a:gd name="connsiteY95" fmla="*/ 1872148 h 2323145"/>
              <a:gd name="connsiteX96" fmla="*/ 6282550 w 11269336"/>
              <a:gd name="connsiteY96" fmla="*/ 1871392 h 2323145"/>
              <a:gd name="connsiteX97" fmla="*/ 6270527 w 11269336"/>
              <a:gd name="connsiteY97" fmla="*/ 1872208 h 2323145"/>
              <a:gd name="connsiteX98" fmla="*/ 6249518 w 11269336"/>
              <a:gd name="connsiteY98" fmla="*/ 1876079 h 2323145"/>
              <a:gd name="connsiteX99" fmla="*/ 6190386 w 11269336"/>
              <a:gd name="connsiteY99" fmla="*/ 1872478 h 2323145"/>
              <a:gd name="connsiteX100" fmla="*/ 6159777 w 11269336"/>
              <a:gd name="connsiteY100" fmla="*/ 1891745 h 2323145"/>
              <a:gd name="connsiteX101" fmla="*/ 6153131 w 11269336"/>
              <a:gd name="connsiteY101" fmla="*/ 1895079 h 2323145"/>
              <a:gd name="connsiteX102" fmla="*/ 6152798 w 11269336"/>
              <a:gd name="connsiteY102" fmla="*/ 1894920 h 2323145"/>
              <a:gd name="connsiteX103" fmla="*/ 6145388 w 11269336"/>
              <a:gd name="connsiteY103" fmla="*/ 1897990 h 2323145"/>
              <a:gd name="connsiteX104" fmla="*/ 6141014 w 11269336"/>
              <a:gd name="connsiteY104" fmla="*/ 1901155 h 2323145"/>
              <a:gd name="connsiteX105" fmla="*/ 6128122 w 11269336"/>
              <a:gd name="connsiteY105" fmla="*/ 1907623 h 2323145"/>
              <a:gd name="connsiteX106" fmla="*/ 6122351 w 11269336"/>
              <a:gd name="connsiteY106" fmla="*/ 1908359 h 2323145"/>
              <a:gd name="connsiteX107" fmla="*/ 6064750 w 11269336"/>
              <a:gd name="connsiteY107" fmla="*/ 1896394 h 2323145"/>
              <a:gd name="connsiteX108" fmla="*/ 5964230 w 11269336"/>
              <a:gd name="connsiteY108" fmla="*/ 1910038 h 2323145"/>
              <a:gd name="connsiteX109" fmla="*/ 5865399 w 11269336"/>
              <a:gd name="connsiteY109" fmla="*/ 1926966 h 2323145"/>
              <a:gd name="connsiteX110" fmla="*/ 5829951 w 11269336"/>
              <a:gd name="connsiteY110" fmla="*/ 1934755 h 2323145"/>
              <a:gd name="connsiteX111" fmla="*/ 5765285 w 11269336"/>
              <a:gd name="connsiteY111" fmla="*/ 1941322 h 2323145"/>
              <a:gd name="connsiteX112" fmla="*/ 5734750 w 11269336"/>
              <a:gd name="connsiteY112" fmla="*/ 1939793 h 2323145"/>
              <a:gd name="connsiteX113" fmla="*/ 5733569 w 11269336"/>
              <a:gd name="connsiteY113" fmla="*/ 1940505 h 2323145"/>
              <a:gd name="connsiteX114" fmla="*/ 5730329 w 11269336"/>
              <a:gd name="connsiteY114" fmla="*/ 1937845 h 2323145"/>
              <a:gd name="connsiteX115" fmla="*/ 5724661 w 11269336"/>
              <a:gd name="connsiteY115" fmla="*/ 1937455 h 2323145"/>
              <a:gd name="connsiteX116" fmla="*/ 5710186 w 11269336"/>
              <a:gd name="connsiteY116" fmla="*/ 1941370 h 2323145"/>
              <a:gd name="connsiteX117" fmla="*/ 5704910 w 11269336"/>
              <a:gd name="connsiteY117" fmla="*/ 1943663 h 2323145"/>
              <a:gd name="connsiteX118" fmla="*/ 5696836 w 11269336"/>
              <a:gd name="connsiteY118" fmla="*/ 1945271 h 2323145"/>
              <a:gd name="connsiteX119" fmla="*/ 5696583 w 11269336"/>
              <a:gd name="connsiteY119" fmla="*/ 1945050 h 2323145"/>
              <a:gd name="connsiteX120" fmla="*/ 5689123 w 11269336"/>
              <a:gd name="connsiteY120" fmla="*/ 1947067 h 2323145"/>
              <a:gd name="connsiteX121" fmla="*/ 5653291 w 11269336"/>
              <a:gd name="connsiteY121" fmla="*/ 1960245 h 2323145"/>
              <a:gd name="connsiteX122" fmla="*/ 5599385 w 11269336"/>
              <a:gd name="connsiteY122" fmla="*/ 1945198 h 2323145"/>
              <a:gd name="connsiteX123" fmla="*/ 5578300 w 11269336"/>
              <a:gd name="connsiteY123" fmla="*/ 1944963 h 2323145"/>
              <a:gd name="connsiteX124" fmla="*/ 5566758 w 11269336"/>
              <a:gd name="connsiteY124" fmla="*/ 1943441 h 2323145"/>
              <a:gd name="connsiteX125" fmla="*/ 5565857 w 11269336"/>
              <a:gd name="connsiteY125" fmla="*/ 1942445 h 2323145"/>
              <a:gd name="connsiteX126" fmla="*/ 5531534 w 11269336"/>
              <a:gd name="connsiteY126" fmla="*/ 1955208 h 2323145"/>
              <a:gd name="connsiteX127" fmla="*/ 5526552 w 11269336"/>
              <a:gd name="connsiteY127" fmla="*/ 1954799 h 2323145"/>
              <a:gd name="connsiteX128" fmla="*/ 5504723 w 11269336"/>
              <a:gd name="connsiteY128" fmla="*/ 1965811 h 2323145"/>
              <a:gd name="connsiteX129" fmla="*/ 5493156 w 11269336"/>
              <a:gd name="connsiteY129" fmla="*/ 1970063 h 2323145"/>
              <a:gd name="connsiteX130" fmla="*/ 5490486 w 11269336"/>
              <a:gd name="connsiteY130" fmla="*/ 1974227 h 2323145"/>
              <a:gd name="connsiteX131" fmla="*/ 5473107 w 11269336"/>
              <a:gd name="connsiteY131" fmla="*/ 1979001 h 2323145"/>
              <a:gd name="connsiteX132" fmla="*/ 5470885 w 11269336"/>
              <a:gd name="connsiteY132" fmla="*/ 1978432 h 2323145"/>
              <a:gd name="connsiteX133" fmla="*/ 5457393 w 11269336"/>
              <a:gd name="connsiteY133" fmla="*/ 1986525 h 2323145"/>
              <a:gd name="connsiteX134" fmla="*/ 5447102 w 11269336"/>
              <a:gd name="connsiteY134" fmla="*/ 1998329 h 2323145"/>
              <a:gd name="connsiteX135" fmla="*/ 5159151 w 11269336"/>
              <a:gd name="connsiteY135" fmla="*/ 2029640 h 2323145"/>
              <a:gd name="connsiteX136" fmla="*/ 5041688 w 11269336"/>
              <a:gd name="connsiteY136" fmla="*/ 2022334 h 2323145"/>
              <a:gd name="connsiteX137" fmla="*/ 4860988 w 11269336"/>
              <a:gd name="connsiteY137" fmla="*/ 2135698 h 2323145"/>
              <a:gd name="connsiteX138" fmla="*/ 4807902 w 11269336"/>
              <a:gd name="connsiteY138" fmla="*/ 2138894 h 2323145"/>
              <a:gd name="connsiteX139" fmla="*/ 4765388 w 11269336"/>
              <a:gd name="connsiteY139" fmla="*/ 2162525 h 2323145"/>
              <a:gd name="connsiteX140" fmla="*/ 4745033 w 11269336"/>
              <a:gd name="connsiteY140" fmla="*/ 2158859 h 2323145"/>
              <a:gd name="connsiteX141" fmla="*/ 4741475 w 11269336"/>
              <a:gd name="connsiteY141" fmla="*/ 2157998 h 2323145"/>
              <a:gd name="connsiteX142" fmla="*/ 4728247 w 11269336"/>
              <a:gd name="connsiteY142" fmla="*/ 2159526 h 2323145"/>
              <a:gd name="connsiteX143" fmla="*/ 4723263 w 11269336"/>
              <a:gd name="connsiteY143" fmla="*/ 2153742 h 2323145"/>
              <a:gd name="connsiteX144" fmla="*/ 4702453 w 11269336"/>
              <a:gd name="connsiteY144" fmla="*/ 2151586 h 2323145"/>
              <a:gd name="connsiteX145" fmla="*/ 4678455 w 11269336"/>
              <a:gd name="connsiteY145" fmla="*/ 2156131 h 2323145"/>
              <a:gd name="connsiteX146" fmla="*/ 4593061 w 11269336"/>
              <a:gd name="connsiteY146" fmla="*/ 2171597 h 2323145"/>
              <a:gd name="connsiteX147" fmla="*/ 4579902 w 11269336"/>
              <a:gd name="connsiteY147" fmla="*/ 2177927 h 2323145"/>
              <a:gd name="connsiteX148" fmla="*/ 4533444 w 11269336"/>
              <a:gd name="connsiteY148" fmla="*/ 2181200 h 2323145"/>
              <a:gd name="connsiteX149" fmla="*/ 4492832 w 11269336"/>
              <a:gd name="connsiteY149" fmla="*/ 2188033 h 2323145"/>
              <a:gd name="connsiteX150" fmla="*/ 4467257 w 11269336"/>
              <a:gd name="connsiteY150" fmla="*/ 2196121 h 2323145"/>
              <a:gd name="connsiteX151" fmla="*/ 4459937 w 11269336"/>
              <a:gd name="connsiteY151" fmla="*/ 2195182 h 2323145"/>
              <a:gd name="connsiteX152" fmla="*/ 4433312 w 11269336"/>
              <a:gd name="connsiteY152" fmla="*/ 2199004 h 2323145"/>
              <a:gd name="connsiteX153" fmla="*/ 4420601 w 11269336"/>
              <a:gd name="connsiteY153" fmla="*/ 2205158 h 2323145"/>
              <a:gd name="connsiteX154" fmla="*/ 4405765 w 11269336"/>
              <a:gd name="connsiteY154" fmla="*/ 2199902 h 2323145"/>
              <a:gd name="connsiteX155" fmla="*/ 4401354 w 11269336"/>
              <a:gd name="connsiteY155" fmla="*/ 2194745 h 2323145"/>
              <a:gd name="connsiteX156" fmla="*/ 4383151 w 11269336"/>
              <a:gd name="connsiteY156" fmla="*/ 2201140 h 2323145"/>
              <a:gd name="connsiteX157" fmla="*/ 4366646 w 11269336"/>
              <a:gd name="connsiteY157" fmla="*/ 2198564 h 2323145"/>
              <a:gd name="connsiteX158" fmla="*/ 4354009 w 11269336"/>
              <a:gd name="connsiteY158" fmla="*/ 2204984 h 2323145"/>
              <a:gd name="connsiteX159" fmla="*/ 4348284 w 11269336"/>
              <a:gd name="connsiteY159" fmla="*/ 2205270 h 2323145"/>
              <a:gd name="connsiteX160" fmla="*/ 4333906 w 11269336"/>
              <a:gd name="connsiteY160" fmla="*/ 2205251 h 2323145"/>
              <a:gd name="connsiteX161" fmla="*/ 4308819 w 11269336"/>
              <a:gd name="connsiteY161" fmla="*/ 2203822 h 2323145"/>
              <a:gd name="connsiteX162" fmla="*/ 4301210 w 11269336"/>
              <a:gd name="connsiteY162" fmla="*/ 2204456 h 2323145"/>
              <a:gd name="connsiteX163" fmla="*/ 4283095 w 11269336"/>
              <a:gd name="connsiteY163" fmla="*/ 2198177 h 2323145"/>
              <a:gd name="connsiteX164" fmla="*/ 4250119 w 11269336"/>
              <a:gd name="connsiteY164" fmla="*/ 2196342 h 2323145"/>
              <a:gd name="connsiteX165" fmla="*/ 4189203 w 11269336"/>
              <a:gd name="connsiteY165" fmla="*/ 2178994 h 2323145"/>
              <a:gd name="connsiteX166" fmla="*/ 4154035 w 11269336"/>
              <a:gd name="connsiteY166" fmla="*/ 2171950 h 2323145"/>
              <a:gd name="connsiteX167" fmla="*/ 4129569 w 11269336"/>
              <a:gd name="connsiteY167" fmla="*/ 2163850 h 2323145"/>
              <a:gd name="connsiteX168" fmla="*/ 4061250 w 11269336"/>
              <a:gd name="connsiteY168" fmla="*/ 2159236 h 2323145"/>
              <a:gd name="connsiteX169" fmla="*/ 3945480 w 11269336"/>
              <a:gd name="connsiteY169" fmla="*/ 2158279 h 2323145"/>
              <a:gd name="connsiteX170" fmla="*/ 3921468 w 11269336"/>
              <a:gd name="connsiteY170" fmla="*/ 2156588 h 2323145"/>
              <a:gd name="connsiteX171" fmla="*/ 3903348 w 11269336"/>
              <a:gd name="connsiteY171" fmla="*/ 2149220 h 2323145"/>
              <a:gd name="connsiteX172" fmla="*/ 3901342 w 11269336"/>
              <a:gd name="connsiteY172" fmla="*/ 2142355 h 2323145"/>
              <a:gd name="connsiteX173" fmla="*/ 3888539 w 11269336"/>
              <a:gd name="connsiteY173" fmla="*/ 2140476 h 2323145"/>
              <a:gd name="connsiteX174" fmla="*/ 3885662 w 11269336"/>
              <a:gd name="connsiteY174" fmla="*/ 2138740 h 2323145"/>
              <a:gd name="connsiteX175" fmla="*/ 3868627 w 11269336"/>
              <a:gd name="connsiteY175" fmla="*/ 2130023 h 2323145"/>
              <a:gd name="connsiteX176" fmla="*/ 3819177 w 11269336"/>
              <a:gd name="connsiteY176" fmla="*/ 2142111 h 2323145"/>
              <a:gd name="connsiteX177" fmla="*/ 3769100 w 11269336"/>
              <a:gd name="connsiteY177" fmla="*/ 2131731 h 2323145"/>
              <a:gd name="connsiteX178" fmla="*/ 3562752 w 11269336"/>
              <a:gd name="connsiteY178" fmla="*/ 2131785 h 2323145"/>
              <a:gd name="connsiteX179" fmla="*/ 3541402 w 11269336"/>
              <a:gd name="connsiteY179" fmla="*/ 2106821 h 2323145"/>
              <a:gd name="connsiteX180" fmla="*/ 3365341 w 11269336"/>
              <a:gd name="connsiteY180" fmla="*/ 2077638 h 2323145"/>
              <a:gd name="connsiteX181" fmla="*/ 3170922 w 11269336"/>
              <a:gd name="connsiteY181" fmla="*/ 2115957 h 2323145"/>
              <a:gd name="connsiteX182" fmla="*/ 3156256 w 11269336"/>
              <a:gd name="connsiteY182" fmla="*/ 2124773 h 2323145"/>
              <a:gd name="connsiteX183" fmla="*/ 3140298 w 11269336"/>
              <a:gd name="connsiteY183" fmla="*/ 2129182 h 2323145"/>
              <a:gd name="connsiteX184" fmla="*/ 3138514 w 11269336"/>
              <a:gd name="connsiteY184" fmla="*/ 2128069 h 2323145"/>
              <a:gd name="connsiteX185" fmla="*/ 3120467 w 11269336"/>
              <a:gd name="connsiteY185" fmla="*/ 2128281 h 2323145"/>
              <a:gd name="connsiteX186" fmla="*/ 3116175 w 11269336"/>
              <a:gd name="connsiteY186" fmla="*/ 2131633 h 2323145"/>
              <a:gd name="connsiteX187" fmla="*/ 3103685 w 11269336"/>
              <a:gd name="connsiteY187" fmla="*/ 2132814 h 2323145"/>
              <a:gd name="connsiteX188" fmla="*/ 3078794 w 11269336"/>
              <a:gd name="connsiteY188" fmla="*/ 2137935 h 2323145"/>
              <a:gd name="connsiteX189" fmla="*/ 3074407 w 11269336"/>
              <a:gd name="connsiteY189" fmla="*/ 2136274 h 2323145"/>
              <a:gd name="connsiteX190" fmla="*/ 3037285 w 11269336"/>
              <a:gd name="connsiteY190" fmla="*/ 2139919 h 2323145"/>
              <a:gd name="connsiteX191" fmla="*/ 3036901 w 11269336"/>
              <a:gd name="connsiteY191" fmla="*/ 2138726 h 2323145"/>
              <a:gd name="connsiteX192" fmla="*/ 3026996 w 11269336"/>
              <a:gd name="connsiteY192" fmla="*/ 2134322 h 2323145"/>
              <a:gd name="connsiteX193" fmla="*/ 3007772 w 11269336"/>
              <a:gd name="connsiteY193" fmla="*/ 2128742 h 2323145"/>
              <a:gd name="connsiteX194" fmla="*/ 2965030 w 11269336"/>
              <a:gd name="connsiteY194" fmla="*/ 2100494 h 2323145"/>
              <a:gd name="connsiteX195" fmla="*/ 2926342 w 11269336"/>
              <a:gd name="connsiteY195" fmla="*/ 2104155 h 2323145"/>
              <a:gd name="connsiteX196" fmla="*/ 2918608 w 11269336"/>
              <a:gd name="connsiteY196" fmla="*/ 2104215 h 2323145"/>
              <a:gd name="connsiteX197" fmla="*/ 2918475 w 11269336"/>
              <a:gd name="connsiteY197" fmla="*/ 2103937 h 2323145"/>
              <a:gd name="connsiteX198" fmla="*/ 2910360 w 11269336"/>
              <a:gd name="connsiteY198" fmla="*/ 2103444 h 2323145"/>
              <a:gd name="connsiteX199" fmla="*/ 2904507 w 11269336"/>
              <a:gd name="connsiteY199" fmla="*/ 2104326 h 2323145"/>
              <a:gd name="connsiteX200" fmla="*/ 2889503 w 11269336"/>
              <a:gd name="connsiteY200" fmla="*/ 2104443 h 2323145"/>
              <a:gd name="connsiteX201" fmla="*/ 2884480 w 11269336"/>
              <a:gd name="connsiteY201" fmla="*/ 2102626 h 2323145"/>
              <a:gd name="connsiteX202" fmla="*/ 2882689 w 11269336"/>
              <a:gd name="connsiteY202" fmla="*/ 2099228 h 2323145"/>
              <a:gd name="connsiteX203" fmla="*/ 2881291 w 11269336"/>
              <a:gd name="connsiteY203" fmla="*/ 2099618 h 2323145"/>
              <a:gd name="connsiteX204" fmla="*/ 2853979 w 11269336"/>
              <a:gd name="connsiteY204" fmla="*/ 2090388 h 2323145"/>
              <a:gd name="connsiteX205" fmla="*/ 2791790 w 11269336"/>
              <a:gd name="connsiteY205" fmla="*/ 2080332 h 2323145"/>
              <a:gd name="connsiteX206" fmla="*/ 2755844 w 11269336"/>
              <a:gd name="connsiteY206" fmla="*/ 2078874 h 2323145"/>
              <a:gd name="connsiteX207" fmla="*/ 2657742 w 11269336"/>
              <a:gd name="connsiteY207" fmla="*/ 2070179 h 2323145"/>
              <a:gd name="connsiteX208" fmla="*/ 2559549 w 11269336"/>
              <a:gd name="connsiteY208" fmla="*/ 2057873 h 2323145"/>
              <a:gd name="connsiteX209" fmla="*/ 2512054 w 11269336"/>
              <a:gd name="connsiteY209" fmla="*/ 2031671 h 2323145"/>
              <a:gd name="connsiteX210" fmla="*/ 2506437 w 11269336"/>
              <a:gd name="connsiteY210" fmla="*/ 2030918 h 2323145"/>
              <a:gd name="connsiteX211" fmla="*/ 2491752 w 11269336"/>
              <a:gd name="connsiteY211" fmla="*/ 2033906 h 2323145"/>
              <a:gd name="connsiteX212" fmla="*/ 2486338 w 11269336"/>
              <a:gd name="connsiteY212" fmla="*/ 2035862 h 2323145"/>
              <a:gd name="connsiteX213" fmla="*/ 2478186 w 11269336"/>
              <a:gd name="connsiteY213" fmla="*/ 2036953 h 2323145"/>
              <a:gd name="connsiteX214" fmla="*/ 2477950 w 11269336"/>
              <a:gd name="connsiteY214" fmla="*/ 2036715 h 2323145"/>
              <a:gd name="connsiteX215" fmla="*/ 2470381 w 11269336"/>
              <a:gd name="connsiteY215" fmla="*/ 2038256 h 2323145"/>
              <a:gd name="connsiteX216" fmla="*/ 2433781 w 11269336"/>
              <a:gd name="connsiteY216" fmla="*/ 2049140 h 2323145"/>
              <a:gd name="connsiteX217" fmla="*/ 2381172 w 11269336"/>
              <a:gd name="connsiteY217" fmla="*/ 2030645 h 2323145"/>
              <a:gd name="connsiteX218" fmla="*/ 2360198 w 11269336"/>
              <a:gd name="connsiteY218" fmla="*/ 2029059 h 2323145"/>
              <a:gd name="connsiteX219" fmla="*/ 2348815 w 11269336"/>
              <a:gd name="connsiteY219" fmla="*/ 2026798 h 2323145"/>
              <a:gd name="connsiteX220" fmla="*/ 2347988 w 11269336"/>
              <a:gd name="connsiteY220" fmla="*/ 2025745 h 2323145"/>
              <a:gd name="connsiteX221" fmla="*/ 2312920 w 11269336"/>
              <a:gd name="connsiteY221" fmla="*/ 2036311 h 2323145"/>
              <a:gd name="connsiteX222" fmla="*/ 2307986 w 11269336"/>
              <a:gd name="connsiteY222" fmla="*/ 2035583 h 2323145"/>
              <a:gd name="connsiteX223" fmla="*/ 2285481 w 11269336"/>
              <a:gd name="connsiteY223" fmla="*/ 2045197 h 2323145"/>
              <a:gd name="connsiteX224" fmla="*/ 2273666 w 11269336"/>
              <a:gd name="connsiteY224" fmla="*/ 2048710 h 2323145"/>
              <a:gd name="connsiteX225" fmla="*/ 2270719 w 11269336"/>
              <a:gd name="connsiteY225" fmla="*/ 2052702 h 2323145"/>
              <a:gd name="connsiteX226" fmla="*/ 2253080 w 11269336"/>
              <a:gd name="connsiteY226" fmla="*/ 2056363 h 2323145"/>
              <a:gd name="connsiteX227" fmla="*/ 2250906 w 11269336"/>
              <a:gd name="connsiteY227" fmla="*/ 2055654 h 2323145"/>
              <a:gd name="connsiteX228" fmla="*/ 2236905 w 11269336"/>
              <a:gd name="connsiteY228" fmla="*/ 2062882 h 2323145"/>
              <a:gd name="connsiteX229" fmla="*/ 2225830 w 11269336"/>
              <a:gd name="connsiteY229" fmla="*/ 2074027 h 2323145"/>
              <a:gd name="connsiteX230" fmla="*/ 2073776 w 11269336"/>
              <a:gd name="connsiteY230" fmla="*/ 2089244 h 2323145"/>
              <a:gd name="connsiteX231" fmla="*/ 1948256 w 11269336"/>
              <a:gd name="connsiteY231" fmla="*/ 2146616 h 2323145"/>
              <a:gd name="connsiteX232" fmla="*/ 1865582 w 11269336"/>
              <a:gd name="connsiteY232" fmla="*/ 2153738 h 2323145"/>
              <a:gd name="connsiteX233" fmla="*/ 1835210 w 11269336"/>
              <a:gd name="connsiteY233" fmla="*/ 2134244 h 2323145"/>
              <a:gd name="connsiteX234" fmla="*/ 1632661 w 11269336"/>
              <a:gd name="connsiteY234" fmla="*/ 2173882 h 2323145"/>
              <a:gd name="connsiteX235" fmla="*/ 1579590 w 11269336"/>
              <a:gd name="connsiteY235" fmla="*/ 2173680 h 2323145"/>
              <a:gd name="connsiteX236" fmla="*/ 1535601 w 11269336"/>
              <a:gd name="connsiteY236" fmla="*/ 2194590 h 2323145"/>
              <a:gd name="connsiteX237" fmla="*/ 1515594 w 11269336"/>
              <a:gd name="connsiteY237" fmla="*/ 2189622 h 2323145"/>
              <a:gd name="connsiteX238" fmla="*/ 1512113 w 11269336"/>
              <a:gd name="connsiteY238" fmla="*/ 2188534 h 2323145"/>
              <a:gd name="connsiteX239" fmla="*/ 1498838 w 11269336"/>
              <a:gd name="connsiteY239" fmla="*/ 2189213 h 2323145"/>
              <a:gd name="connsiteX240" fmla="*/ 1494279 w 11269336"/>
              <a:gd name="connsiteY240" fmla="*/ 2183112 h 2323145"/>
              <a:gd name="connsiteX241" fmla="*/ 1473714 w 11269336"/>
              <a:gd name="connsiteY241" fmla="*/ 2179625 h 2323145"/>
              <a:gd name="connsiteX242" fmla="*/ 1449503 w 11269336"/>
              <a:gd name="connsiteY242" fmla="*/ 2182633 h 2323145"/>
              <a:gd name="connsiteX243" fmla="*/ 1266687 w 11269336"/>
              <a:gd name="connsiteY243" fmla="*/ 2212688 h 2323145"/>
              <a:gd name="connsiteX244" fmla="*/ 1239614 w 11269336"/>
              <a:gd name="connsiteY244" fmla="*/ 2209727 h 2323145"/>
              <a:gd name="connsiteX245" fmla="*/ 1202436 w 11269336"/>
              <a:gd name="connsiteY245" fmla="*/ 2209817 h 2323145"/>
              <a:gd name="connsiteX246" fmla="*/ 1136097 w 11269336"/>
              <a:gd name="connsiteY246" fmla="*/ 2205112 h 2323145"/>
              <a:gd name="connsiteX247" fmla="*/ 988232 w 11269336"/>
              <a:gd name="connsiteY247" fmla="*/ 2235635 h 2323145"/>
              <a:gd name="connsiteX248" fmla="*/ 981959 w 11269336"/>
              <a:gd name="connsiteY248" fmla="*/ 2231607 h 2323145"/>
              <a:gd name="connsiteX249" fmla="*/ 938600 w 11269336"/>
              <a:gd name="connsiteY249" fmla="*/ 2238113 h 2323145"/>
              <a:gd name="connsiteX250" fmla="*/ 791788 w 11269336"/>
              <a:gd name="connsiteY250" fmla="*/ 2293224 h 2323145"/>
              <a:gd name="connsiteX251" fmla="*/ 706914 w 11269336"/>
              <a:gd name="connsiteY251" fmla="*/ 2305046 h 2323145"/>
              <a:gd name="connsiteX252" fmla="*/ 675971 w 11269336"/>
              <a:gd name="connsiteY252" fmla="*/ 2304030 h 2323145"/>
              <a:gd name="connsiteX253" fmla="*/ 624180 w 11269336"/>
              <a:gd name="connsiteY253" fmla="*/ 2302650 h 2323145"/>
              <a:gd name="connsiteX254" fmla="*/ 583453 w 11269336"/>
              <a:gd name="connsiteY254" fmla="*/ 2288788 h 2323145"/>
              <a:gd name="connsiteX255" fmla="*/ 540946 w 11269336"/>
              <a:gd name="connsiteY255" fmla="*/ 2292721 h 2323145"/>
              <a:gd name="connsiteX256" fmla="*/ 533680 w 11269336"/>
              <a:gd name="connsiteY256" fmla="*/ 2310233 h 2323145"/>
              <a:gd name="connsiteX257" fmla="*/ 487366 w 11269336"/>
              <a:gd name="connsiteY257" fmla="*/ 2309053 h 2323145"/>
              <a:gd name="connsiteX258" fmla="*/ 416820 w 11269336"/>
              <a:gd name="connsiteY258" fmla="*/ 2305443 h 2323145"/>
              <a:gd name="connsiteX259" fmla="*/ 376805 w 11269336"/>
              <a:gd name="connsiteY259" fmla="*/ 2307647 h 2323145"/>
              <a:gd name="connsiteX260" fmla="*/ 266777 w 11269336"/>
              <a:gd name="connsiteY260" fmla="*/ 2309012 h 2323145"/>
              <a:gd name="connsiteX261" fmla="*/ 156013 w 11269336"/>
              <a:gd name="connsiteY261" fmla="*/ 2306832 h 2323145"/>
              <a:gd name="connsiteX262" fmla="*/ 87258 w 11269336"/>
              <a:gd name="connsiteY262" fmla="*/ 2285511 h 2323145"/>
              <a:gd name="connsiteX263" fmla="*/ 23798 w 11269336"/>
              <a:gd name="connsiteY263" fmla="*/ 2281822 h 2323145"/>
              <a:gd name="connsiteX264" fmla="*/ 0 w 11269336"/>
              <a:gd name="connsiteY264" fmla="*/ 2285369 h 2323145"/>
              <a:gd name="connsiteX265" fmla="*/ 0 w 11269336"/>
              <a:gd name="connsiteY265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380600 w 11269336"/>
              <a:gd name="connsiteY19" fmla="*/ 549821 h 2323145"/>
              <a:gd name="connsiteX20" fmla="*/ 9263254 w 11269336"/>
              <a:gd name="connsiteY20" fmla="*/ 645662 h 2323145"/>
              <a:gd name="connsiteX21" fmla="*/ 9162278 w 11269336"/>
              <a:gd name="connsiteY21" fmla="*/ 704724 h 2323145"/>
              <a:gd name="connsiteX22" fmla="*/ 8977138 w 11269336"/>
              <a:gd name="connsiteY22" fmla="*/ 774970 h 2323145"/>
              <a:gd name="connsiteX23" fmla="*/ 9070855 w 11269336"/>
              <a:gd name="connsiteY23" fmla="*/ 794621 h 2323145"/>
              <a:gd name="connsiteX24" fmla="*/ 8914746 w 11269336"/>
              <a:gd name="connsiteY24" fmla="*/ 826428 h 2323145"/>
              <a:gd name="connsiteX25" fmla="*/ 8917778 w 11269336"/>
              <a:gd name="connsiteY25" fmla="*/ 835198 h 2323145"/>
              <a:gd name="connsiteX26" fmla="*/ 8905560 w 11269336"/>
              <a:gd name="connsiteY26" fmla="*/ 838358 h 2323145"/>
              <a:gd name="connsiteX27" fmla="*/ 8897564 w 11269336"/>
              <a:gd name="connsiteY27" fmla="*/ 834287 h 2323145"/>
              <a:gd name="connsiteX28" fmla="*/ 8878040 w 11269336"/>
              <a:gd name="connsiteY28" fmla="*/ 844150 h 2323145"/>
              <a:gd name="connsiteX29" fmla="*/ 8882654 w 11269336"/>
              <a:gd name="connsiteY29" fmla="*/ 892768 h 2323145"/>
              <a:gd name="connsiteX30" fmla="*/ 8795998 w 11269336"/>
              <a:gd name="connsiteY30" fmla="*/ 863337 h 2323145"/>
              <a:gd name="connsiteX31" fmla="*/ 8776970 w 11269336"/>
              <a:gd name="connsiteY31" fmla="*/ 885177 h 2323145"/>
              <a:gd name="connsiteX32" fmla="*/ 8755719 w 11269336"/>
              <a:gd name="connsiteY32" fmla="*/ 889754 h 2323145"/>
              <a:gd name="connsiteX33" fmla="*/ 8743257 w 11269336"/>
              <a:gd name="connsiteY33" fmla="*/ 904723 h 2323145"/>
              <a:gd name="connsiteX34" fmla="*/ 8721366 w 11269336"/>
              <a:gd name="connsiteY34" fmla="*/ 904711 h 2323145"/>
              <a:gd name="connsiteX35" fmla="*/ 8678353 w 11269336"/>
              <a:gd name="connsiteY35" fmla="*/ 926318 h 2323145"/>
              <a:gd name="connsiteX36" fmla="*/ 8636849 w 11269336"/>
              <a:gd name="connsiteY36" fmla="*/ 937900 h 2323145"/>
              <a:gd name="connsiteX37" fmla="*/ 8620213 w 11269336"/>
              <a:gd name="connsiteY37" fmla="*/ 943068 h 2323145"/>
              <a:gd name="connsiteX38" fmla="*/ 8612581 w 11269336"/>
              <a:gd name="connsiteY38" fmla="*/ 952695 h 2323145"/>
              <a:gd name="connsiteX39" fmla="*/ 8589038 w 11269336"/>
              <a:gd name="connsiteY39" fmla="*/ 963892 h 2323145"/>
              <a:gd name="connsiteX40" fmla="*/ 8579950 w 11269336"/>
              <a:gd name="connsiteY40" fmla="*/ 960899 h 2323145"/>
              <a:gd name="connsiteX41" fmla="*/ 8579319 w 11269336"/>
              <a:gd name="connsiteY41" fmla="*/ 965630 h 2323145"/>
              <a:gd name="connsiteX42" fmla="*/ 8547429 w 11269336"/>
              <a:gd name="connsiteY42" fmla="*/ 984506 h 2323145"/>
              <a:gd name="connsiteX43" fmla="*/ 8478704 w 11269336"/>
              <a:gd name="connsiteY43" fmla="*/ 1025490 h 2323145"/>
              <a:gd name="connsiteX44" fmla="*/ 8461421 w 11269336"/>
              <a:gd name="connsiteY44" fmla="*/ 1035512 h 2323145"/>
              <a:gd name="connsiteX45" fmla="*/ 8445003 w 11269336"/>
              <a:gd name="connsiteY45" fmla="*/ 1036851 h 2323145"/>
              <a:gd name="connsiteX46" fmla="*/ 8357350 w 11269336"/>
              <a:gd name="connsiteY46" fmla="*/ 1060213 h 2323145"/>
              <a:gd name="connsiteX47" fmla="*/ 8335565 w 11269336"/>
              <a:gd name="connsiteY47" fmla="*/ 1061151 h 2323145"/>
              <a:gd name="connsiteX48" fmla="*/ 8325267 w 11269336"/>
              <a:gd name="connsiteY48" fmla="*/ 1055919 h 2323145"/>
              <a:gd name="connsiteX49" fmla="*/ 8293586 w 11269336"/>
              <a:gd name="connsiteY49" fmla="*/ 1076144 h 2323145"/>
              <a:gd name="connsiteX50" fmla="*/ 8242405 w 11269336"/>
              <a:gd name="connsiteY50" fmla="*/ 1095960 h 2323145"/>
              <a:gd name="connsiteX51" fmla="*/ 8197391 w 11269336"/>
              <a:gd name="connsiteY51" fmla="*/ 1107746 h 2323145"/>
              <a:gd name="connsiteX52" fmla="*/ 8081474 w 11269336"/>
              <a:gd name="connsiteY52" fmla="*/ 1130125 h 2323145"/>
              <a:gd name="connsiteX53" fmla="*/ 8053585 w 11269336"/>
              <a:gd name="connsiteY53" fmla="*/ 1129169 h 2323145"/>
              <a:gd name="connsiteX54" fmla="*/ 8038422 w 11269336"/>
              <a:gd name="connsiteY54" fmla="*/ 1119092 h 2323145"/>
              <a:gd name="connsiteX55" fmla="*/ 8029450 w 11269336"/>
              <a:gd name="connsiteY55" fmla="*/ 1125592 h 2323145"/>
              <a:gd name="connsiteX56" fmla="*/ 7959552 w 11269336"/>
              <a:gd name="connsiteY56" fmla="*/ 1140188 h 2323145"/>
              <a:gd name="connsiteX57" fmla="*/ 7914188 w 11269336"/>
              <a:gd name="connsiteY57" fmla="*/ 1150862 h 2323145"/>
              <a:gd name="connsiteX58" fmla="*/ 7914918 w 11269336"/>
              <a:gd name="connsiteY58" fmla="*/ 1168758 h 2323145"/>
              <a:gd name="connsiteX59" fmla="*/ 7875510 w 11269336"/>
              <a:gd name="connsiteY59" fmla="*/ 1183153 h 2323145"/>
              <a:gd name="connsiteX60" fmla="*/ 7829932 w 11269336"/>
              <a:gd name="connsiteY60" fmla="*/ 1180782 h 2323145"/>
              <a:gd name="connsiteX61" fmla="*/ 7779182 w 11269336"/>
              <a:gd name="connsiteY61" fmla="*/ 1192665 h 2323145"/>
              <a:gd name="connsiteX62" fmla="*/ 7748774 w 11269336"/>
              <a:gd name="connsiteY62" fmla="*/ 1199586 h 2323145"/>
              <a:gd name="connsiteX63" fmla="*/ 7671846 w 11269336"/>
              <a:gd name="connsiteY63" fmla="*/ 1231966 h 2323145"/>
              <a:gd name="connsiteX64" fmla="*/ 7554146 w 11269336"/>
              <a:gd name="connsiteY64" fmla="*/ 1319748 h 2323145"/>
              <a:gd name="connsiteX65" fmla="*/ 7515052 w 11269336"/>
              <a:gd name="connsiteY65" fmla="*/ 1336718 h 2323145"/>
              <a:gd name="connsiteX66" fmla="*/ 7507193 w 11269336"/>
              <a:gd name="connsiteY66" fmla="*/ 1334617 h 2323145"/>
              <a:gd name="connsiteX67" fmla="*/ 7461694 w 11269336"/>
              <a:gd name="connsiteY67" fmla="*/ 1375866 h 2323145"/>
              <a:gd name="connsiteX68" fmla="*/ 7377571 w 11269336"/>
              <a:gd name="connsiteY68" fmla="*/ 1400128 h 2323145"/>
              <a:gd name="connsiteX69" fmla="*/ 7311261 w 11269336"/>
              <a:gd name="connsiteY69" fmla="*/ 1412652 h 2323145"/>
              <a:gd name="connsiteX70" fmla="*/ 7275307 w 11269336"/>
              <a:gd name="connsiteY70" fmla="*/ 1422171 h 2323145"/>
              <a:gd name="connsiteX71" fmla="*/ 7247783 w 11269336"/>
              <a:gd name="connsiteY71" fmla="*/ 1426330 h 2323145"/>
              <a:gd name="connsiteX72" fmla="*/ 7185047 w 11269336"/>
              <a:gd name="connsiteY72" fmla="*/ 1451812 h 2323145"/>
              <a:gd name="connsiteX73" fmla="*/ 7084117 w 11269336"/>
              <a:gd name="connsiteY73" fmla="*/ 1500281 h 2323145"/>
              <a:gd name="connsiteX74" fmla="*/ 7062011 w 11269336"/>
              <a:gd name="connsiteY74" fmla="*/ 1509183 h 2323145"/>
              <a:gd name="connsiteX75" fmla="*/ 7040555 w 11269336"/>
              <a:gd name="connsiteY75" fmla="*/ 1511207 h 2323145"/>
              <a:gd name="connsiteX76" fmla="*/ 7033438 w 11269336"/>
              <a:gd name="connsiteY76" fmla="*/ 1506772 h 2323145"/>
              <a:gd name="connsiteX77" fmla="*/ 7020886 w 11269336"/>
              <a:gd name="connsiteY77" fmla="*/ 1510764 h 2323145"/>
              <a:gd name="connsiteX78" fmla="*/ 7017033 w 11269336"/>
              <a:gd name="connsiteY78" fmla="*/ 1510650 h 2323145"/>
              <a:gd name="connsiteX79" fmla="*/ 6995460 w 11269336"/>
              <a:gd name="connsiteY79" fmla="*/ 1511173 h 2323145"/>
              <a:gd name="connsiteX80" fmla="*/ 6962144 w 11269336"/>
              <a:gd name="connsiteY80" fmla="*/ 1541508 h 2323145"/>
              <a:gd name="connsiteX81" fmla="*/ 6910674 w 11269336"/>
              <a:gd name="connsiteY81" fmla="*/ 1554793 h 2323145"/>
              <a:gd name="connsiteX82" fmla="*/ 6732152 w 11269336"/>
              <a:gd name="connsiteY82" fmla="*/ 1642538 h 2323145"/>
              <a:gd name="connsiteX83" fmla="*/ 6694106 w 11269336"/>
              <a:gd name="connsiteY83" fmla="*/ 1632377 h 2323145"/>
              <a:gd name="connsiteX84" fmla="*/ 6617223 w 11269336"/>
              <a:gd name="connsiteY84" fmla="*/ 1659889 h 2323145"/>
              <a:gd name="connsiteX85" fmla="*/ 6521138 w 11269336"/>
              <a:gd name="connsiteY85" fmla="*/ 1744340 h 2323145"/>
              <a:gd name="connsiteX86" fmla="*/ 6380677 w 11269336"/>
              <a:gd name="connsiteY86" fmla="*/ 1796883 h 2323145"/>
              <a:gd name="connsiteX87" fmla="*/ 6374897 w 11269336"/>
              <a:gd name="connsiteY87" fmla="*/ 1809910 h 2323145"/>
              <a:gd name="connsiteX88" fmla="*/ 6364545 w 11269336"/>
              <a:gd name="connsiteY88" fmla="*/ 1820090 h 2323145"/>
              <a:gd name="connsiteX89" fmla="*/ 6362126 w 11269336"/>
              <a:gd name="connsiteY89" fmla="*/ 1819991 h 2323145"/>
              <a:gd name="connsiteX90" fmla="*/ 6346673 w 11269336"/>
              <a:gd name="connsiteY90" fmla="*/ 1827824 h 2323145"/>
              <a:gd name="connsiteX91" fmla="*/ 6345588 w 11269336"/>
              <a:gd name="connsiteY91" fmla="*/ 1832232 h 2323145"/>
              <a:gd name="connsiteX92" fmla="*/ 6335708 w 11269336"/>
              <a:gd name="connsiteY92" fmla="*/ 1838451 h 2323145"/>
              <a:gd name="connsiteX93" fmla="*/ 6318182 w 11269336"/>
              <a:gd name="connsiteY93" fmla="*/ 1852975 h 2323145"/>
              <a:gd name="connsiteX94" fmla="*/ 6313084 w 11269336"/>
              <a:gd name="connsiteY94" fmla="*/ 1853561 h 2323145"/>
              <a:gd name="connsiteX95" fmla="*/ 6283816 w 11269336"/>
              <a:gd name="connsiteY95" fmla="*/ 1872148 h 2323145"/>
              <a:gd name="connsiteX96" fmla="*/ 6282550 w 11269336"/>
              <a:gd name="connsiteY96" fmla="*/ 1871392 h 2323145"/>
              <a:gd name="connsiteX97" fmla="*/ 6270527 w 11269336"/>
              <a:gd name="connsiteY97" fmla="*/ 1872208 h 2323145"/>
              <a:gd name="connsiteX98" fmla="*/ 6249518 w 11269336"/>
              <a:gd name="connsiteY98" fmla="*/ 1876079 h 2323145"/>
              <a:gd name="connsiteX99" fmla="*/ 6190386 w 11269336"/>
              <a:gd name="connsiteY99" fmla="*/ 1872478 h 2323145"/>
              <a:gd name="connsiteX100" fmla="*/ 6159777 w 11269336"/>
              <a:gd name="connsiteY100" fmla="*/ 1891745 h 2323145"/>
              <a:gd name="connsiteX101" fmla="*/ 6153131 w 11269336"/>
              <a:gd name="connsiteY101" fmla="*/ 1895079 h 2323145"/>
              <a:gd name="connsiteX102" fmla="*/ 6152798 w 11269336"/>
              <a:gd name="connsiteY102" fmla="*/ 1894920 h 2323145"/>
              <a:gd name="connsiteX103" fmla="*/ 6145388 w 11269336"/>
              <a:gd name="connsiteY103" fmla="*/ 1897990 h 2323145"/>
              <a:gd name="connsiteX104" fmla="*/ 6141014 w 11269336"/>
              <a:gd name="connsiteY104" fmla="*/ 1901155 h 2323145"/>
              <a:gd name="connsiteX105" fmla="*/ 6128122 w 11269336"/>
              <a:gd name="connsiteY105" fmla="*/ 1907623 h 2323145"/>
              <a:gd name="connsiteX106" fmla="*/ 6122351 w 11269336"/>
              <a:gd name="connsiteY106" fmla="*/ 1908359 h 2323145"/>
              <a:gd name="connsiteX107" fmla="*/ 6064750 w 11269336"/>
              <a:gd name="connsiteY107" fmla="*/ 1896394 h 2323145"/>
              <a:gd name="connsiteX108" fmla="*/ 5964230 w 11269336"/>
              <a:gd name="connsiteY108" fmla="*/ 1910038 h 2323145"/>
              <a:gd name="connsiteX109" fmla="*/ 5865399 w 11269336"/>
              <a:gd name="connsiteY109" fmla="*/ 1926966 h 2323145"/>
              <a:gd name="connsiteX110" fmla="*/ 5829951 w 11269336"/>
              <a:gd name="connsiteY110" fmla="*/ 1934755 h 2323145"/>
              <a:gd name="connsiteX111" fmla="*/ 5765285 w 11269336"/>
              <a:gd name="connsiteY111" fmla="*/ 1941322 h 2323145"/>
              <a:gd name="connsiteX112" fmla="*/ 5734750 w 11269336"/>
              <a:gd name="connsiteY112" fmla="*/ 1939793 h 2323145"/>
              <a:gd name="connsiteX113" fmla="*/ 5733569 w 11269336"/>
              <a:gd name="connsiteY113" fmla="*/ 1940505 h 2323145"/>
              <a:gd name="connsiteX114" fmla="*/ 5730329 w 11269336"/>
              <a:gd name="connsiteY114" fmla="*/ 1937845 h 2323145"/>
              <a:gd name="connsiteX115" fmla="*/ 5724661 w 11269336"/>
              <a:gd name="connsiteY115" fmla="*/ 1937455 h 2323145"/>
              <a:gd name="connsiteX116" fmla="*/ 5710186 w 11269336"/>
              <a:gd name="connsiteY116" fmla="*/ 1941370 h 2323145"/>
              <a:gd name="connsiteX117" fmla="*/ 5704910 w 11269336"/>
              <a:gd name="connsiteY117" fmla="*/ 1943663 h 2323145"/>
              <a:gd name="connsiteX118" fmla="*/ 5696836 w 11269336"/>
              <a:gd name="connsiteY118" fmla="*/ 1945271 h 2323145"/>
              <a:gd name="connsiteX119" fmla="*/ 5696583 w 11269336"/>
              <a:gd name="connsiteY119" fmla="*/ 1945050 h 2323145"/>
              <a:gd name="connsiteX120" fmla="*/ 5689123 w 11269336"/>
              <a:gd name="connsiteY120" fmla="*/ 1947067 h 2323145"/>
              <a:gd name="connsiteX121" fmla="*/ 5653291 w 11269336"/>
              <a:gd name="connsiteY121" fmla="*/ 1960245 h 2323145"/>
              <a:gd name="connsiteX122" fmla="*/ 5599385 w 11269336"/>
              <a:gd name="connsiteY122" fmla="*/ 1945198 h 2323145"/>
              <a:gd name="connsiteX123" fmla="*/ 5578300 w 11269336"/>
              <a:gd name="connsiteY123" fmla="*/ 1944963 h 2323145"/>
              <a:gd name="connsiteX124" fmla="*/ 5566758 w 11269336"/>
              <a:gd name="connsiteY124" fmla="*/ 1943441 h 2323145"/>
              <a:gd name="connsiteX125" fmla="*/ 5565857 w 11269336"/>
              <a:gd name="connsiteY125" fmla="*/ 1942445 h 2323145"/>
              <a:gd name="connsiteX126" fmla="*/ 5531534 w 11269336"/>
              <a:gd name="connsiteY126" fmla="*/ 1955208 h 2323145"/>
              <a:gd name="connsiteX127" fmla="*/ 5526552 w 11269336"/>
              <a:gd name="connsiteY127" fmla="*/ 1954799 h 2323145"/>
              <a:gd name="connsiteX128" fmla="*/ 5504723 w 11269336"/>
              <a:gd name="connsiteY128" fmla="*/ 1965811 h 2323145"/>
              <a:gd name="connsiteX129" fmla="*/ 5493156 w 11269336"/>
              <a:gd name="connsiteY129" fmla="*/ 1970063 h 2323145"/>
              <a:gd name="connsiteX130" fmla="*/ 5490486 w 11269336"/>
              <a:gd name="connsiteY130" fmla="*/ 1974227 h 2323145"/>
              <a:gd name="connsiteX131" fmla="*/ 5473107 w 11269336"/>
              <a:gd name="connsiteY131" fmla="*/ 1979001 h 2323145"/>
              <a:gd name="connsiteX132" fmla="*/ 5470885 w 11269336"/>
              <a:gd name="connsiteY132" fmla="*/ 1978432 h 2323145"/>
              <a:gd name="connsiteX133" fmla="*/ 5457393 w 11269336"/>
              <a:gd name="connsiteY133" fmla="*/ 1986525 h 2323145"/>
              <a:gd name="connsiteX134" fmla="*/ 5447102 w 11269336"/>
              <a:gd name="connsiteY134" fmla="*/ 1998329 h 2323145"/>
              <a:gd name="connsiteX135" fmla="*/ 5159151 w 11269336"/>
              <a:gd name="connsiteY135" fmla="*/ 2029640 h 2323145"/>
              <a:gd name="connsiteX136" fmla="*/ 5041688 w 11269336"/>
              <a:gd name="connsiteY136" fmla="*/ 2022334 h 2323145"/>
              <a:gd name="connsiteX137" fmla="*/ 4860988 w 11269336"/>
              <a:gd name="connsiteY137" fmla="*/ 2135698 h 2323145"/>
              <a:gd name="connsiteX138" fmla="*/ 4807902 w 11269336"/>
              <a:gd name="connsiteY138" fmla="*/ 2138894 h 2323145"/>
              <a:gd name="connsiteX139" fmla="*/ 4765388 w 11269336"/>
              <a:gd name="connsiteY139" fmla="*/ 2162525 h 2323145"/>
              <a:gd name="connsiteX140" fmla="*/ 4745033 w 11269336"/>
              <a:gd name="connsiteY140" fmla="*/ 2158859 h 2323145"/>
              <a:gd name="connsiteX141" fmla="*/ 4741475 w 11269336"/>
              <a:gd name="connsiteY141" fmla="*/ 2157998 h 2323145"/>
              <a:gd name="connsiteX142" fmla="*/ 4728247 w 11269336"/>
              <a:gd name="connsiteY142" fmla="*/ 2159526 h 2323145"/>
              <a:gd name="connsiteX143" fmla="*/ 4723263 w 11269336"/>
              <a:gd name="connsiteY143" fmla="*/ 2153742 h 2323145"/>
              <a:gd name="connsiteX144" fmla="*/ 4702453 w 11269336"/>
              <a:gd name="connsiteY144" fmla="*/ 2151586 h 2323145"/>
              <a:gd name="connsiteX145" fmla="*/ 4678455 w 11269336"/>
              <a:gd name="connsiteY145" fmla="*/ 2156131 h 2323145"/>
              <a:gd name="connsiteX146" fmla="*/ 4593061 w 11269336"/>
              <a:gd name="connsiteY146" fmla="*/ 2171597 h 2323145"/>
              <a:gd name="connsiteX147" fmla="*/ 4579902 w 11269336"/>
              <a:gd name="connsiteY147" fmla="*/ 2177927 h 2323145"/>
              <a:gd name="connsiteX148" fmla="*/ 4533444 w 11269336"/>
              <a:gd name="connsiteY148" fmla="*/ 2181200 h 2323145"/>
              <a:gd name="connsiteX149" fmla="*/ 4492832 w 11269336"/>
              <a:gd name="connsiteY149" fmla="*/ 2188033 h 2323145"/>
              <a:gd name="connsiteX150" fmla="*/ 4467257 w 11269336"/>
              <a:gd name="connsiteY150" fmla="*/ 2196121 h 2323145"/>
              <a:gd name="connsiteX151" fmla="*/ 4459937 w 11269336"/>
              <a:gd name="connsiteY151" fmla="*/ 2195182 h 2323145"/>
              <a:gd name="connsiteX152" fmla="*/ 4433312 w 11269336"/>
              <a:gd name="connsiteY152" fmla="*/ 2199004 h 2323145"/>
              <a:gd name="connsiteX153" fmla="*/ 4420601 w 11269336"/>
              <a:gd name="connsiteY153" fmla="*/ 2205158 h 2323145"/>
              <a:gd name="connsiteX154" fmla="*/ 4405765 w 11269336"/>
              <a:gd name="connsiteY154" fmla="*/ 2199902 h 2323145"/>
              <a:gd name="connsiteX155" fmla="*/ 4401354 w 11269336"/>
              <a:gd name="connsiteY155" fmla="*/ 2194745 h 2323145"/>
              <a:gd name="connsiteX156" fmla="*/ 4383151 w 11269336"/>
              <a:gd name="connsiteY156" fmla="*/ 2201140 h 2323145"/>
              <a:gd name="connsiteX157" fmla="*/ 4366646 w 11269336"/>
              <a:gd name="connsiteY157" fmla="*/ 2198564 h 2323145"/>
              <a:gd name="connsiteX158" fmla="*/ 4354009 w 11269336"/>
              <a:gd name="connsiteY158" fmla="*/ 2204984 h 2323145"/>
              <a:gd name="connsiteX159" fmla="*/ 4348284 w 11269336"/>
              <a:gd name="connsiteY159" fmla="*/ 2205270 h 2323145"/>
              <a:gd name="connsiteX160" fmla="*/ 4333906 w 11269336"/>
              <a:gd name="connsiteY160" fmla="*/ 2205251 h 2323145"/>
              <a:gd name="connsiteX161" fmla="*/ 4308819 w 11269336"/>
              <a:gd name="connsiteY161" fmla="*/ 2203822 h 2323145"/>
              <a:gd name="connsiteX162" fmla="*/ 4301210 w 11269336"/>
              <a:gd name="connsiteY162" fmla="*/ 2204456 h 2323145"/>
              <a:gd name="connsiteX163" fmla="*/ 4283095 w 11269336"/>
              <a:gd name="connsiteY163" fmla="*/ 2198177 h 2323145"/>
              <a:gd name="connsiteX164" fmla="*/ 4250119 w 11269336"/>
              <a:gd name="connsiteY164" fmla="*/ 2196342 h 2323145"/>
              <a:gd name="connsiteX165" fmla="*/ 4189203 w 11269336"/>
              <a:gd name="connsiteY165" fmla="*/ 2178994 h 2323145"/>
              <a:gd name="connsiteX166" fmla="*/ 4154035 w 11269336"/>
              <a:gd name="connsiteY166" fmla="*/ 2171950 h 2323145"/>
              <a:gd name="connsiteX167" fmla="*/ 4129569 w 11269336"/>
              <a:gd name="connsiteY167" fmla="*/ 2163850 h 2323145"/>
              <a:gd name="connsiteX168" fmla="*/ 4061250 w 11269336"/>
              <a:gd name="connsiteY168" fmla="*/ 2159236 h 2323145"/>
              <a:gd name="connsiteX169" fmla="*/ 3945480 w 11269336"/>
              <a:gd name="connsiteY169" fmla="*/ 2158279 h 2323145"/>
              <a:gd name="connsiteX170" fmla="*/ 3921468 w 11269336"/>
              <a:gd name="connsiteY170" fmla="*/ 2156588 h 2323145"/>
              <a:gd name="connsiteX171" fmla="*/ 3903348 w 11269336"/>
              <a:gd name="connsiteY171" fmla="*/ 2149220 h 2323145"/>
              <a:gd name="connsiteX172" fmla="*/ 3901342 w 11269336"/>
              <a:gd name="connsiteY172" fmla="*/ 2142355 h 2323145"/>
              <a:gd name="connsiteX173" fmla="*/ 3888539 w 11269336"/>
              <a:gd name="connsiteY173" fmla="*/ 2140476 h 2323145"/>
              <a:gd name="connsiteX174" fmla="*/ 3885662 w 11269336"/>
              <a:gd name="connsiteY174" fmla="*/ 2138740 h 2323145"/>
              <a:gd name="connsiteX175" fmla="*/ 3868627 w 11269336"/>
              <a:gd name="connsiteY175" fmla="*/ 2130023 h 2323145"/>
              <a:gd name="connsiteX176" fmla="*/ 3819177 w 11269336"/>
              <a:gd name="connsiteY176" fmla="*/ 2142111 h 2323145"/>
              <a:gd name="connsiteX177" fmla="*/ 3769100 w 11269336"/>
              <a:gd name="connsiteY177" fmla="*/ 2131731 h 2323145"/>
              <a:gd name="connsiteX178" fmla="*/ 3562752 w 11269336"/>
              <a:gd name="connsiteY178" fmla="*/ 2131785 h 2323145"/>
              <a:gd name="connsiteX179" fmla="*/ 3541402 w 11269336"/>
              <a:gd name="connsiteY179" fmla="*/ 2106821 h 2323145"/>
              <a:gd name="connsiteX180" fmla="*/ 3365341 w 11269336"/>
              <a:gd name="connsiteY180" fmla="*/ 2077638 h 2323145"/>
              <a:gd name="connsiteX181" fmla="*/ 3170922 w 11269336"/>
              <a:gd name="connsiteY181" fmla="*/ 2115957 h 2323145"/>
              <a:gd name="connsiteX182" fmla="*/ 3156256 w 11269336"/>
              <a:gd name="connsiteY182" fmla="*/ 2124773 h 2323145"/>
              <a:gd name="connsiteX183" fmla="*/ 3140298 w 11269336"/>
              <a:gd name="connsiteY183" fmla="*/ 2129182 h 2323145"/>
              <a:gd name="connsiteX184" fmla="*/ 3138514 w 11269336"/>
              <a:gd name="connsiteY184" fmla="*/ 2128069 h 2323145"/>
              <a:gd name="connsiteX185" fmla="*/ 3120467 w 11269336"/>
              <a:gd name="connsiteY185" fmla="*/ 2128281 h 2323145"/>
              <a:gd name="connsiteX186" fmla="*/ 3116175 w 11269336"/>
              <a:gd name="connsiteY186" fmla="*/ 2131633 h 2323145"/>
              <a:gd name="connsiteX187" fmla="*/ 3103685 w 11269336"/>
              <a:gd name="connsiteY187" fmla="*/ 2132814 h 2323145"/>
              <a:gd name="connsiteX188" fmla="*/ 3078794 w 11269336"/>
              <a:gd name="connsiteY188" fmla="*/ 2137935 h 2323145"/>
              <a:gd name="connsiteX189" fmla="*/ 3074407 w 11269336"/>
              <a:gd name="connsiteY189" fmla="*/ 2136274 h 2323145"/>
              <a:gd name="connsiteX190" fmla="*/ 3037285 w 11269336"/>
              <a:gd name="connsiteY190" fmla="*/ 2139919 h 2323145"/>
              <a:gd name="connsiteX191" fmla="*/ 3036901 w 11269336"/>
              <a:gd name="connsiteY191" fmla="*/ 2138726 h 2323145"/>
              <a:gd name="connsiteX192" fmla="*/ 3026996 w 11269336"/>
              <a:gd name="connsiteY192" fmla="*/ 2134322 h 2323145"/>
              <a:gd name="connsiteX193" fmla="*/ 3007772 w 11269336"/>
              <a:gd name="connsiteY193" fmla="*/ 2128742 h 2323145"/>
              <a:gd name="connsiteX194" fmla="*/ 2965030 w 11269336"/>
              <a:gd name="connsiteY194" fmla="*/ 2100494 h 2323145"/>
              <a:gd name="connsiteX195" fmla="*/ 2926342 w 11269336"/>
              <a:gd name="connsiteY195" fmla="*/ 2104155 h 2323145"/>
              <a:gd name="connsiteX196" fmla="*/ 2918608 w 11269336"/>
              <a:gd name="connsiteY196" fmla="*/ 2104215 h 2323145"/>
              <a:gd name="connsiteX197" fmla="*/ 2918475 w 11269336"/>
              <a:gd name="connsiteY197" fmla="*/ 2103937 h 2323145"/>
              <a:gd name="connsiteX198" fmla="*/ 2910360 w 11269336"/>
              <a:gd name="connsiteY198" fmla="*/ 2103444 h 2323145"/>
              <a:gd name="connsiteX199" fmla="*/ 2904507 w 11269336"/>
              <a:gd name="connsiteY199" fmla="*/ 2104326 h 2323145"/>
              <a:gd name="connsiteX200" fmla="*/ 2889503 w 11269336"/>
              <a:gd name="connsiteY200" fmla="*/ 2104443 h 2323145"/>
              <a:gd name="connsiteX201" fmla="*/ 2884480 w 11269336"/>
              <a:gd name="connsiteY201" fmla="*/ 2102626 h 2323145"/>
              <a:gd name="connsiteX202" fmla="*/ 2882689 w 11269336"/>
              <a:gd name="connsiteY202" fmla="*/ 2099228 h 2323145"/>
              <a:gd name="connsiteX203" fmla="*/ 2881291 w 11269336"/>
              <a:gd name="connsiteY203" fmla="*/ 2099618 h 2323145"/>
              <a:gd name="connsiteX204" fmla="*/ 2853979 w 11269336"/>
              <a:gd name="connsiteY204" fmla="*/ 2090388 h 2323145"/>
              <a:gd name="connsiteX205" fmla="*/ 2791790 w 11269336"/>
              <a:gd name="connsiteY205" fmla="*/ 2080332 h 2323145"/>
              <a:gd name="connsiteX206" fmla="*/ 2755844 w 11269336"/>
              <a:gd name="connsiteY206" fmla="*/ 2078874 h 2323145"/>
              <a:gd name="connsiteX207" fmla="*/ 2657742 w 11269336"/>
              <a:gd name="connsiteY207" fmla="*/ 2070179 h 2323145"/>
              <a:gd name="connsiteX208" fmla="*/ 2559549 w 11269336"/>
              <a:gd name="connsiteY208" fmla="*/ 2057873 h 2323145"/>
              <a:gd name="connsiteX209" fmla="*/ 2512054 w 11269336"/>
              <a:gd name="connsiteY209" fmla="*/ 2031671 h 2323145"/>
              <a:gd name="connsiteX210" fmla="*/ 2506437 w 11269336"/>
              <a:gd name="connsiteY210" fmla="*/ 2030918 h 2323145"/>
              <a:gd name="connsiteX211" fmla="*/ 2491752 w 11269336"/>
              <a:gd name="connsiteY211" fmla="*/ 2033906 h 2323145"/>
              <a:gd name="connsiteX212" fmla="*/ 2486338 w 11269336"/>
              <a:gd name="connsiteY212" fmla="*/ 2035862 h 2323145"/>
              <a:gd name="connsiteX213" fmla="*/ 2478186 w 11269336"/>
              <a:gd name="connsiteY213" fmla="*/ 2036953 h 2323145"/>
              <a:gd name="connsiteX214" fmla="*/ 2477950 w 11269336"/>
              <a:gd name="connsiteY214" fmla="*/ 2036715 h 2323145"/>
              <a:gd name="connsiteX215" fmla="*/ 2470381 w 11269336"/>
              <a:gd name="connsiteY215" fmla="*/ 2038256 h 2323145"/>
              <a:gd name="connsiteX216" fmla="*/ 2433781 w 11269336"/>
              <a:gd name="connsiteY216" fmla="*/ 2049140 h 2323145"/>
              <a:gd name="connsiteX217" fmla="*/ 2381172 w 11269336"/>
              <a:gd name="connsiteY217" fmla="*/ 2030645 h 2323145"/>
              <a:gd name="connsiteX218" fmla="*/ 2360198 w 11269336"/>
              <a:gd name="connsiteY218" fmla="*/ 2029059 h 2323145"/>
              <a:gd name="connsiteX219" fmla="*/ 2348815 w 11269336"/>
              <a:gd name="connsiteY219" fmla="*/ 2026798 h 2323145"/>
              <a:gd name="connsiteX220" fmla="*/ 2347988 w 11269336"/>
              <a:gd name="connsiteY220" fmla="*/ 2025745 h 2323145"/>
              <a:gd name="connsiteX221" fmla="*/ 2312920 w 11269336"/>
              <a:gd name="connsiteY221" fmla="*/ 2036311 h 2323145"/>
              <a:gd name="connsiteX222" fmla="*/ 2307986 w 11269336"/>
              <a:gd name="connsiteY222" fmla="*/ 2035583 h 2323145"/>
              <a:gd name="connsiteX223" fmla="*/ 2285481 w 11269336"/>
              <a:gd name="connsiteY223" fmla="*/ 2045197 h 2323145"/>
              <a:gd name="connsiteX224" fmla="*/ 2273666 w 11269336"/>
              <a:gd name="connsiteY224" fmla="*/ 2048710 h 2323145"/>
              <a:gd name="connsiteX225" fmla="*/ 2270719 w 11269336"/>
              <a:gd name="connsiteY225" fmla="*/ 2052702 h 2323145"/>
              <a:gd name="connsiteX226" fmla="*/ 2253080 w 11269336"/>
              <a:gd name="connsiteY226" fmla="*/ 2056363 h 2323145"/>
              <a:gd name="connsiteX227" fmla="*/ 2250906 w 11269336"/>
              <a:gd name="connsiteY227" fmla="*/ 2055654 h 2323145"/>
              <a:gd name="connsiteX228" fmla="*/ 2236905 w 11269336"/>
              <a:gd name="connsiteY228" fmla="*/ 2062882 h 2323145"/>
              <a:gd name="connsiteX229" fmla="*/ 2225830 w 11269336"/>
              <a:gd name="connsiteY229" fmla="*/ 2074027 h 2323145"/>
              <a:gd name="connsiteX230" fmla="*/ 2073776 w 11269336"/>
              <a:gd name="connsiteY230" fmla="*/ 2089244 h 2323145"/>
              <a:gd name="connsiteX231" fmla="*/ 1948256 w 11269336"/>
              <a:gd name="connsiteY231" fmla="*/ 2146616 h 2323145"/>
              <a:gd name="connsiteX232" fmla="*/ 1865582 w 11269336"/>
              <a:gd name="connsiteY232" fmla="*/ 2153738 h 2323145"/>
              <a:gd name="connsiteX233" fmla="*/ 1835210 w 11269336"/>
              <a:gd name="connsiteY233" fmla="*/ 2134244 h 2323145"/>
              <a:gd name="connsiteX234" fmla="*/ 1632661 w 11269336"/>
              <a:gd name="connsiteY234" fmla="*/ 2173882 h 2323145"/>
              <a:gd name="connsiteX235" fmla="*/ 1579590 w 11269336"/>
              <a:gd name="connsiteY235" fmla="*/ 2173680 h 2323145"/>
              <a:gd name="connsiteX236" fmla="*/ 1535601 w 11269336"/>
              <a:gd name="connsiteY236" fmla="*/ 2194590 h 2323145"/>
              <a:gd name="connsiteX237" fmla="*/ 1515594 w 11269336"/>
              <a:gd name="connsiteY237" fmla="*/ 2189622 h 2323145"/>
              <a:gd name="connsiteX238" fmla="*/ 1512113 w 11269336"/>
              <a:gd name="connsiteY238" fmla="*/ 2188534 h 2323145"/>
              <a:gd name="connsiteX239" fmla="*/ 1498838 w 11269336"/>
              <a:gd name="connsiteY239" fmla="*/ 2189213 h 2323145"/>
              <a:gd name="connsiteX240" fmla="*/ 1494279 w 11269336"/>
              <a:gd name="connsiteY240" fmla="*/ 2183112 h 2323145"/>
              <a:gd name="connsiteX241" fmla="*/ 1473714 w 11269336"/>
              <a:gd name="connsiteY241" fmla="*/ 2179625 h 2323145"/>
              <a:gd name="connsiteX242" fmla="*/ 1449503 w 11269336"/>
              <a:gd name="connsiteY242" fmla="*/ 2182633 h 2323145"/>
              <a:gd name="connsiteX243" fmla="*/ 1266687 w 11269336"/>
              <a:gd name="connsiteY243" fmla="*/ 2212688 h 2323145"/>
              <a:gd name="connsiteX244" fmla="*/ 1239614 w 11269336"/>
              <a:gd name="connsiteY244" fmla="*/ 2209727 h 2323145"/>
              <a:gd name="connsiteX245" fmla="*/ 1202436 w 11269336"/>
              <a:gd name="connsiteY245" fmla="*/ 2209817 h 2323145"/>
              <a:gd name="connsiteX246" fmla="*/ 1136097 w 11269336"/>
              <a:gd name="connsiteY246" fmla="*/ 2205112 h 2323145"/>
              <a:gd name="connsiteX247" fmla="*/ 988232 w 11269336"/>
              <a:gd name="connsiteY247" fmla="*/ 2235635 h 2323145"/>
              <a:gd name="connsiteX248" fmla="*/ 981959 w 11269336"/>
              <a:gd name="connsiteY248" fmla="*/ 2231607 h 2323145"/>
              <a:gd name="connsiteX249" fmla="*/ 938600 w 11269336"/>
              <a:gd name="connsiteY249" fmla="*/ 2238113 h 2323145"/>
              <a:gd name="connsiteX250" fmla="*/ 791788 w 11269336"/>
              <a:gd name="connsiteY250" fmla="*/ 2293224 h 2323145"/>
              <a:gd name="connsiteX251" fmla="*/ 706914 w 11269336"/>
              <a:gd name="connsiteY251" fmla="*/ 2305046 h 2323145"/>
              <a:gd name="connsiteX252" fmla="*/ 675971 w 11269336"/>
              <a:gd name="connsiteY252" fmla="*/ 2304030 h 2323145"/>
              <a:gd name="connsiteX253" fmla="*/ 624180 w 11269336"/>
              <a:gd name="connsiteY253" fmla="*/ 2302650 h 2323145"/>
              <a:gd name="connsiteX254" fmla="*/ 583453 w 11269336"/>
              <a:gd name="connsiteY254" fmla="*/ 2288788 h 2323145"/>
              <a:gd name="connsiteX255" fmla="*/ 540946 w 11269336"/>
              <a:gd name="connsiteY255" fmla="*/ 2292721 h 2323145"/>
              <a:gd name="connsiteX256" fmla="*/ 533680 w 11269336"/>
              <a:gd name="connsiteY256" fmla="*/ 2310233 h 2323145"/>
              <a:gd name="connsiteX257" fmla="*/ 487366 w 11269336"/>
              <a:gd name="connsiteY257" fmla="*/ 2309053 h 2323145"/>
              <a:gd name="connsiteX258" fmla="*/ 416820 w 11269336"/>
              <a:gd name="connsiteY258" fmla="*/ 2305443 h 2323145"/>
              <a:gd name="connsiteX259" fmla="*/ 376805 w 11269336"/>
              <a:gd name="connsiteY259" fmla="*/ 2307647 h 2323145"/>
              <a:gd name="connsiteX260" fmla="*/ 266777 w 11269336"/>
              <a:gd name="connsiteY260" fmla="*/ 2309012 h 2323145"/>
              <a:gd name="connsiteX261" fmla="*/ 156013 w 11269336"/>
              <a:gd name="connsiteY261" fmla="*/ 2306832 h 2323145"/>
              <a:gd name="connsiteX262" fmla="*/ 87258 w 11269336"/>
              <a:gd name="connsiteY262" fmla="*/ 2285511 h 2323145"/>
              <a:gd name="connsiteX263" fmla="*/ 23798 w 11269336"/>
              <a:gd name="connsiteY263" fmla="*/ 2281822 h 2323145"/>
              <a:gd name="connsiteX264" fmla="*/ 0 w 11269336"/>
              <a:gd name="connsiteY264" fmla="*/ 2285369 h 2323145"/>
              <a:gd name="connsiteX265" fmla="*/ 0 w 11269336"/>
              <a:gd name="connsiteY265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380600 w 11269336"/>
              <a:gd name="connsiteY19" fmla="*/ 549821 h 2323145"/>
              <a:gd name="connsiteX20" fmla="*/ 9263254 w 11269336"/>
              <a:gd name="connsiteY20" fmla="*/ 645662 h 2323145"/>
              <a:gd name="connsiteX21" fmla="*/ 9162278 w 11269336"/>
              <a:gd name="connsiteY21" fmla="*/ 704724 h 2323145"/>
              <a:gd name="connsiteX22" fmla="*/ 8977138 w 11269336"/>
              <a:gd name="connsiteY22" fmla="*/ 774970 h 2323145"/>
              <a:gd name="connsiteX23" fmla="*/ 9070855 w 11269336"/>
              <a:gd name="connsiteY23" fmla="*/ 794621 h 2323145"/>
              <a:gd name="connsiteX24" fmla="*/ 8914746 w 11269336"/>
              <a:gd name="connsiteY24" fmla="*/ 826428 h 2323145"/>
              <a:gd name="connsiteX25" fmla="*/ 8917778 w 11269336"/>
              <a:gd name="connsiteY25" fmla="*/ 835198 h 2323145"/>
              <a:gd name="connsiteX26" fmla="*/ 8905560 w 11269336"/>
              <a:gd name="connsiteY26" fmla="*/ 838358 h 2323145"/>
              <a:gd name="connsiteX27" fmla="*/ 8897564 w 11269336"/>
              <a:gd name="connsiteY27" fmla="*/ 834287 h 2323145"/>
              <a:gd name="connsiteX28" fmla="*/ 8878040 w 11269336"/>
              <a:gd name="connsiteY28" fmla="*/ 844150 h 2323145"/>
              <a:gd name="connsiteX29" fmla="*/ 8795998 w 11269336"/>
              <a:gd name="connsiteY29" fmla="*/ 863337 h 2323145"/>
              <a:gd name="connsiteX30" fmla="*/ 8776970 w 11269336"/>
              <a:gd name="connsiteY30" fmla="*/ 885177 h 2323145"/>
              <a:gd name="connsiteX31" fmla="*/ 8755719 w 11269336"/>
              <a:gd name="connsiteY31" fmla="*/ 889754 h 2323145"/>
              <a:gd name="connsiteX32" fmla="*/ 8743257 w 11269336"/>
              <a:gd name="connsiteY32" fmla="*/ 904723 h 2323145"/>
              <a:gd name="connsiteX33" fmla="*/ 8721366 w 11269336"/>
              <a:gd name="connsiteY33" fmla="*/ 904711 h 2323145"/>
              <a:gd name="connsiteX34" fmla="*/ 8678353 w 11269336"/>
              <a:gd name="connsiteY34" fmla="*/ 926318 h 2323145"/>
              <a:gd name="connsiteX35" fmla="*/ 8636849 w 11269336"/>
              <a:gd name="connsiteY35" fmla="*/ 937900 h 2323145"/>
              <a:gd name="connsiteX36" fmla="*/ 8620213 w 11269336"/>
              <a:gd name="connsiteY36" fmla="*/ 943068 h 2323145"/>
              <a:gd name="connsiteX37" fmla="*/ 8612581 w 11269336"/>
              <a:gd name="connsiteY37" fmla="*/ 952695 h 2323145"/>
              <a:gd name="connsiteX38" fmla="*/ 8589038 w 11269336"/>
              <a:gd name="connsiteY38" fmla="*/ 963892 h 2323145"/>
              <a:gd name="connsiteX39" fmla="*/ 8579950 w 11269336"/>
              <a:gd name="connsiteY39" fmla="*/ 960899 h 2323145"/>
              <a:gd name="connsiteX40" fmla="*/ 8579319 w 11269336"/>
              <a:gd name="connsiteY40" fmla="*/ 965630 h 2323145"/>
              <a:gd name="connsiteX41" fmla="*/ 8547429 w 11269336"/>
              <a:gd name="connsiteY41" fmla="*/ 984506 h 2323145"/>
              <a:gd name="connsiteX42" fmla="*/ 8478704 w 11269336"/>
              <a:gd name="connsiteY42" fmla="*/ 1025490 h 2323145"/>
              <a:gd name="connsiteX43" fmla="*/ 8461421 w 11269336"/>
              <a:gd name="connsiteY43" fmla="*/ 1035512 h 2323145"/>
              <a:gd name="connsiteX44" fmla="*/ 8445003 w 11269336"/>
              <a:gd name="connsiteY44" fmla="*/ 1036851 h 2323145"/>
              <a:gd name="connsiteX45" fmla="*/ 8357350 w 11269336"/>
              <a:gd name="connsiteY45" fmla="*/ 1060213 h 2323145"/>
              <a:gd name="connsiteX46" fmla="*/ 8335565 w 11269336"/>
              <a:gd name="connsiteY46" fmla="*/ 1061151 h 2323145"/>
              <a:gd name="connsiteX47" fmla="*/ 8325267 w 11269336"/>
              <a:gd name="connsiteY47" fmla="*/ 1055919 h 2323145"/>
              <a:gd name="connsiteX48" fmla="*/ 8293586 w 11269336"/>
              <a:gd name="connsiteY48" fmla="*/ 1076144 h 2323145"/>
              <a:gd name="connsiteX49" fmla="*/ 8242405 w 11269336"/>
              <a:gd name="connsiteY49" fmla="*/ 1095960 h 2323145"/>
              <a:gd name="connsiteX50" fmla="*/ 8197391 w 11269336"/>
              <a:gd name="connsiteY50" fmla="*/ 1107746 h 2323145"/>
              <a:gd name="connsiteX51" fmla="*/ 8081474 w 11269336"/>
              <a:gd name="connsiteY51" fmla="*/ 1130125 h 2323145"/>
              <a:gd name="connsiteX52" fmla="*/ 8053585 w 11269336"/>
              <a:gd name="connsiteY52" fmla="*/ 1129169 h 2323145"/>
              <a:gd name="connsiteX53" fmla="*/ 8038422 w 11269336"/>
              <a:gd name="connsiteY53" fmla="*/ 1119092 h 2323145"/>
              <a:gd name="connsiteX54" fmla="*/ 8029450 w 11269336"/>
              <a:gd name="connsiteY54" fmla="*/ 1125592 h 2323145"/>
              <a:gd name="connsiteX55" fmla="*/ 7959552 w 11269336"/>
              <a:gd name="connsiteY55" fmla="*/ 1140188 h 2323145"/>
              <a:gd name="connsiteX56" fmla="*/ 7914188 w 11269336"/>
              <a:gd name="connsiteY56" fmla="*/ 1150862 h 2323145"/>
              <a:gd name="connsiteX57" fmla="*/ 7914918 w 11269336"/>
              <a:gd name="connsiteY57" fmla="*/ 1168758 h 2323145"/>
              <a:gd name="connsiteX58" fmla="*/ 7875510 w 11269336"/>
              <a:gd name="connsiteY58" fmla="*/ 1183153 h 2323145"/>
              <a:gd name="connsiteX59" fmla="*/ 7829932 w 11269336"/>
              <a:gd name="connsiteY59" fmla="*/ 1180782 h 2323145"/>
              <a:gd name="connsiteX60" fmla="*/ 7779182 w 11269336"/>
              <a:gd name="connsiteY60" fmla="*/ 1192665 h 2323145"/>
              <a:gd name="connsiteX61" fmla="*/ 7748774 w 11269336"/>
              <a:gd name="connsiteY61" fmla="*/ 1199586 h 2323145"/>
              <a:gd name="connsiteX62" fmla="*/ 7671846 w 11269336"/>
              <a:gd name="connsiteY62" fmla="*/ 1231966 h 2323145"/>
              <a:gd name="connsiteX63" fmla="*/ 7554146 w 11269336"/>
              <a:gd name="connsiteY63" fmla="*/ 1319748 h 2323145"/>
              <a:gd name="connsiteX64" fmla="*/ 7515052 w 11269336"/>
              <a:gd name="connsiteY64" fmla="*/ 1336718 h 2323145"/>
              <a:gd name="connsiteX65" fmla="*/ 7507193 w 11269336"/>
              <a:gd name="connsiteY65" fmla="*/ 1334617 h 2323145"/>
              <a:gd name="connsiteX66" fmla="*/ 7461694 w 11269336"/>
              <a:gd name="connsiteY66" fmla="*/ 1375866 h 2323145"/>
              <a:gd name="connsiteX67" fmla="*/ 7377571 w 11269336"/>
              <a:gd name="connsiteY67" fmla="*/ 1400128 h 2323145"/>
              <a:gd name="connsiteX68" fmla="*/ 7311261 w 11269336"/>
              <a:gd name="connsiteY68" fmla="*/ 1412652 h 2323145"/>
              <a:gd name="connsiteX69" fmla="*/ 7275307 w 11269336"/>
              <a:gd name="connsiteY69" fmla="*/ 1422171 h 2323145"/>
              <a:gd name="connsiteX70" fmla="*/ 7247783 w 11269336"/>
              <a:gd name="connsiteY70" fmla="*/ 1426330 h 2323145"/>
              <a:gd name="connsiteX71" fmla="*/ 7185047 w 11269336"/>
              <a:gd name="connsiteY71" fmla="*/ 1451812 h 2323145"/>
              <a:gd name="connsiteX72" fmla="*/ 7084117 w 11269336"/>
              <a:gd name="connsiteY72" fmla="*/ 1500281 h 2323145"/>
              <a:gd name="connsiteX73" fmla="*/ 7062011 w 11269336"/>
              <a:gd name="connsiteY73" fmla="*/ 1509183 h 2323145"/>
              <a:gd name="connsiteX74" fmla="*/ 7040555 w 11269336"/>
              <a:gd name="connsiteY74" fmla="*/ 1511207 h 2323145"/>
              <a:gd name="connsiteX75" fmla="*/ 7033438 w 11269336"/>
              <a:gd name="connsiteY75" fmla="*/ 1506772 h 2323145"/>
              <a:gd name="connsiteX76" fmla="*/ 7020886 w 11269336"/>
              <a:gd name="connsiteY76" fmla="*/ 1510764 h 2323145"/>
              <a:gd name="connsiteX77" fmla="*/ 7017033 w 11269336"/>
              <a:gd name="connsiteY77" fmla="*/ 1510650 h 2323145"/>
              <a:gd name="connsiteX78" fmla="*/ 6995460 w 11269336"/>
              <a:gd name="connsiteY78" fmla="*/ 1511173 h 2323145"/>
              <a:gd name="connsiteX79" fmla="*/ 6962144 w 11269336"/>
              <a:gd name="connsiteY79" fmla="*/ 1541508 h 2323145"/>
              <a:gd name="connsiteX80" fmla="*/ 6910674 w 11269336"/>
              <a:gd name="connsiteY80" fmla="*/ 1554793 h 2323145"/>
              <a:gd name="connsiteX81" fmla="*/ 6732152 w 11269336"/>
              <a:gd name="connsiteY81" fmla="*/ 1642538 h 2323145"/>
              <a:gd name="connsiteX82" fmla="*/ 6694106 w 11269336"/>
              <a:gd name="connsiteY82" fmla="*/ 1632377 h 2323145"/>
              <a:gd name="connsiteX83" fmla="*/ 6617223 w 11269336"/>
              <a:gd name="connsiteY83" fmla="*/ 1659889 h 2323145"/>
              <a:gd name="connsiteX84" fmla="*/ 6521138 w 11269336"/>
              <a:gd name="connsiteY84" fmla="*/ 1744340 h 2323145"/>
              <a:gd name="connsiteX85" fmla="*/ 6380677 w 11269336"/>
              <a:gd name="connsiteY85" fmla="*/ 1796883 h 2323145"/>
              <a:gd name="connsiteX86" fmla="*/ 6374897 w 11269336"/>
              <a:gd name="connsiteY86" fmla="*/ 1809910 h 2323145"/>
              <a:gd name="connsiteX87" fmla="*/ 6364545 w 11269336"/>
              <a:gd name="connsiteY87" fmla="*/ 1820090 h 2323145"/>
              <a:gd name="connsiteX88" fmla="*/ 6362126 w 11269336"/>
              <a:gd name="connsiteY88" fmla="*/ 1819991 h 2323145"/>
              <a:gd name="connsiteX89" fmla="*/ 6346673 w 11269336"/>
              <a:gd name="connsiteY89" fmla="*/ 1827824 h 2323145"/>
              <a:gd name="connsiteX90" fmla="*/ 6345588 w 11269336"/>
              <a:gd name="connsiteY90" fmla="*/ 1832232 h 2323145"/>
              <a:gd name="connsiteX91" fmla="*/ 6335708 w 11269336"/>
              <a:gd name="connsiteY91" fmla="*/ 1838451 h 2323145"/>
              <a:gd name="connsiteX92" fmla="*/ 6318182 w 11269336"/>
              <a:gd name="connsiteY92" fmla="*/ 1852975 h 2323145"/>
              <a:gd name="connsiteX93" fmla="*/ 6313084 w 11269336"/>
              <a:gd name="connsiteY93" fmla="*/ 1853561 h 2323145"/>
              <a:gd name="connsiteX94" fmla="*/ 6283816 w 11269336"/>
              <a:gd name="connsiteY94" fmla="*/ 1872148 h 2323145"/>
              <a:gd name="connsiteX95" fmla="*/ 6282550 w 11269336"/>
              <a:gd name="connsiteY95" fmla="*/ 1871392 h 2323145"/>
              <a:gd name="connsiteX96" fmla="*/ 6270527 w 11269336"/>
              <a:gd name="connsiteY96" fmla="*/ 1872208 h 2323145"/>
              <a:gd name="connsiteX97" fmla="*/ 6249518 w 11269336"/>
              <a:gd name="connsiteY97" fmla="*/ 1876079 h 2323145"/>
              <a:gd name="connsiteX98" fmla="*/ 6190386 w 11269336"/>
              <a:gd name="connsiteY98" fmla="*/ 1872478 h 2323145"/>
              <a:gd name="connsiteX99" fmla="*/ 6159777 w 11269336"/>
              <a:gd name="connsiteY99" fmla="*/ 1891745 h 2323145"/>
              <a:gd name="connsiteX100" fmla="*/ 6153131 w 11269336"/>
              <a:gd name="connsiteY100" fmla="*/ 1895079 h 2323145"/>
              <a:gd name="connsiteX101" fmla="*/ 6152798 w 11269336"/>
              <a:gd name="connsiteY101" fmla="*/ 1894920 h 2323145"/>
              <a:gd name="connsiteX102" fmla="*/ 6145388 w 11269336"/>
              <a:gd name="connsiteY102" fmla="*/ 1897990 h 2323145"/>
              <a:gd name="connsiteX103" fmla="*/ 6141014 w 11269336"/>
              <a:gd name="connsiteY103" fmla="*/ 1901155 h 2323145"/>
              <a:gd name="connsiteX104" fmla="*/ 6128122 w 11269336"/>
              <a:gd name="connsiteY104" fmla="*/ 1907623 h 2323145"/>
              <a:gd name="connsiteX105" fmla="*/ 6122351 w 11269336"/>
              <a:gd name="connsiteY105" fmla="*/ 1908359 h 2323145"/>
              <a:gd name="connsiteX106" fmla="*/ 6064750 w 11269336"/>
              <a:gd name="connsiteY106" fmla="*/ 1896394 h 2323145"/>
              <a:gd name="connsiteX107" fmla="*/ 5964230 w 11269336"/>
              <a:gd name="connsiteY107" fmla="*/ 1910038 h 2323145"/>
              <a:gd name="connsiteX108" fmla="*/ 5865399 w 11269336"/>
              <a:gd name="connsiteY108" fmla="*/ 1926966 h 2323145"/>
              <a:gd name="connsiteX109" fmla="*/ 5829951 w 11269336"/>
              <a:gd name="connsiteY109" fmla="*/ 1934755 h 2323145"/>
              <a:gd name="connsiteX110" fmla="*/ 5765285 w 11269336"/>
              <a:gd name="connsiteY110" fmla="*/ 1941322 h 2323145"/>
              <a:gd name="connsiteX111" fmla="*/ 5734750 w 11269336"/>
              <a:gd name="connsiteY111" fmla="*/ 1939793 h 2323145"/>
              <a:gd name="connsiteX112" fmla="*/ 5733569 w 11269336"/>
              <a:gd name="connsiteY112" fmla="*/ 1940505 h 2323145"/>
              <a:gd name="connsiteX113" fmla="*/ 5730329 w 11269336"/>
              <a:gd name="connsiteY113" fmla="*/ 1937845 h 2323145"/>
              <a:gd name="connsiteX114" fmla="*/ 5724661 w 11269336"/>
              <a:gd name="connsiteY114" fmla="*/ 1937455 h 2323145"/>
              <a:gd name="connsiteX115" fmla="*/ 5710186 w 11269336"/>
              <a:gd name="connsiteY115" fmla="*/ 1941370 h 2323145"/>
              <a:gd name="connsiteX116" fmla="*/ 5704910 w 11269336"/>
              <a:gd name="connsiteY116" fmla="*/ 1943663 h 2323145"/>
              <a:gd name="connsiteX117" fmla="*/ 5696836 w 11269336"/>
              <a:gd name="connsiteY117" fmla="*/ 1945271 h 2323145"/>
              <a:gd name="connsiteX118" fmla="*/ 5696583 w 11269336"/>
              <a:gd name="connsiteY118" fmla="*/ 1945050 h 2323145"/>
              <a:gd name="connsiteX119" fmla="*/ 5689123 w 11269336"/>
              <a:gd name="connsiteY119" fmla="*/ 1947067 h 2323145"/>
              <a:gd name="connsiteX120" fmla="*/ 5653291 w 11269336"/>
              <a:gd name="connsiteY120" fmla="*/ 1960245 h 2323145"/>
              <a:gd name="connsiteX121" fmla="*/ 5599385 w 11269336"/>
              <a:gd name="connsiteY121" fmla="*/ 1945198 h 2323145"/>
              <a:gd name="connsiteX122" fmla="*/ 5578300 w 11269336"/>
              <a:gd name="connsiteY122" fmla="*/ 1944963 h 2323145"/>
              <a:gd name="connsiteX123" fmla="*/ 5566758 w 11269336"/>
              <a:gd name="connsiteY123" fmla="*/ 1943441 h 2323145"/>
              <a:gd name="connsiteX124" fmla="*/ 5565857 w 11269336"/>
              <a:gd name="connsiteY124" fmla="*/ 1942445 h 2323145"/>
              <a:gd name="connsiteX125" fmla="*/ 5531534 w 11269336"/>
              <a:gd name="connsiteY125" fmla="*/ 1955208 h 2323145"/>
              <a:gd name="connsiteX126" fmla="*/ 5526552 w 11269336"/>
              <a:gd name="connsiteY126" fmla="*/ 1954799 h 2323145"/>
              <a:gd name="connsiteX127" fmla="*/ 5504723 w 11269336"/>
              <a:gd name="connsiteY127" fmla="*/ 1965811 h 2323145"/>
              <a:gd name="connsiteX128" fmla="*/ 5493156 w 11269336"/>
              <a:gd name="connsiteY128" fmla="*/ 1970063 h 2323145"/>
              <a:gd name="connsiteX129" fmla="*/ 5490486 w 11269336"/>
              <a:gd name="connsiteY129" fmla="*/ 1974227 h 2323145"/>
              <a:gd name="connsiteX130" fmla="*/ 5473107 w 11269336"/>
              <a:gd name="connsiteY130" fmla="*/ 1979001 h 2323145"/>
              <a:gd name="connsiteX131" fmla="*/ 5470885 w 11269336"/>
              <a:gd name="connsiteY131" fmla="*/ 1978432 h 2323145"/>
              <a:gd name="connsiteX132" fmla="*/ 5457393 w 11269336"/>
              <a:gd name="connsiteY132" fmla="*/ 1986525 h 2323145"/>
              <a:gd name="connsiteX133" fmla="*/ 5447102 w 11269336"/>
              <a:gd name="connsiteY133" fmla="*/ 1998329 h 2323145"/>
              <a:gd name="connsiteX134" fmla="*/ 5159151 w 11269336"/>
              <a:gd name="connsiteY134" fmla="*/ 2029640 h 2323145"/>
              <a:gd name="connsiteX135" fmla="*/ 5041688 w 11269336"/>
              <a:gd name="connsiteY135" fmla="*/ 2022334 h 2323145"/>
              <a:gd name="connsiteX136" fmla="*/ 4860988 w 11269336"/>
              <a:gd name="connsiteY136" fmla="*/ 2135698 h 2323145"/>
              <a:gd name="connsiteX137" fmla="*/ 4807902 w 11269336"/>
              <a:gd name="connsiteY137" fmla="*/ 2138894 h 2323145"/>
              <a:gd name="connsiteX138" fmla="*/ 4765388 w 11269336"/>
              <a:gd name="connsiteY138" fmla="*/ 2162525 h 2323145"/>
              <a:gd name="connsiteX139" fmla="*/ 4745033 w 11269336"/>
              <a:gd name="connsiteY139" fmla="*/ 2158859 h 2323145"/>
              <a:gd name="connsiteX140" fmla="*/ 4741475 w 11269336"/>
              <a:gd name="connsiteY140" fmla="*/ 2157998 h 2323145"/>
              <a:gd name="connsiteX141" fmla="*/ 4728247 w 11269336"/>
              <a:gd name="connsiteY141" fmla="*/ 2159526 h 2323145"/>
              <a:gd name="connsiteX142" fmla="*/ 4723263 w 11269336"/>
              <a:gd name="connsiteY142" fmla="*/ 2153742 h 2323145"/>
              <a:gd name="connsiteX143" fmla="*/ 4702453 w 11269336"/>
              <a:gd name="connsiteY143" fmla="*/ 2151586 h 2323145"/>
              <a:gd name="connsiteX144" fmla="*/ 4678455 w 11269336"/>
              <a:gd name="connsiteY144" fmla="*/ 2156131 h 2323145"/>
              <a:gd name="connsiteX145" fmla="*/ 4593061 w 11269336"/>
              <a:gd name="connsiteY145" fmla="*/ 2171597 h 2323145"/>
              <a:gd name="connsiteX146" fmla="*/ 4579902 w 11269336"/>
              <a:gd name="connsiteY146" fmla="*/ 2177927 h 2323145"/>
              <a:gd name="connsiteX147" fmla="*/ 4533444 w 11269336"/>
              <a:gd name="connsiteY147" fmla="*/ 2181200 h 2323145"/>
              <a:gd name="connsiteX148" fmla="*/ 4492832 w 11269336"/>
              <a:gd name="connsiteY148" fmla="*/ 2188033 h 2323145"/>
              <a:gd name="connsiteX149" fmla="*/ 4467257 w 11269336"/>
              <a:gd name="connsiteY149" fmla="*/ 2196121 h 2323145"/>
              <a:gd name="connsiteX150" fmla="*/ 4459937 w 11269336"/>
              <a:gd name="connsiteY150" fmla="*/ 2195182 h 2323145"/>
              <a:gd name="connsiteX151" fmla="*/ 4433312 w 11269336"/>
              <a:gd name="connsiteY151" fmla="*/ 2199004 h 2323145"/>
              <a:gd name="connsiteX152" fmla="*/ 4420601 w 11269336"/>
              <a:gd name="connsiteY152" fmla="*/ 2205158 h 2323145"/>
              <a:gd name="connsiteX153" fmla="*/ 4405765 w 11269336"/>
              <a:gd name="connsiteY153" fmla="*/ 2199902 h 2323145"/>
              <a:gd name="connsiteX154" fmla="*/ 4401354 w 11269336"/>
              <a:gd name="connsiteY154" fmla="*/ 2194745 h 2323145"/>
              <a:gd name="connsiteX155" fmla="*/ 4383151 w 11269336"/>
              <a:gd name="connsiteY155" fmla="*/ 2201140 h 2323145"/>
              <a:gd name="connsiteX156" fmla="*/ 4366646 w 11269336"/>
              <a:gd name="connsiteY156" fmla="*/ 2198564 h 2323145"/>
              <a:gd name="connsiteX157" fmla="*/ 4354009 w 11269336"/>
              <a:gd name="connsiteY157" fmla="*/ 2204984 h 2323145"/>
              <a:gd name="connsiteX158" fmla="*/ 4348284 w 11269336"/>
              <a:gd name="connsiteY158" fmla="*/ 2205270 h 2323145"/>
              <a:gd name="connsiteX159" fmla="*/ 4333906 w 11269336"/>
              <a:gd name="connsiteY159" fmla="*/ 2205251 h 2323145"/>
              <a:gd name="connsiteX160" fmla="*/ 4308819 w 11269336"/>
              <a:gd name="connsiteY160" fmla="*/ 2203822 h 2323145"/>
              <a:gd name="connsiteX161" fmla="*/ 4301210 w 11269336"/>
              <a:gd name="connsiteY161" fmla="*/ 2204456 h 2323145"/>
              <a:gd name="connsiteX162" fmla="*/ 4283095 w 11269336"/>
              <a:gd name="connsiteY162" fmla="*/ 2198177 h 2323145"/>
              <a:gd name="connsiteX163" fmla="*/ 4250119 w 11269336"/>
              <a:gd name="connsiteY163" fmla="*/ 2196342 h 2323145"/>
              <a:gd name="connsiteX164" fmla="*/ 4189203 w 11269336"/>
              <a:gd name="connsiteY164" fmla="*/ 2178994 h 2323145"/>
              <a:gd name="connsiteX165" fmla="*/ 4154035 w 11269336"/>
              <a:gd name="connsiteY165" fmla="*/ 2171950 h 2323145"/>
              <a:gd name="connsiteX166" fmla="*/ 4129569 w 11269336"/>
              <a:gd name="connsiteY166" fmla="*/ 2163850 h 2323145"/>
              <a:gd name="connsiteX167" fmla="*/ 4061250 w 11269336"/>
              <a:gd name="connsiteY167" fmla="*/ 2159236 h 2323145"/>
              <a:gd name="connsiteX168" fmla="*/ 3945480 w 11269336"/>
              <a:gd name="connsiteY168" fmla="*/ 2158279 h 2323145"/>
              <a:gd name="connsiteX169" fmla="*/ 3921468 w 11269336"/>
              <a:gd name="connsiteY169" fmla="*/ 2156588 h 2323145"/>
              <a:gd name="connsiteX170" fmla="*/ 3903348 w 11269336"/>
              <a:gd name="connsiteY170" fmla="*/ 2149220 h 2323145"/>
              <a:gd name="connsiteX171" fmla="*/ 3901342 w 11269336"/>
              <a:gd name="connsiteY171" fmla="*/ 2142355 h 2323145"/>
              <a:gd name="connsiteX172" fmla="*/ 3888539 w 11269336"/>
              <a:gd name="connsiteY172" fmla="*/ 2140476 h 2323145"/>
              <a:gd name="connsiteX173" fmla="*/ 3885662 w 11269336"/>
              <a:gd name="connsiteY173" fmla="*/ 2138740 h 2323145"/>
              <a:gd name="connsiteX174" fmla="*/ 3868627 w 11269336"/>
              <a:gd name="connsiteY174" fmla="*/ 2130023 h 2323145"/>
              <a:gd name="connsiteX175" fmla="*/ 3819177 w 11269336"/>
              <a:gd name="connsiteY175" fmla="*/ 2142111 h 2323145"/>
              <a:gd name="connsiteX176" fmla="*/ 3769100 w 11269336"/>
              <a:gd name="connsiteY176" fmla="*/ 2131731 h 2323145"/>
              <a:gd name="connsiteX177" fmla="*/ 3562752 w 11269336"/>
              <a:gd name="connsiteY177" fmla="*/ 2131785 h 2323145"/>
              <a:gd name="connsiteX178" fmla="*/ 3541402 w 11269336"/>
              <a:gd name="connsiteY178" fmla="*/ 2106821 h 2323145"/>
              <a:gd name="connsiteX179" fmla="*/ 3365341 w 11269336"/>
              <a:gd name="connsiteY179" fmla="*/ 2077638 h 2323145"/>
              <a:gd name="connsiteX180" fmla="*/ 3170922 w 11269336"/>
              <a:gd name="connsiteY180" fmla="*/ 2115957 h 2323145"/>
              <a:gd name="connsiteX181" fmla="*/ 3156256 w 11269336"/>
              <a:gd name="connsiteY181" fmla="*/ 2124773 h 2323145"/>
              <a:gd name="connsiteX182" fmla="*/ 3140298 w 11269336"/>
              <a:gd name="connsiteY182" fmla="*/ 2129182 h 2323145"/>
              <a:gd name="connsiteX183" fmla="*/ 3138514 w 11269336"/>
              <a:gd name="connsiteY183" fmla="*/ 2128069 h 2323145"/>
              <a:gd name="connsiteX184" fmla="*/ 3120467 w 11269336"/>
              <a:gd name="connsiteY184" fmla="*/ 2128281 h 2323145"/>
              <a:gd name="connsiteX185" fmla="*/ 3116175 w 11269336"/>
              <a:gd name="connsiteY185" fmla="*/ 2131633 h 2323145"/>
              <a:gd name="connsiteX186" fmla="*/ 3103685 w 11269336"/>
              <a:gd name="connsiteY186" fmla="*/ 2132814 h 2323145"/>
              <a:gd name="connsiteX187" fmla="*/ 3078794 w 11269336"/>
              <a:gd name="connsiteY187" fmla="*/ 2137935 h 2323145"/>
              <a:gd name="connsiteX188" fmla="*/ 3074407 w 11269336"/>
              <a:gd name="connsiteY188" fmla="*/ 2136274 h 2323145"/>
              <a:gd name="connsiteX189" fmla="*/ 3037285 w 11269336"/>
              <a:gd name="connsiteY189" fmla="*/ 2139919 h 2323145"/>
              <a:gd name="connsiteX190" fmla="*/ 3036901 w 11269336"/>
              <a:gd name="connsiteY190" fmla="*/ 2138726 h 2323145"/>
              <a:gd name="connsiteX191" fmla="*/ 3026996 w 11269336"/>
              <a:gd name="connsiteY191" fmla="*/ 2134322 h 2323145"/>
              <a:gd name="connsiteX192" fmla="*/ 3007772 w 11269336"/>
              <a:gd name="connsiteY192" fmla="*/ 2128742 h 2323145"/>
              <a:gd name="connsiteX193" fmla="*/ 2965030 w 11269336"/>
              <a:gd name="connsiteY193" fmla="*/ 2100494 h 2323145"/>
              <a:gd name="connsiteX194" fmla="*/ 2926342 w 11269336"/>
              <a:gd name="connsiteY194" fmla="*/ 2104155 h 2323145"/>
              <a:gd name="connsiteX195" fmla="*/ 2918608 w 11269336"/>
              <a:gd name="connsiteY195" fmla="*/ 2104215 h 2323145"/>
              <a:gd name="connsiteX196" fmla="*/ 2918475 w 11269336"/>
              <a:gd name="connsiteY196" fmla="*/ 2103937 h 2323145"/>
              <a:gd name="connsiteX197" fmla="*/ 2910360 w 11269336"/>
              <a:gd name="connsiteY197" fmla="*/ 2103444 h 2323145"/>
              <a:gd name="connsiteX198" fmla="*/ 2904507 w 11269336"/>
              <a:gd name="connsiteY198" fmla="*/ 2104326 h 2323145"/>
              <a:gd name="connsiteX199" fmla="*/ 2889503 w 11269336"/>
              <a:gd name="connsiteY199" fmla="*/ 2104443 h 2323145"/>
              <a:gd name="connsiteX200" fmla="*/ 2884480 w 11269336"/>
              <a:gd name="connsiteY200" fmla="*/ 2102626 h 2323145"/>
              <a:gd name="connsiteX201" fmla="*/ 2882689 w 11269336"/>
              <a:gd name="connsiteY201" fmla="*/ 2099228 h 2323145"/>
              <a:gd name="connsiteX202" fmla="*/ 2881291 w 11269336"/>
              <a:gd name="connsiteY202" fmla="*/ 2099618 h 2323145"/>
              <a:gd name="connsiteX203" fmla="*/ 2853979 w 11269336"/>
              <a:gd name="connsiteY203" fmla="*/ 2090388 h 2323145"/>
              <a:gd name="connsiteX204" fmla="*/ 2791790 w 11269336"/>
              <a:gd name="connsiteY204" fmla="*/ 2080332 h 2323145"/>
              <a:gd name="connsiteX205" fmla="*/ 2755844 w 11269336"/>
              <a:gd name="connsiteY205" fmla="*/ 2078874 h 2323145"/>
              <a:gd name="connsiteX206" fmla="*/ 2657742 w 11269336"/>
              <a:gd name="connsiteY206" fmla="*/ 2070179 h 2323145"/>
              <a:gd name="connsiteX207" fmla="*/ 2559549 w 11269336"/>
              <a:gd name="connsiteY207" fmla="*/ 2057873 h 2323145"/>
              <a:gd name="connsiteX208" fmla="*/ 2512054 w 11269336"/>
              <a:gd name="connsiteY208" fmla="*/ 2031671 h 2323145"/>
              <a:gd name="connsiteX209" fmla="*/ 2506437 w 11269336"/>
              <a:gd name="connsiteY209" fmla="*/ 2030918 h 2323145"/>
              <a:gd name="connsiteX210" fmla="*/ 2491752 w 11269336"/>
              <a:gd name="connsiteY210" fmla="*/ 2033906 h 2323145"/>
              <a:gd name="connsiteX211" fmla="*/ 2486338 w 11269336"/>
              <a:gd name="connsiteY211" fmla="*/ 2035862 h 2323145"/>
              <a:gd name="connsiteX212" fmla="*/ 2478186 w 11269336"/>
              <a:gd name="connsiteY212" fmla="*/ 2036953 h 2323145"/>
              <a:gd name="connsiteX213" fmla="*/ 2477950 w 11269336"/>
              <a:gd name="connsiteY213" fmla="*/ 2036715 h 2323145"/>
              <a:gd name="connsiteX214" fmla="*/ 2470381 w 11269336"/>
              <a:gd name="connsiteY214" fmla="*/ 2038256 h 2323145"/>
              <a:gd name="connsiteX215" fmla="*/ 2433781 w 11269336"/>
              <a:gd name="connsiteY215" fmla="*/ 2049140 h 2323145"/>
              <a:gd name="connsiteX216" fmla="*/ 2381172 w 11269336"/>
              <a:gd name="connsiteY216" fmla="*/ 2030645 h 2323145"/>
              <a:gd name="connsiteX217" fmla="*/ 2360198 w 11269336"/>
              <a:gd name="connsiteY217" fmla="*/ 2029059 h 2323145"/>
              <a:gd name="connsiteX218" fmla="*/ 2348815 w 11269336"/>
              <a:gd name="connsiteY218" fmla="*/ 2026798 h 2323145"/>
              <a:gd name="connsiteX219" fmla="*/ 2347988 w 11269336"/>
              <a:gd name="connsiteY219" fmla="*/ 2025745 h 2323145"/>
              <a:gd name="connsiteX220" fmla="*/ 2312920 w 11269336"/>
              <a:gd name="connsiteY220" fmla="*/ 2036311 h 2323145"/>
              <a:gd name="connsiteX221" fmla="*/ 2307986 w 11269336"/>
              <a:gd name="connsiteY221" fmla="*/ 2035583 h 2323145"/>
              <a:gd name="connsiteX222" fmla="*/ 2285481 w 11269336"/>
              <a:gd name="connsiteY222" fmla="*/ 2045197 h 2323145"/>
              <a:gd name="connsiteX223" fmla="*/ 2273666 w 11269336"/>
              <a:gd name="connsiteY223" fmla="*/ 2048710 h 2323145"/>
              <a:gd name="connsiteX224" fmla="*/ 2270719 w 11269336"/>
              <a:gd name="connsiteY224" fmla="*/ 2052702 h 2323145"/>
              <a:gd name="connsiteX225" fmla="*/ 2253080 w 11269336"/>
              <a:gd name="connsiteY225" fmla="*/ 2056363 h 2323145"/>
              <a:gd name="connsiteX226" fmla="*/ 2250906 w 11269336"/>
              <a:gd name="connsiteY226" fmla="*/ 2055654 h 2323145"/>
              <a:gd name="connsiteX227" fmla="*/ 2236905 w 11269336"/>
              <a:gd name="connsiteY227" fmla="*/ 2062882 h 2323145"/>
              <a:gd name="connsiteX228" fmla="*/ 2225830 w 11269336"/>
              <a:gd name="connsiteY228" fmla="*/ 2074027 h 2323145"/>
              <a:gd name="connsiteX229" fmla="*/ 2073776 w 11269336"/>
              <a:gd name="connsiteY229" fmla="*/ 2089244 h 2323145"/>
              <a:gd name="connsiteX230" fmla="*/ 1948256 w 11269336"/>
              <a:gd name="connsiteY230" fmla="*/ 2146616 h 2323145"/>
              <a:gd name="connsiteX231" fmla="*/ 1865582 w 11269336"/>
              <a:gd name="connsiteY231" fmla="*/ 2153738 h 2323145"/>
              <a:gd name="connsiteX232" fmla="*/ 1835210 w 11269336"/>
              <a:gd name="connsiteY232" fmla="*/ 2134244 h 2323145"/>
              <a:gd name="connsiteX233" fmla="*/ 1632661 w 11269336"/>
              <a:gd name="connsiteY233" fmla="*/ 2173882 h 2323145"/>
              <a:gd name="connsiteX234" fmla="*/ 1579590 w 11269336"/>
              <a:gd name="connsiteY234" fmla="*/ 2173680 h 2323145"/>
              <a:gd name="connsiteX235" fmla="*/ 1535601 w 11269336"/>
              <a:gd name="connsiteY235" fmla="*/ 2194590 h 2323145"/>
              <a:gd name="connsiteX236" fmla="*/ 1515594 w 11269336"/>
              <a:gd name="connsiteY236" fmla="*/ 2189622 h 2323145"/>
              <a:gd name="connsiteX237" fmla="*/ 1512113 w 11269336"/>
              <a:gd name="connsiteY237" fmla="*/ 2188534 h 2323145"/>
              <a:gd name="connsiteX238" fmla="*/ 1498838 w 11269336"/>
              <a:gd name="connsiteY238" fmla="*/ 2189213 h 2323145"/>
              <a:gd name="connsiteX239" fmla="*/ 1494279 w 11269336"/>
              <a:gd name="connsiteY239" fmla="*/ 2183112 h 2323145"/>
              <a:gd name="connsiteX240" fmla="*/ 1473714 w 11269336"/>
              <a:gd name="connsiteY240" fmla="*/ 2179625 h 2323145"/>
              <a:gd name="connsiteX241" fmla="*/ 1449503 w 11269336"/>
              <a:gd name="connsiteY241" fmla="*/ 2182633 h 2323145"/>
              <a:gd name="connsiteX242" fmla="*/ 1266687 w 11269336"/>
              <a:gd name="connsiteY242" fmla="*/ 2212688 h 2323145"/>
              <a:gd name="connsiteX243" fmla="*/ 1239614 w 11269336"/>
              <a:gd name="connsiteY243" fmla="*/ 2209727 h 2323145"/>
              <a:gd name="connsiteX244" fmla="*/ 1202436 w 11269336"/>
              <a:gd name="connsiteY244" fmla="*/ 2209817 h 2323145"/>
              <a:gd name="connsiteX245" fmla="*/ 1136097 w 11269336"/>
              <a:gd name="connsiteY245" fmla="*/ 2205112 h 2323145"/>
              <a:gd name="connsiteX246" fmla="*/ 988232 w 11269336"/>
              <a:gd name="connsiteY246" fmla="*/ 2235635 h 2323145"/>
              <a:gd name="connsiteX247" fmla="*/ 981959 w 11269336"/>
              <a:gd name="connsiteY247" fmla="*/ 2231607 h 2323145"/>
              <a:gd name="connsiteX248" fmla="*/ 938600 w 11269336"/>
              <a:gd name="connsiteY248" fmla="*/ 2238113 h 2323145"/>
              <a:gd name="connsiteX249" fmla="*/ 791788 w 11269336"/>
              <a:gd name="connsiteY249" fmla="*/ 2293224 h 2323145"/>
              <a:gd name="connsiteX250" fmla="*/ 706914 w 11269336"/>
              <a:gd name="connsiteY250" fmla="*/ 2305046 h 2323145"/>
              <a:gd name="connsiteX251" fmla="*/ 675971 w 11269336"/>
              <a:gd name="connsiteY251" fmla="*/ 2304030 h 2323145"/>
              <a:gd name="connsiteX252" fmla="*/ 624180 w 11269336"/>
              <a:gd name="connsiteY252" fmla="*/ 2302650 h 2323145"/>
              <a:gd name="connsiteX253" fmla="*/ 583453 w 11269336"/>
              <a:gd name="connsiteY253" fmla="*/ 2288788 h 2323145"/>
              <a:gd name="connsiteX254" fmla="*/ 540946 w 11269336"/>
              <a:gd name="connsiteY254" fmla="*/ 2292721 h 2323145"/>
              <a:gd name="connsiteX255" fmla="*/ 533680 w 11269336"/>
              <a:gd name="connsiteY255" fmla="*/ 2310233 h 2323145"/>
              <a:gd name="connsiteX256" fmla="*/ 487366 w 11269336"/>
              <a:gd name="connsiteY256" fmla="*/ 2309053 h 2323145"/>
              <a:gd name="connsiteX257" fmla="*/ 416820 w 11269336"/>
              <a:gd name="connsiteY257" fmla="*/ 2305443 h 2323145"/>
              <a:gd name="connsiteX258" fmla="*/ 376805 w 11269336"/>
              <a:gd name="connsiteY258" fmla="*/ 2307647 h 2323145"/>
              <a:gd name="connsiteX259" fmla="*/ 266777 w 11269336"/>
              <a:gd name="connsiteY259" fmla="*/ 2309012 h 2323145"/>
              <a:gd name="connsiteX260" fmla="*/ 156013 w 11269336"/>
              <a:gd name="connsiteY260" fmla="*/ 2306832 h 2323145"/>
              <a:gd name="connsiteX261" fmla="*/ 87258 w 11269336"/>
              <a:gd name="connsiteY261" fmla="*/ 2285511 h 2323145"/>
              <a:gd name="connsiteX262" fmla="*/ 23798 w 11269336"/>
              <a:gd name="connsiteY262" fmla="*/ 2281822 h 2323145"/>
              <a:gd name="connsiteX263" fmla="*/ 0 w 11269336"/>
              <a:gd name="connsiteY263" fmla="*/ 2285369 h 2323145"/>
              <a:gd name="connsiteX264" fmla="*/ 0 w 11269336"/>
              <a:gd name="connsiteY264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380600 w 11269336"/>
              <a:gd name="connsiteY19" fmla="*/ 549821 h 2323145"/>
              <a:gd name="connsiteX20" fmla="*/ 9263254 w 11269336"/>
              <a:gd name="connsiteY20" fmla="*/ 645662 h 2323145"/>
              <a:gd name="connsiteX21" fmla="*/ 9162278 w 11269336"/>
              <a:gd name="connsiteY21" fmla="*/ 704724 h 2323145"/>
              <a:gd name="connsiteX22" fmla="*/ 8977138 w 11269336"/>
              <a:gd name="connsiteY22" fmla="*/ 774970 h 2323145"/>
              <a:gd name="connsiteX23" fmla="*/ 8914746 w 11269336"/>
              <a:gd name="connsiteY23" fmla="*/ 826428 h 2323145"/>
              <a:gd name="connsiteX24" fmla="*/ 8917778 w 11269336"/>
              <a:gd name="connsiteY24" fmla="*/ 835198 h 2323145"/>
              <a:gd name="connsiteX25" fmla="*/ 8905560 w 11269336"/>
              <a:gd name="connsiteY25" fmla="*/ 838358 h 2323145"/>
              <a:gd name="connsiteX26" fmla="*/ 8897564 w 11269336"/>
              <a:gd name="connsiteY26" fmla="*/ 834287 h 2323145"/>
              <a:gd name="connsiteX27" fmla="*/ 8878040 w 11269336"/>
              <a:gd name="connsiteY27" fmla="*/ 844150 h 2323145"/>
              <a:gd name="connsiteX28" fmla="*/ 8795998 w 11269336"/>
              <a:gd name="connsiteY28" fmla="*/ 863337 h 2323145"/>
              <a:gd name="connsiteX29" fmla="*/ 8776970 w 11269336"/>
              <a:gd name="connsiteY29" fmla="*/ 885177 h 2323145"/>
              <a:gd name="connsiteX30" fmla="*/ 8755719 w 11269336"/>
              <a:gd name="connsiteY30" fmla="*/ 889754 h 2323145"/>
              <a:gd name="connsiteX31" fmla="*/ 8743257 w 11269336"/>
              <a:gd name="connsiteY31" fmla="*/ 904723 h 2323145"/>
              <a:gd name="connsiteX32" fmla="*/ 8721366 w 11269336"/>
              <a:gd name="connsiteY32" fmla="*/ 904711 h 2323145"/>
              <a:gd name="connsiteX33" fmla="*/ 8678353 w 11269336"/>
              <a:gd name="connsiteY33" fmla="*/ 926318 h 2323145"/>
              <a:gd name="connsiteX34" fmla="*/ 8636849 w 11269336"/>
              <a:gd name="connsiteY34" fmla="*/ 937900 h 2323145"/>
              <a:gd name="connsiteX35" fmla="*/ 8620213 w 11269336"/>
              <a:gd name="connsiteY35" fmla="*/ 943068 h 2323145"/>
              <a:gd name="connsiteX36" fmla="*/ 8612581 w 11269336"/>
              <a:gd name="connsiteY36" fmla="*/ 952695 h 2323145"/>
              <a:gd name="connsiteX37" fmla="*/ 8589038 w 11269336"/>
              <a:gd name="connsiteY37" fmla="*/ 963892 h 2323145"/>
              <a:gd name="connsiteX38" fmla="*/ 8579950 w 11269336"/>
              <a:gd name="connsiteY38" fmla="*/ 960899 h 2323145"/>
              <a:gd name="connsiteX39" fmla="*/ 8579319 w 11269336"/>
              <a:gd name="connsiteY39" fmla="*/ 965630 h 2323145"/>
              <a:gd name="connsiteX40" fmla="*/ 8547429 w 11269336"/>
              <a:gd name="connsiteY40" fmla="*/ 984506 h 2323145"/>
              <a:gd name="connsiteX41" fmla="*/ 8478704 w 11269336"/>
              <a:gd name="connsiteY41" fmla="*/ 1025490 h 2323145"/>
              <a:gd name="connsiteX42" fmla="*/ 8461421 w 11269336"/>
              <a:gd name="connsiteY42" fmla="*/ 1035512 h 2323145"/>
              <a:gd name="connsiteX43" fmla="*/ 8445003 w 11269336"/>
              <a:gd name="connsiteY43" fmla="*/ 1036851 h 2323145"/>
              <a:gd name="connsiteX44" fmla="*/ 8357350 w 11269336"/>
              <a:gd name="connsiteY44" fmla="*/ 1060213 h 2323145"/>
              <a:gd name="connsiteX45" fmla="*/ 8335565 w 11269336"/>
              <a:gd name="connsiteY45" fmla="*/ 1061151 h 2323145"/>
              <a:gd name="connsiteX46" fmla="*/ 8325267 w 11269336"/>
              <a:gd name="connsiteY46" fmla="*/ 1055919 h 2323145"/>
              <a:gd name="connsiteX47" fmla="*/ 8293586 w 11269336"/>
              <a:gd name="connsiteY47" fmla="*/ 1076144 h 2323145"/>
              <a:gd name="connsiteX48" fmla="*/ 8242405 w 11269336"/>
              <a:gd name="connsiteY48" fmla="*/ 1095960 h 2323145"/>
              <a:gd name="connsiteX49" fmla="*/ 8197391 w 11269336"/>
              <a:gd name="connsiteY49" fmla="*/ 1107746 h 2323145"/>
              <a:gd name="connsiteX50" fmla="*/ 8081474 w 11269336"/>
              <a:gd name="connsiteY50" fmla="*/ 1130125 h 2323145"/>
              <a:gd name="connsiteX51" fmla="*/ 8053585 w 11269336"/>
              <a:gd name="connsiteY51" fmla="*/ 1129169 h 2323145"/>
              <a:gd name="connsiteX52" fmla="*/ 8038422 w 11269336"/>
              <a:gd name="connsiteY52" fmla="*/ 1119092 h 2323145"/>
              <a:gd name="connsiteX53" fmla="*/ 8029450 w 11269336"/>
              <a:gd name="connsiteY53" fmla="*/ 1125592 h 2323145"/>
              <a:gd name="connsiteX54" fmla="*/ 7959552 w 11269336"/>
              <a:gd name="connsiteY54" fmla="*/ 1140188 h 2323145"/>
              <a:gd name="connsiteX55" fmla="*/ 7914188 w 11269336"/>
              <a:gd name="connsiteY55" fmla="*/ 1150862 h 2323145"/>
              <a:gd name="connsiteX56" fmla="*/ 7914918 w 11269336"/>
              <a:gd name="connsiteY56" fmla="*/ 1168758 h 2323145"/>
              <a:gd name="connsiteX57" fmla="*/ 7875510 w 11269336"/>
              <a:gd name="connsiteY57" fmla="*/ 1183153 h 2323145"/>
              <a:gd name="connsiteX58" fmla="*/ 7829932 w 11269336"/>
              <a:gd name="connsiteY58" fmla="*/ 1180782 h 2323145"/>
              <a:gd name="connsiteX59" fmla="*/ 7779182 w 11269336"/>
              <a:gd name="connsiteY59" fmla="*/ 1192665 h 2323145"/>
              <a:gd name="connsiteX60" fmla="*/ 7748774 w 11269336"/>
              <a:gd name="connsiteY60" fmla="*/ 1199586 h 2323145"/>
              <a:gd name="connsiteX61" fmla="*/ 7671846 w 11269336"/>
              <a:gd name="connsiteY61" fmla="*/ 1231966 h 2323145"/>
              <a:gd name="connsiteX62" fmla="*/ 7554146 w 11269336"/>
              <a:gd name="connsiteY62" fmla="*/ 1319748 h 2323145"/>
              <a:gd name="connsiteX63" fmla="*/ 7515052 w 11269336"/>
              <a:gd name="connsiteY63" fmla="*/ 1336718 h 2323145"/>
              <a:gd name="connsiteX64" fmla="*/ 7507193 w 11269336"/>
              <a:gd name="connsiteY64" fmla="*/ 1334617 h 2323145"/>
              <a:gd name="connsiteX65" fmla="*/ 7461694 w 11269336"/>
              <a:gd name="connsiteY65" fmla="*/ 1375866 h 2323145"/>
              <a:gd name="connsiteX66" fmla="*/ 7377571 w 11269336"/>
              <a:gd name="connsiteY66" fmla="*/ 1400128 h 2323145"/>
              <a:gd name="connsiteX67" fmla="*/ 7311261 w 11269336"/>
              <a:gd name="connsiteY67" fmla="*/ 1412652 h 2323145"/>
              <a:gd name="connsiteX68" fmla="*/ 7275307 w 11269336"/>
              <a:gd name="connsiteY68" fmla="*/ 1422171 h 2323145"/>
              <a:gd name="connsiteX69" fmla="*/ 7247783 w 11269336"/>
              <a:gd name="connsiteY69" fmla="*/ 1426330 h 2323145"/>
              <a:gd name="connsiteX70" fmla="*/ 7185047 w 11269336"/>
              <a:gd name="connsiteY70" fmla="*/ 1451812 h 2323145"/>
              <a:gd name="connsiteX71" fmla="*/ 7084117 w 11269336"/>
              <a:gd name="connsiteY71" fmla="*/ 1500281 h 2323145"/>
              <a:gd name="connsiteX72" fmla="*/ 7062011 w 11269336"/>
              <a:gd name="connsiteY72" fmla="*/ 1509183 h 2323145"/>
              <a:gd name="connsiteX73" fmla="*/ 7040555 w 11269336"/>
              <a:gd name="connsiteY73" fmla="*/ 1511207 h 2323145"/>
              <a:gd name="connsiteX74" fmla="*/ 7033438 w 11269336"/>
              <a:gd name="connsiteY74" fmla="*/ 1506772 h 2323145"/>
              <a:gd name="connsiteX75" fmla="*/ 7020886 w 11269336"/>
              <a:gd name="connsiteY75" fmla="*/ 1510764 h 2323145"/>
              <a:gd name="connsiteX76" fmla="*/ 7017033 w 11269336"/>
              <a:gd name="connsiteY76" fmla="*/ 1510650 h 2323145"/>
              <a:gd name="connsiteX77" fmla="*/ 6995460 w 11269336"/>
              <a:gd name="connsiteY77" fmla="*/ 1511173 h 2323145"/>
              <a:gd name="connsiteX78" fmla="*/ 6962144 w 11269336"/>
              <a:gd name="connsiteY78" fmla="*/ 1541508 h 2323145"/>
              <a:gd name="connsiteX79" fmla="*/ 6910674 w 11269336"/>
              <a:gd name="connsiteY79" fmla="*/ 1554793 h 2323145"/>
              <a:gd name="connsiteX80" fmla="*/ 6732152 w 11269336"/>
              <a:gd name="connsiteY80" fmla="*/ 1642538 h 2323145"/>
              <a:gd name="connsiteX81" fmla="*/ 6694106 w 11269336"/>
              <a:gd name="connsiteY81" fmla="*/ 1632377 h 2323145"/>
              <a:gd name="connsiteX82" fmla="*/ 6617223 w 11269336"/>
              <a:gd name="connsiteY82" fmla="*/ 1659889 h 2323145"/>
              <a:gd name="connsiteX83" fmla="*/ 6521138 w 11269336"/>
              <a:gd name="connsiteY83" fmla="*/ 1744340 h 2323145"/>
              <a:gd name="connsiteX84" fmla="*/ 6380677 w 11269336"/>
              <a:gd name="connsiteY84" fmla="*/ 1796883 h 2323145"/>
              <a:gd name="connsiteX85" fmla="*/ 6374897 w 11269336"/>
              <a:gd name="connsiteY85" fmla="*/ 1809910 h 2323145"/>
              <a:gd name="connsiteX86" fmla="*/ 6364545 w 11269336"/>
              <a:gd name="connsiteY86" fmla="*/ 1820090 h 2323145"/>
              <a:gd name="connsiteX87" fmla="*/ 6362126 w 11269336"/>
              <a:gd name="connsiteY87" fmla="*/ 1819991 h 2323145"/>
              <a:gd name="connsiteX88" fmla="*/ 6346673 w 11269336"/>
              <a:gd name="connsiteY88" fmla="*/ 1827824 h 2323145"/>
              <a:gd name="connsiteX89" fmla="*/ 6345588 w 11269336"/>
              <a:gd name="connsiteY89" fmla="*/ 1832232 h 2323145"/>
              <a:gd name="connsiteX90" fmla="*/ 6335708 w 11269336"/>
              <a:gd name="connsiteY90" fmla="*/ 1838451 h 2323145"/>
              <a:gd name="connsiteX91" fmla="*/ 6318182 w 11269336"/>
              <a:gd name="connsiteY91" fmla="*/ 1852975 h 2323145"/>
              <a:gd name="connsiteX92" fmla="*/ 6313084 w 11269336"/>
              <a:gd name="connsiteY92" fmla="*/ 1853561 h 2323145"/>
              <a:gd name="connsiteX93" fmla="*/ 6283816 w 11269336"/>
              <a:gd name="connsiteY93" fmla="*/ 1872148 h 2323145"/>
              <a:gd name="connsiteX94" fmla="*/ 6282550 w 11269336"/>
              <a:gd name="connsiteY94" fmla="*/ 1871392 h 2323145"/>
              <a:gd name="connsiteX95" fmla="*/ 6270527 w 11269336"/>
              <a:gd name="connsiteY95" fmla="*/ 1872208 h 2323145"/>
              <a:gd name="connsiteX96" fmla="*/ 6249518 w 11269336"/>
              <a:gd name="connsiteY96" fmla="*/ 1876079 h 2323145"/>
              <a:gd name="connsiteX97" fmla="*/ 6190386 w 11269336"/>
              <a:gd name="connsiteY97" fmla="*/ 1872478 h 2323145"/>
              <a:gd name="connsiteX98" fmla="*/ 6159777 w 11269336"/>
              <a:gd name="connsiteY98" fmla="*/ 1891745 h 2323145"/>
              <a:gd name="connsiteX99" fmla="*/ 6153131 w 11269336"/>
              <a:gd name="connsiteY99" fmla="*/ 1895079 h 2323145"/>
              <a:gd name="connsiteX100" fmla="*/ 6152798 w 11269336"/>
              <a:gd name="connsiteY100" fmla="*/ 1894920 h 2323145"/>
              <a:gd name="connsiteX101" fmla="*/ 6145388 w 11269336"/>
              <a:gd name="connsiteY101" fmla="*/ 1897990 h 2323145"/>
              <a:gd name="connsiteX102" fmla="*/ 6141014 w 11269336"/>
              <a:gd name="connsiteY102" fmla="*/ 1901155 h 2323145"/>
              <a:gd name="connsiteX103" fmla="*/ 6128122 w 11269336"/>
              <a:gd name="connsiteY103" fmla="*/ 1907623 h 2323145"/>
              <a:gd name="connsiteX104" fmla="*/ 6122351 w 11269336"/>
              <a:gd name="connsiteY104" fmla="*/ 1908359 h 2323145"/>
              <a:gd name="connsiteX105" fmla="*/ 6064750 w 11269336"/>
              <a:gd name="connsiteY105" fmla="*/ 1896394 h 2323145"/>
              <a:gd name="connsiteX106" fmla="*/ 5964230 w 11269336"/>
              <a:gd name="connsiteY106" fmla="*/ 1910038 h 2323145"/>
              <a:gd name="connsiteX107" fmla="*/ 5865399 w 11269336"/>
              <a:gd name="connsiteY107" fmla="*/ 1926966 h 2323145"/>
              <a:gd name="connsiteX108" fmla="*/ 5829951 w 11269336"/>
              <a:gd name="connsiteY108" fmla="*/ 1934755 h 2323145"/>
              <a:gd name="connsiteX109" fmla="*/ 5765285 w 11269336"/>
              <a:gd name="connsiteY109" fmla="*/ 1941322 h 2323145"/>
              <a:gd name="connsiteX110" fmla="*/ 5734750 w 11269336"/>
              <a:gd name="connsiteY110" fmla="*/ 1939793 h 2323145"/>
              <a:gd name="connsiteX111" fmla="*/ 5733569 w 11269336"/>
              <a:gd name="connsiteY111" fmla="*/ 1940505 h 2323145"/>
              <a:gd name="connsiteX112" fmla="*/ 5730329 w 11269336"/>
              <a:gd name="connsiteY112" fmla="*/ 1937845 h 2323145"/>
              <a:gd name="connsiteX113" fmla="*/ 5724661 w 11269336"/>
              <a:gd name="connsiteY113" fmla="*/ 1937455 h 2323145"/>
              <a:gd name="connsiteX114" fmla="*/ 5710186 w 11269336"/>
              <a:gd name="connsiteY114" fmla="*/ 1941370 h 2323145"/>
              <a:gd name="connsiteX115" fmla="*/ 5704910 w 11269336"/>
              <a:gd name="connsiteY115" fmla="*/ 1943663 h 2323145"/>
              <a:gd name="connsiteX116" fmla="*/ 5696836 w 11269336"/>
              <a:gd name="connsiteY116" fmla="*/ 1945271 h 2323145"/>
              <a:gd name="connsiteX117" fmla="*/ 5696583 w 11269336"/>
              <a:gd name="connsiteY117" fmla="*/ 1945050 h 2323145"/>
              <a:gd name="connsiteX118" fmla="*/ 5689123 w 11269336"/>
              <a:gd name="connsiteY118" fmla="*/ 1947067 h 2323145"/>
              <a:gd name="connsiteX119" fmla="*/ 5653291 w 11269336"/>
              <a:gd name="connsiteY119" fmla="*/ 1960245 h 2323145"/>
              <a:gd name="connsiteX120" fmla="*/ 5599385 w 11269336"/>
              <a:gd name="connsiteY120" fmla="*/ 1945198 h 2323145"/>
              <a:gd name="connsiteX121" fmla="*/ 5578300 w 11269336"/>
              <a:gd name="connsiteY121" fmla="*/ 1944963 h 2323145"/>
              <a:gd name="connsiteX122" fmla="*/ 5566758 w 11269336"/>
              <a:gd name="connsiteY122" fmla="*/ 1943441 h 2323145"/>
              <a:gd name="connsiteX123" fmla="*/ 5565857 w 11269336"/>
              <a:gd name="connsiteY123" fmla="*/ 1942445 h 2323145"/>
              <a:gd name="connsiteX124" fmla="*/ 5531534 w 11269336"/>
              <a:gd name="connsiteY124" fmla="*/ 1955208 h 2323145"/>
              <a:gd name="connsiteX125" fmla="*/ 5526552 w 11269336"/>
              <a:gd name="connsiteY125" fmla="*/ 1954799 h 2323145"/>
              <a:gd name="connsiteX126" fmla="*/ 5504723 w 11269336"/>
              <a:gd name="connsiteY126" fmla="*/ 1965811 h 2323145"/>
              <a:gd name="connsiteX127" fmla="*/ 5493156 w 11269336"/>
              <a:gd name="connsiteY127" fmla="*/ 1970063 h 2323145"/>
              <a:gd name="connsiteX128" fmla="*/ 5490486 w 11269336"/>
              <a:gd name="connsiteY128" fmla="*/ 1974227 h 2323145"/>
              <a:gd name="connsiteX129" fmla="*/ 5473107 w 11269336"/>
              <a:gd name="connsiteY129" fmla="*/ 1979001 h 2323145"/>
              <a:gd name="connsiteX130" fmla="*/ 5470885 w 11269336"/>
              <a:gd name="connsiteY130" fmla="*/ 1978432 h 2323145"/>
              <a:gd name="connsiteX131" fmla="*/ 5457393 w 11269336"/>
              <a:gd name="connsiteY131" fmla="*/ 1986525 h 2323145"/>
              <a:gd name="connsiteX132" fmla="*/ 5447102 w 11269336"/>
              <a:gd name="connsiteY132" fmla="*/ 1998329 h 2323145"/>
              <a:gd name="connsiteX133" fmla="*/ 5159151 w 11269336"/>
              <a:gd name="connsiteY133" fmla="*/ 2029640 h 2323145"/>
              <a:gd name="connsiteX134" fmla="*/ 5041688 w 11269336"/>
              <a:gd name="connsiteY134" fmla="*/ 2022334 h 2323145"/>
              <a:gd name="connsiteX135" fmla="*/ 4860988 w 11269336"/>
              <a:gd name="connsiteY135" fmla="*/ 2135698 h 2323145"/>
              <a:gd name="connsiteX136" fmla="*/ 4807902 w 11269336"/>
              <a:gd name="connsiteY136" fmla="*/ 2138894 h 2323145"/>
              <a:gd name="connsiteX137" fmla="*/ 4765388 w 11269336"/>
              <a:gd name="connsiteY137" fmla="*/ 2162525 h 2323145"/>
              <a:gd name="connsiteX138" fmla="*/ 4745033 w 11269336"/>
              <a:gd name="connsiteY138" fmla="*/ 2158859 h 2323145"/>
              <a:gd name="connsiteX139" fmla="*/ 4741475 w 11269336"/>
              <a:gd name="connsiteY139" fmla="*/ 2157998 h 2323145"/>
              <a:gd name="connsiteX140" fmla="*/ 4728247 w 11269336"/>
              <a:gd name="connsiteY140" fmla="*/ 2159526 h 2323145"/>
              <a:gd name="connsiteX141" fmla="*/ 4723263 w 11269336"/>
              <a:gd name="connsiteY141" fmla="*/ 2153742 h 2323145"/>
              <a:gd name="connsiteX142" fmla="*/ 4702453 w 11269336"/>
              <a:gd name="connsiteY142" fmla="*/ 2151586 h 2323145"/>
              <a:gd name="connsiteX143" fmla="*/ 4678455 w 11269336"/>
              <a:gd name="connsiteY143" fmla="*/ 2156131 h 2323145"/>
              <a:gd name="connsiteX144" fmla="*/ 4593061 w 11269336"/>
              <a:gd name="connsiteY144" fmla="*/ 2171597 h 2323145"/>
              <a:gd name="connsiteX145" fmla="*/ 4579902 w 11269336"/>
              <a:gd name="connsiteY145" fmla="*/ 2177927 h 2323145"/>
              <a:gd name="connsiteX146" fmla="*/ 4533444 w 11269336"/>
              <a:gd name="connsiteY146" fmla="*/ 2181200 h 2323145"/>
              <a:gd name="connsiteX147" fmla="*/ 4492832 w 11269336"/>
              <a:gd name="connsiteY147" fmla="*/ 2188033 h 2323145"/>
              <a:gd name="connsiteX148" fmla="*/ 4467257 w 11269336"/>
              <a:gd name="connsiteY148" fmla="*/ 2196121 h 2323145"/>
              <a:gd name="connsiteX149" fmla="*/ 4459937 w 11269336"/>
              <a:gd name="connsiteY149" fmla="*/ 2195182 h 2323145"/>
              <a:gd name="connsiteX150" fmla="*/ 4433312 w 11269336"/>
              <a:gd name="connsiteY150" fmla="*/ 2199004 h 2323145"/>
              <a:gd name="connsiteX151" fmla="*/ 4420601 w 11269336"/>
              <a:gd name="connsiteY151" fmla="*/ 2205158 h 2323145"/>
              <a:gd name="connsiteX152" fmla="*/ 4405765 w 11269336"/>
              <a:gd name="connsiteY152" fmla="*/ 2199902 h 2323145"/>
              <a:gd name="connsiteX153" fmla="*/ 4401354 w 11269336"/>
              <a:gd name="connsiteY153" fmla="*/ 2194745 h 2323145"/>
              <a:gd name="connsiteX154" fmla="*/ 4383151 w 11269336"/>
              <a:gd name="connsiteY154" fmla="*/ 2201140 h 2323145"/>
              <a:gd name="connsiteX155" fmla="*/ 4366646 w 11269336"/>
              <a:gd name="connsiteY155" fmla="*/ 2198564 h 2323145"/>
              <a:gd name="connsiteX156" fmla="*/ 4354009 w 11269336"/>
              <a:gd name="connsiteY156" fmla="*/ 2204984 h 2323145"/>
              <a:gd name="connsiteX157" fmla="*/ 4348284 w 11269336"/>
              <a:gd name="connsiteY157" fmla="*/ 2205270 h 2323145"/>
              <a:gd name="connsiteX158" fmla="*/ 4333906 w 11269336"/>
              <a:gd name="connsiteY158" fmla="*/ 2205251 h 2323145"/>
              <a:gd name="connsiteX159" fmla="*/ 4308819 w 11269336"/>
              <a:gd name="connsiteY159" fmla="*/ 2203822 h 2323145"/>
              <a:gd name="connsiteX160" fmla="*/ 4301210 w 11269336"/>
              <a:gd name="connsiteY160" fmla="*/ 2204456 h 2323145"/>
              <a:gd name="connsiteX161" fmla="*/ 4283095 w 11269336"/>
              <a:gd name="connsiteY161" fmla="*/ 2198177 h 2323145"/>
              <a:gd name="connsiteX162" fmla="*/ 4250119 w 11269336"/>
              <a:gd name="connsiteY162" fmla="*/ 2196342 h 2323145"/>
              <a:gd name="connsiteX163" fmla="*/ 4189203 w 11269336"/>
              <a:gd name="connsiteY163" fmla="*/ 2178994 h 2323145"/>
              <a:gd name="connsiteX164" fmla="*/ 4154035 w 11269336"/>
              <a:gd name="connsiteY164" fmla="*/ 2171950 h 2323145"/>
              <a:gd name="connsiteX165" fmla="*/ 4129569 w 11269336"/>
              <a:gd name="connsiteY165" fmla="*/ 2163850 h 2323145"/>
              <a:gd name="connsiteX166" fmla="*/ 4061250 w 11269336"/>
              <a:gd name="connsiteY166" fmla="*/ 2159236 h 2323145"/>
              <a:gd name="connsiteX167" fmla="*/ 3945480 w 11269336"/>
              <a:gd name="connsiteY167" fmla="*/ 2158279 h 2323145"/>
              <a:gd name="connsiteX168" fmla="*/ 3921468 w 11269336"/>
              <a:gd name="connsiteY168" fmla="*/ 2156588 h 2323145"/>
              <a:gd name="connsiteX169" fmla="*/ 3903348 w 11269336"/>
              <a:gd name="connsiteY169" fmla="*/ 2149220 h 2323145"/>
              <a:gd name="connsiteX170" fmla="*/ 3901342 w 11269336"/>
              <a:gd name="connsiteY170" fmla="*/ 2142355 h 2323145"/>
              <a:gd name="connsiteX171" fmla="*/ 3888539 w 11269336"/>
              <a:gd name="connsiteY171" fmla="*/ 2140476 h 2323145"/>
              <a:gd name="connsiteX172" fmla="*/ 3885662 w 11269336"/>
              <a:gd name="connsiteY172" fmla="*/ 2138740 h 2323145"/>
              <a:gd name="connsiteX173" fmla="*/ 3868627 w 11269336"/>
              <a:gd name="connsiteY173" fmla="*/ 2130023 h 2323145"/>
              <a:gd name="connsiteX174" fmla="*/ 3819177 w 11269336"/>
              <a:gd name="connsiteY174" fmla="*/ 2142111 h 2323145"/>
              <a:gd name="connsiteX175" fmla="*/ 3769100 w 11269336"/>
              <a:gd name="connsiteY175" fmla="*/ 2131731 h 2323145"/>
              <a:gd name="connsiteX176" fmla="*/ 3562752 w 11269336"/>
              <a:gd name="connsiteY176" fmla="*/ 2131785 h 2323145"/>
              <a:gd name="connsiteX177" fmla="*/ 3541402 w 11269336"/>
              <a:gd name="connsiteY177" fmla="*/ 2106821 h 2323145"/>
              <a:gd name="connsiteX178" fmla="*/ 3365341 w 11269336"/>
              <a:gd name="connsiteY178" fmla="*/ 2077638 h 2323145"/>
              <a:gd name="connsiteX179" fmla="*/ 3170922 w 11269336"/>
              <a:gd name="connsiteY179" fmla="*/ 2115957 h 2323145"/>
              <a:gd name="connsiteX180" fmla="*/ 3156256 w 11269336"/>
              <a:gd name="connsiteY180" fmla="*/ 2124773 h 2323145"/>
              <a:gd name="connsiteX181" fmla="*/ 3140298 w 11269336"/>
              <a:gd name="connsiteY181" fmla="*/ 2129182 h 2323145"/>
              <a:gd name="connsiteX182" fmla="*/ 3138514 w 11269336"/>
              <a:gd name="connsiteY182" fmla="*/ 2128069 h 2323145"/>
              <a:gd name="connsiteX183" fmla="*/ 3120467 w 11269336"/>
              <a:gd name="connsiteY183" fmla="*/ 2128281 h 2323145"/>
              <a:gd name="connsiteX184" fmla="*/ 3116175 w 11269336"/>
              <a:gd name="connsiteY184" fmla="*/ 2131633 h 2323145"/>
              <a:gd name="connsiteX185" fmla="*/ 3103685 w 11269336"/>
              <a:gd name="connsiteY185" fmla="*/ 2132814 h 2323145"/>
              <a:gd name="connsiteX186" fmla="*/ 3078794 w 11269336"/>
              <a:gd name="connsiteY186" fmla="*/ 2137935 h 2323145"/>
              <a:gd name="connsiteX187" fmla="*/ 3074407 w 11269336"/>
              <a:gd name="connsiteY187" fmla="*/ 2136274 h 2323145"/>
              <a:gd name="connsiteX188" fmla="*/ 3037285 w 11269336"/>
              <a:gd name="connsiteY188" fmla="*/ 2139919 h 2323145"/>
              <a:gd name="connsiteX189" fmla="*/ 3036901 w 11269336"/>
              <a:gd name="connsiteY189" fmla="*/ 2138726 h 2323145"/>
              <a:gd name="connsiteX190" fmla="*/ 3026996 w 11269336"/>
              <a:gd name="connsiteY190" fmla="*/ 2134322 h 2323145"/>
              <a:gd name="connsiteX191" fmla="*/ 3007772 w 11269336"/>
              <a:gd name="connsiteY191" fmla="*/ 2128742 h 2323145"/>
              <a:gd name="connsiteX192" fmla="*/ 2965030 w 11269336"/>
              <a:gd name="connsiteY192" fmla="*/ 2100494 h 2323145"/>
              <a:gd name="connsiteX193" fmla="*/ 2926342 w 11269336"/>
              <a:gd name="connsiteY193" fmla="*/ 2104155 h 2323145"/>
              <a:gd name="connsiteX194" fmla="*/ 2918608 w 11269336"/>
              <a:gd name="connsiteY194" fmla="*/ 2104215 h 2323145"/>
              <a:gd name="connsiteX195" fmla="*/ 2918475 w 11269336"/>
              <a:gd name="connsiteY195" fmla="*/ 2103937 h 2323145"/>
              <a:gd name="connsiteX196" fmla="*/ 2910360 w 11269336"/>
              <a:gd name="connsiteY196" fmla="*/ 2103444 h 2323145"/>
              <a:gd name="connsiteX197" fmla="*/ 2904507 w 11269336"/>
              <a:gd name="connsiteY197" fmla="*/ 2104326 h 2323145"/>
              <a:gd name="connsiteX198" fmla="*/ 2889503 w 11269336"/>
              <a:gd name="connsiteY198" fmla="*/ 2104443 h 2323145"/>
              <a:gd name="connsiteX199" fmla="*/ 2884480 w 11269336"/>
              <a:gd name="connsiteY199" fmla="*/ 2102626 h 2323145"/>
              <a:gd name="connsiteX200" fmla="*/ 2882689 w 11269336"/>
              <a:gd name="connsiteY200" fmla="*/ 2099228 h 2323145"/>
              <a:gd name="connsiteX201" fmla="*/ 2881291 w 11269336"/>
              <a:gd name="connsiteY201" fmla="*/ 2099618 h 2323145"/>
              <a:gd name="connsiteX202" fmla="*/ 2853979 w 11269336"/>
              <a:gd name="connsiteY202" fmla="*/ 2090388 h 2323145"/>
              <a:gd name="connsiteX203" fmla="*/ 2791790 w 11269336"/>
              <a:gd name="connsiteY203" fmla="*/ 2080332 h 2323145"/>
              <a:gd name="connsiteX204" fmla="*/ 2755844 w 11269336"/>
              <a:gd name="connsiteY204" fmla="*/ 2078874 h 2323145"/>
              <a:gd name="connsiteX205" fmla="*/ 2657742 w 11269336"/>
              <a:gd name="connsiteY205" fmla="*/ 2070179 h 2323145"/>
              <a:gd name="connsiteX206" fmla="*/ 2559549 w 11269336"/>
              <a:gd name="connsiteY206" fmla="*/ 2057873 h 2323145"/>
              <a:gd name="connsiteX207" fmla="*/ 2512054 w 11269336"/>
              <a:gd name="connsiteY207" fmla="*/ 2031671 h 2323145"/>
              <a:gd name="connsiteX208" fmla="*/ 2506437 w 11269336"/>
              <a:gd name="connsiteY208" fmla="*/ 2030918 h 2323145"/>
              <a:gd name="connsiteX209" fmla="*/ 2491752 w 11269336"/>
              <a:gd name="connsiteY209" fmla="*/ 2033906 h 2323145"/>
              <a:gd name="connsiteX210" fmla="*/ 2486338 w 11269336"/>
              <a:gd name="connsiteY210" fmla="*/ 2035862 h 2323145"/>
              <a:gd name="connsiteX211" fmla="*/ 2478186 w 11269336"/>
              <a:gd name="connsiteY211" fmla="*/ 2036953 h 2323145"/>
              <a:gd name="connsiteX212" fmla="*/ 2477950 w 11269336"/>
              <a:gd name="connsiteY212" fmla="*/ 2036715 h 2323145"/>
              <a:gd name="connsiteX213" fmla="*/ 2470381 w 11269336"/>
              <a:gd name="connsiteY213" fmla="*/ 2038256 h 2323145"/>
              <a:gd name="connsiteX214" fmla="*/ 2433781 w 11269336"/>
              <a:gd name="connsiteY214" fmla="*/ 2049140 h 2323145"/>
              <a:gd name="connsiteX215" fmla="*/ 2381172 w 11269336"/>
              <a:gd name="connsiteY215" fmla="*/ 2030645 h 2323145"/>
              <a:gd name="connsiteX216" fmla="*/ 2360198 w 11269336"/>
              <a:gd name="connsiteY216" fmla="*/ 2029059 h 2323145"/>
              <a:gd name="connsiteX217" fmla="*/ 2348815 w 11269336"/>
              <a:gd name="connsiteY217" fmla="*/ 2026798 h 2323145"/>
              <a:gd name="connsiteX218" fmla="*/ 2347988 w 11269336"/>
              <a:gd name="connsiteY218" fmla="*/ 2025745 h 2323145"/>
              <a:gd name="connsiteX219" fmla="*/ 2312920 w 11269336"/>
              <a:gd name="connsiteY219" fmla="*/ 2036311 h 2323145"/>
              <a:gd name="connsiteX220" fmla="*/ 2307986 w 11269336"/>
              <a:gd name="connsiteY220" fmla="*/ 2035583 h 2323145"/>
              <a:gd name="connsiteX221" fmla="*/ 2285481 w 11269336"/>
              <a:gd name="connsiteY221" fmla="*/ 2045197 h 2323145"/>
              <a:gd name="connsiteX222" fmla="*/ 2273666 w 11269336"/>
              <a:gd name="connsiteY222" fmla="*/ 2048710 h 2323145"/>
              <a:gd name="connsiteX223" fmla="*/ 2270719 w 11269336"/>
              <a:gd name="connsiteY223" fmla="*/ 2052702 h 2323145"/>
              <a:gd name="connsiteX224" fmla="*/ 2253080 w 11269336"/>
              <a:gd name="connsiteY224" fmla="*/ 2056363 h 2323145"/>
              <a:gd name="connsiteX225" fmla="*/ 2250906 w 11269336"/>
              <a:gd name="connsiteY225" fmla="*/ 2055654 h 2323145"/>
              <a:gd name="connsiteX226" fmla="*/ 2236905 w 11269336"/>
              <a:gd name="connsiteY226" fmla="*/ 2062882 h 2323145"/>
              <a:gd name="connsiteX227" fmla="*/ 2225830 w 11269336"/>
              <a:gd name="connsiteY227" fmla="*/ 2074027 h 2323145"/>
              <a:gd name="connsiteX228" fmla="*/ 2073776 w 11269336"/>
              <a:gd name="connsiteY228" fmla="*/ 2089244 h 2323145"/>
              <a:gd name="connsiteX229" fmla="*/ 1948256 w 11269336"/>
              <a:gd name="connsiteY229" fmla="*/ 2146616 h 2323145"/>
              <a:gd name="connsiteX230" fmla="*/ 1865582 w 11269336"/>
              <a:gd name="connsiteY230" fmla="*/ 2153738 h 2323145"/>
              <a:gd name="connsiteX231" fmla="*/ 1835210 w 11269336"/>
              <a:gd name="connsiteY231" fmla="*/ 2134244 h 2323145"/>
              <a:gd name="connsiteX232" fmla="*/ 1632661 w 11269336"/>
              <a:gd name="connsiteY232" fmla="*/ 2173882 h 2323145"/>
              <a:gd name="connsiteX233" fmla="*/ 1579590 w 11269336"/>
              <a:gd name="connsiteY233" fmla="*/ 2173680 h 2323145"/>
              <a:gd name="connsiteX234" fmla="*/ 1535601 w 11269336"/>
              <a:gd name="connsiteY234" fmla="*/ 2194590 h 2323145"/>
              <a:gd name="connsiteX235" fmla="*/ 1515594 w 11269336"/>
              <a:gd name="connsiteY235" fmla="*/ 2189622 h 2323145"/>
              <a:gd name="connsiteX236" fmla="*/ 1512113 w 11269336"/>
              <a:gd name="connsiteY236" fmla="*/ 2188534 h 2323145"/>
              <a:gd name="connsiteX237" fmla="*/ 1498838 w 11269336"/>
              <a:gd name="connsiteY237" fmla="*/ 2189213 h 2323145"/>
              <a:gd name="connsiteX238" fmla="*/ 1494279 w 11269336"/>
              <a:gd name="connsiteY238" fmla="*/ 2183112 h 2323145"/>
              <a:gd name="connsiteX239" fmla="*/ 1473714 w 11269336"/>
              <a:gd name="connsiteY239" fmla="*/ 2179625 h 2323145"/>
              <a:gd name="connsiteX240" fmla="*/ 1449503 w 11269336"/>
              <a:gd name="connsiteY240" fmla="*/ 2182633 h 2323145"/>
              <a:gd name="connsiteX241" fmla="*/ 1266687 w 11269336"/>
              <a:gd name="connsiteY241" fmla="*/ 2212688 h 2323145"/>
              <a:gd name="connsiteX242" fmla="*/ 1239614 w 11269336"/>
              <a:gd name="connsiteY242" fmla="*/ 2209727 h 2323145"/>
              <a:gd name="connsiteX243" fmla="*/ 1202436 w 11269336"/>
              <a:gd name="connsiteY243" fmla="*/ 2209817 h 2323145"/>
              <a:gd name="connsiteX244" fmla="*/ 1136097 w 11269336"/>
              <a:gd name="connsiteY244" fmla="*/ 2205112 h 2323145"/>
              <a:gd name="connsiteX245" fmla="*/ 988232 w 11269336"/>
              <a:gd name="connsiteY245" fmla="*/ 2235635 h 2323145"/>
              <a:gd name="connsiteX246" fmla="*/ 981959 w 11269336"/>
              <a:gd name="connsiteY246" fmla="*/ 2231607 h 2323145"/>
              <a:gd name="connsiteX247" fmla="*/ 938600 w 11269336"/>
              <a:gd name="connsiteY247" fmla="*/ 2238113 h 2323145"/>
              <a:gd name="connsiteX248" fmla="*/ 791788 w 11269336"/>
              <a:gd name="connsiteY248" fmla="*/ 2293224 h 2323145"/>
              <a:gd name="connsiteX249" fmla="*/ 706914 w 11269336"/>
              <a:gd name="connsiteY249" fmla="*/ 2305046 h 2323145"/>
              <a:gd name="connsiteX250" fmla="*/ 675971 w 11269336"/>
              <a:gd name="connsiteY250" fmla="*/ 2304030 h 2323145"/>
              <a:gd name="connsiteX251" fmla="*/ 624180 w 11269336"/>
              <a:gd name="connsiteY251" fmla="*/ 2302650 h 2323145"/>
              <a:gd name="connsiteX252" fmla="*/ 583453 w 11269336"/>
              <a:gd name="connsiteY252" fmla="*/ 2288788 h 2323145"/>
              <a:gd name="connsiteX253" fmla="*/ 540946 w 11269336"/>
              <a:gd name="connsiteY253" fmla="*/ 2292721 h 2323145"/>
              <a:gd name="connsiteX254" fmla="*/ 533680 w 11269336"/>
              <a:gd name="connsiteY254" fmla="*/ 2310233 h 2323145"/>
              <a:gd name="connsiteX255" fmla="*/ 487366 w 11269336"/>
              <a:gd name="connsiteY255" fmla="*/ 2309053 h 2323145"/>
              <a:gd name="connsiteX256" fmla="*/ 416820 w 11269336"/>
              <a:gd name="connsiteY256" fmla="*/ 2305443 h 2323145"/>
              <a:gd name="connsiteX257" fmla="*/ 376805 w 11269336"/>
              <a:gd name="connsiteY257" fmla="*/ 2307647 h 2323145"/>
              <a:gd name="connsiteX258" fmla="*/ 266777 w 11269336"/>
              <a:gd name="connsiteY258" fmla="*/ 2309012 h 2323145"/>
              <a:gd name="connsiteX259" fmla="*/ 156013 w 11269336"/>
              <a:gd name="connsiteY259" fmla="*/ 2306832 h 2323145"/>
              <a:gd name="connsiteX260" fmla="*/ 87258 w 11269336"/>
              <a:gd name="connsiteY260" fmla="*/ 2285511 h 2323145"/>
              <a:gd name="connsiteX261" fmla="*/ 23798 w 11269336"/>
              <a:gd name="connsiteY261" fmla="*/ 2281822 h 2323145"/>
              <a:gd name="connsiteX262" fmla="*/ 0 w 11269336"/>
              <a:gd name="connsiteY262" fmla="*/ 2285369 h 2323145"/>
              <a:gd name="connsiteX263" fmla="*/ 0 w 11269336"/>
              <a:gd name="connsiteY263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380600 w 11269336"/>
              <a:gd name="connsiteY19" fmla="*/ 549821 h 2323145"/>
              <a:gd name="connsiteX20" fmla="*/ 9263254 w 11269336"/>
              <a:gd name="connsiteY20" fmla="*/ 645662 h 2323145"/>
              <a:gd name="connsiteX21" fmla="*/ 9162278 w 11269336"/>
              <a:gd name="connsiteY21" fmla="*/ 704724 h 2323145"/>
              <a:gd name="connsiteX22" fmla="*/ 9062863 w 11269336"/>
              <a:gd name="connsiteY22" fmla="*/ 754656 h 2323145"/>
              <a:gd name="connsiteX23" fmla="*/ 8914746 w 11269336"/>
              <a:gd name="connsiteY23" fmla="*/ 826428 h 2323145"/>
              <a:gd name="connsiteX24" fmla="*/ 8917778 w 11269336"/>
              <a:gd name="connsiteY24" fmla="*/ 835198 h 2323145"/>
              <a:gd name="connsiteX25" fmla="*/ 8905560 w 11269336"/>
              <a:gd name="connsiteY25" fmla="*/ 838358 h 2323145"/>
              <a:gd name="connsiteX26" fmla="*/ 8897564 w 11269336"/>
              <a:gd name="connsiteY26" fmla="*/ 834287 h 2323145"/>
              <a:gd name="connsiteX27" fmla="*/ 8878040 w 11269336"/>
              <a:gd name="connsiteY27" fmla="*/ 844150 h 2323145"/>
              <a:gd name="connsiteX28" fmla="*/ 8795998 w 11269336"/>
              <a:gd name="connsiteY28" fmla="*/ 863337 h 2323145"/>
              <a:gd name="connsiteX29" fmla="*/ 8776970 w 11269336"/>
              <a:gd name="connsiteY29" fmla="*/ 885177 h 2323145"/>
              <a:gd name="connsiteX30" fmla="*/ 8755719 w 11269336"/>
              <a:gd name="connsiteY30" fmla="*/ 889754 h 2323145"/>
              <a:gd name="connsiteX31" fmla="*/ 8743257 w 11269336"/>
              <a:gd name="connsiteY31" fmla="*/ 904723 h 2323145"/>
              <a:gd name="connsiteX32" fmla="*/ 8721366 w 11269336"/>
              <a:gd name="connsiteY32" fmla="*/ 904711 h 2323145"/>
              <a:gd name="connsiteX33" fmla="*/ 8678353 w 11269336"/>
              <a:gd name="connsiteY33" fmla="*/ 926318 h 2323145"/>
              <a:gd name="connsiteX34" fmla="*/ 8636849 w 11269336"/>
              <a:gd name="connsiteY34" fmla="*/ 937900 h 2323145"/>
              <a:gd name="connsiteX35" fmla="*/ 8620213 w 11269336"/>
              <a:gd name="connsiteY35" fmla="*/ 943068 h 2323145"/>
              <a:gd name="connsiteX36" fmla="*/ 8612581 w 11269336"/>
              <a:gd name="connsiteY36" fmla="*/ 952695 h 2323145"/>
              <a:gd name="connsiteX37" fmla="*/ 8589038 w 11269336"/>
              <a:gd name="connsiteY37" fmla="*/ 963892 h 2323145"/>
              <a:gd name="connsiteX38" fmla="*/ 8579950 w 11269336"/>
              <a:gd name="connsiteY38" fmla="*/ 960899 h 2323145"/>
              <a:gd name="connsiteX39" fmla="*/ 8579319 w 11269336"/>
              <a:gd name="connsiteY39" fmla="*/ 965630 h 2323145"/>
              <a:gd name="connsiteX40" fmla="*/ 8547429 w 11269336"/>
              <a:gd name="connsiteY40" fmla="*/ 984506 h 2323145"/>
              <a:gd name="connsiteX41" fmla="*/ 8478704 w 11269336"/>
              <a:gd name="connsiteY41" fmla="*/ 1025490 h 2323145"/>
              <a:gd name="connsiteX42" fmla="*/ 8461421 w 11269336"/>
              <a:gd name="connsiteY42" fmla="*/ 1035512 h 2323145"/>
              <a:gd name="connsiteX43" fmla="*/ 8445003 w 11269336"/>
              <a:gd name="connsiteY43" fmla="*/ 1036851 h 2323145"/>
              <a:gd name="connsiteX44" fmla="*/ 8357350 w 11269336"/>
              <a:gd name="connsiteY44" fmla="*/ 1060213 h 2323145"/>
              <a:gd name="connsiteX45" fmla="*/ 8335565 w 11269336"/>
              <a:gd name="connsiteY45" fmla="*/ 1061151 h 2323145"/>
              <a:gd name="connsiteX46" fmla="*/ 8325267 w 11269336"/>
              <a:gd name="connsiteY46" fmla="*/ 1055919 h 2323145"/>
              <a:gd name="connsiteX47" fmla="*/ 8293586 w 11269336"/>
              <a:gd name="connsiteY47" fmla="*/ 1076144 h 2323145"/>
              <a:gd name="connsiteX48" fmla="*/ 8242405 w 11269336"/>
              <a:gd name="connsiteY48" fmla="*/ 1095960 h 2323145"/>
              <a:gd name="connsiteX49" fmla="*/ 8197391 w 11269336"/>
              <a:gd name="connsiteY49" fmla="*/ 1107746 h 2323145"/>
              <a:gd name="connsiteX50" fmla="*/ 8081474 w 11269336"/>
              <a:gd name="connsiteY50" fmla="*/ 1130125 h 2323145"/>
              <a:gd name="connsiteX51" fmla="*/ 8053585 w 11269336"/>
              <a:gd name="connsiteY51" fmla="*/ 1129169 h 2323145"/>
              <a:gd name="connsiteX52" fmla="*/ 8038422 w 11269336"/>
              <a:gd name="connsiteY52" fmla="*/ 1119092 h 2323145"/>
              <a:gd name="connsiteX53" fmla="*/ 8029450 w 11269336"/>
              <a:gd name="connsiteY53" fmla="*/ 1125592 h 2323145"/>
              <a:gd name="connsiteX54" fmla="*/ 7959552 w 11269336"/>
              <a:gd name="connsiteY54" fmla="*/ 1140188 h 2323145"/>
              <a:gd name="connsiteX55" fmla="*/ 7914188 w 11269336"/>
              <a:gd name="connsiteY55" fmla="*/ 1150862 h 2323145"/>
              <a:gd name="connsiteX56" fmla="*/ 7914918 w 11269336"/>
              <a:gd name="connsiteY56" fmla="*/ 1168758 h 2323145"/>
              <a:gd name="connsiteX57" fmla="*/ 7875510 w 11269336"/>
              <a:gd name="connsiteY57" fmla="*/ 1183153 h 2323145"/>
              <a:gd name="connsiteX58" fmla="*/ 7829932 w 11269336"/>
              <a:gd name="connsiteY58" fmla="*/ 1180782 h 2323145"/>
              <a:gd name="connsiteX59" fmla="*/ 7779182 w 11269336"/>
              <a:gd name="connsiteY59" fmla="*/ 1192665 h 2323145"/>
              <a:gd name="connsiteX60" fmla="*/ 7748774 w 11269336"/>
              <a:gd name="connsiteY60" fmla="*/ 1199586 h 2323145"/>
              <a:gd name="connsiteX61" fmla="*/ 7671846 w 11269336"/>
              <a:gd name="connsiteY61" fmla="*/ 1231966 h 2323145"/>
              <a:gd name="connsiteX62" fmla="*/ 7554146 w 11269336"/>
              <a:gd name="connsiteY62" fmla="*/ 1319748 h 2323145"/>
              <a:gd name="connsiteX63" fmla="*/ 7515052 w 11269336"/>
              <a:gd name="connsiteY63" fmla="*/ 1336718 h 2323145"/>
              <a:gd name="connsiteX64" fmla="*/ 7507193 w 11269336"/>
              <a:gd name="connsiteY64" fmla="*/ 1334617 h 2323145"/>
              <a:gd name="connsiteX65" fmla="*/ 7461694 w 11269336"/>
              <a:gd name="connsiteY65" fmla="*/ 1375866 h 2323145"/>
              <a:gd name="connsiteX66" fmla="*/ 7377571 w 11269336"/>
              <a:gd name="connsiteY66" fmla="*/ 1400128 h 2323145"/>
              <a:gd name="connsiteX67" fmla="*/ 7311261 w 11269336"/>
              <a:gd name="connsiteY67" fmla="*/ 1412652 h 2323145"/>
              <a:gd name="connsiteX68" fmla="*/ 7275307 w 11269336"/>
              <a:gd name="connsiteY68" fmla="*/ 1422171 h 2323145"/>
              <a:gd name="connsiteX69" fmla="*/ 7247783 w 11269336"/>
              <a:gd name="connsiteY69" fmla="*/ 1426330 h 2323145"/>
              <a:gd name="connsiteX70" fmla="*/ 7185047 w 11269336"/>
              <a:gd name="connsiteY70" fmla="*/ 1451812 h 2323145"/>
              <a:gd name="connsiteX71" fmla="*/ 7084117 w 11269336"/>
              <a:gd name="connsiteY71" fmla="*/ 1500281 h 2323145"/>
              <a:gd name="connsiteX72" fmla="*/ 7062011 w 11269336"/>
              <a:gd name="connsiteY72" fmla="*/ 1509183 h 2323145"/>
              <a:gd name="connsiteX73" fmla="*/ 7040555 w 11269336"/>
              <a:gd name="connsiteY73" fmla="*/ 1511207 h 2323145"/>
              <a:gd name="connsiteX74" fmla="*/ 7033438 w 11269336"/>
              <a:gd name="connsiteY74" fmla="*/ 1506772 h 2323145"/>
              <a:gd name="connsiteX75" fmla="*/ 7020886 w 11269336"/>
              <a:gd name="connsiteY75" fmla="*/ 1510764 h 2323145"/>
              <a:gd name="connsiteX76" fmla="*/ 7017033 w 11269336"/>
              <a:gd name="connsiteY76" fmla="*/ 1510650 h 2323145"/>
              <a:gd name="connsiteX77" fmla="*/ 6995460 w 11269336"/>
              <a:gd name="connsiteY77" fmla="*/ 1511173 h 2323145"/>
              <a:gd name="connsiteX78" fmla="*/ 6962144 w 11269336"/>
              <a:gd name="connsiteY78" fmla="*/ 1541508 h 2323145"/>
              <a:gd name="connsiteX79" fmla="*/ 6910674 w 11269336"/>
              <a:gd name="connsiteY79" fmla="*/ 1554793 h 2323145"/>
              <a:gd name="connsiteX80" fmla="*/ 6732152 w 11269336"/>
              <a:gd name="connsiteY80" fmla="*/ 1642538 h 2323145"/>
              <a:gd name="connsiteX81" fmla="*/ 6694106 w 11269336"/>
              <a:gd name="connsiteY81" fmla="*/ 1632377 h 2323145"/>
              <a:gd name="connsiteX82" fmla="*/ 6617223 w 11269336"/>
              <a:gd name="connsiteY82" fmla="*/ 1659889 h 2323145"/>
              <a:gd name="connsiteX83" fmla="*/ 6521138 w 11269336"/>
              <a:gd name="connsiteY83" fmla="*/ 1744340 h 2323145"/>
              <a:gd name="connsiteX84" fmla="*/ 6380677 w 11269336"/>
              <a:gd name="connsiteY84" fmla="*/ 1796883 h 2323145"/>
              <a:gd name="connsiteX85" fmla="*/ 6374897 w 11269336"/>
              <a:gd name="connsiteY85" fmla="*/ 1809910 h 2323145"/>
              <a:gd name="connsiteX86" fmla="*/ 6364545 w 11269336"/>
              <a:gd name="connsiteY86" fmla="*/ 1820090 h 2323145"/>
              <a:gd name="connsiteX87" fmla="*/ 6362126 w 11269336"/>
              <a:gd name="connsiteY87" fmla="*/ 1819991 h 2323145"/>
              <a:gd name="connsiteX88" fmla="*/ 6346673 w 11269336"/>
              <a:gd name="connsiteY88" fmla="*/ 1827824 h 2323145"/>
              <a:gd name="connsiteX89" fmla="*/ 6345588 w 11269336"/>
              <a:gd name="connsiteY89" fmla="*/ 1832232 h 2323145"/>
              <a:gd name="connsiteX90" fmla="*/ 6335708 w 11269336"/>
              <a:gd name="connsiteY90" fmla="*/ 1838451 h 2323145"/>
              <a:gd name="connsiteX91" fmla="*/ 6318182 w 11269336"/>
              <a:gd name="connsiteY91" fmla="*/ 1852975 h 2323145"/>
              <a:gd name="connsiteX92" fmla="*/ 6313084 w 11269336"/>
              <a:gd name="connsiteY92" fmla="*/ 1853561 h 2323145"/>
              <a:gd name="connsiteX93" fmla="*/ 6283816 w 11269336"/>
              <a:gd name="connsiteY93" fmla="*/ 1872148 h 2323145"/>
              <a:gd name="connsiteX94" fmla="*/ 6282550 w 11269336"/>
              <a:gd name="connsiteY94" fmla="*/ 1871392 h 2323145"/>
              <a:gd name="connsiteX95" fmla="*/ 6270527 w 11269336"/>
              <a:gd name="connsiteY95" fmla="*/ 1872208 h 2323145"/>
              <a:gd name="connsiteX96" fmla="*/ 6249518 w 11269336"/>
              <a:gd name="connsiteY96" fmla="*/ 1876079 h 2323145"/>
              <a:gd name="connsiteX97" fmla="*/ 6190386 w 11269336"/>
              <a:gd name="connsiteY97" fmla="*/ 1872478 h 2323145"/>
              <a:gd name="connsiteX98" fmla="*/ 6159777 w 11269336"/>
              <a:gd name="connsiteY98" fmla="*/ 1891745 h 2323145"/>
              <a:gd name="connsiteX99" fmla="*/ 6153131 w 11269336"/>
              <a:gd name="connsiteY99" fmla="*/ 1895079 h 2323145"/>
              <a:gd name="connsiteX100" fmla="*/ 6152798 w 11269336"/>
              <a:gd name="connsiteY100" fmla="*/ 1894920 h 2323145"/>
              <a:gd name="connsiteX101" fmla="*/ 6145388 w 11269336"/>
              <a:gd name="connsiteY101" fmla="*/ 1897990 h 2323145"/>
              <a:gd name="connsiteX102" fmla="*/ 6141014 w 11269336"/>
              <a:gd name="connsiteY102" fmla="*/ 1901155 h 2323145"/>
              <a:gd name="connsiteX103" fmla="*/ 6128122 w 11269336"/>
              <a:gd name="connsiteY103" fmla="*/ 1907623 h 2323145"/>
              <a:gd name="connsiteX104" fmla="*/ 6122351 w 11269336"/>
              <a:gd name="connsiteY104" fmla="*/ 1908359 h 2323145"/>
              <a:gd name="connsiteX105" fmla="*/ 6064750 w 11269336"/>
              <a:gd name="connsiteY105" fmla="*/ 1896394 h 2323145"/>
              <a:gd name="connsiteX106" fmla="*/ 5964230 w 11269336"/>
              <a:gd name="connsiteY106" fmla="*/ 1910038 h 2323145"/>
              <a:gd name="connsiteX107" fmla="*/ 5865399 w 11269336"/>
              <a:gd name="connsiteY107" fmla="*/ 1926966 h 2323145"/>
              <a:gd name="connsiteX108" fmla="*/ 5829951 w 11269336"/>
              <a:gd name="connsiteY108" fmla="*/ 1934755 h 2323145"/>
              <a:gd name="connsiteX109" fmla="*/ 5765285 w 11269336"/>
              <a:gd name="connsiteY109" fmla="*/ 1941322 h 2323145"/>
              <a:gd name="connsiteX110" fmla="*/ 5734750 w 11269336"/>
              <a:gd name="connsiteY110" fmla="*/ 1939793 h 2323145"/>
              <a:gd name="connsiteX111" fmla="*/ 5733569 w 11269336"/>
              <a:gd name="connsiteY111" fmla="*/ 1940505 h 2323145"/>
              <a:gd name="connsiteX112" fmla="*/ 5730329 w 11269336"/>
              <a:gd name="connsiteY112" fmla="*/ 1937845 h 2323145"/>
              <a:gd name="connsiteX113" fmla="*/ 5724661 w 11269336"/>
              <a:gd name="connsiteY113" fmla="*/ 1937455 h 2323145"/>
              <a:gd name="connsiteX114" fmla="*/ 5710186 w 11269336"/>
              <a:gd name="connsiteY114" fmla="*/ 1941370 h 2323145"/>
              <a:gd name="connsiteX115" fmla="*/ 5704910 w 11269336"/>
              <a:gd name="connsiteY115" fmla="*/ 1943663 h 2323145"/>
              <a:gd name="connsiteX116" fmla="*/ 5696836 w 11269336"/>
              <a:gd name="connsiteY116" fmla="*/ 1945271 h 2323145"/>
              <a:gd name="connsiteX117" fmla="*/ 5696583 w 11269336"/>
              <a:gd name="connsiteY117" fmla="*/ 1945050 h 2323145"/>
              <a:gd name="connsiteX118" fmla="*/ 5689123 w 11269336"/>
              <a:gd name="connsiteY118" fmla="*/ 1947067 h 2323145"/>
              <a:gd name="connsiteX119" fmla="*/ 5653291 w 11269336"/>
              <a:gd name="connsiteY119" fmla="*/ 1960245 h 2323145"/>
              <a:gd name="connsiteX120" fmla="*/ 5599385 w 11269336"/>
              <a:gd name="connsiteY120" fmla="*/ 1945198 h 2323145"/>
              <a:gd name="connsiteX121" fmla="*/ 5578300 w 11269336"/>
              <a:gd name="connsiteY121" fmla="*/ 1944963 h 2323145"/>
              <a:gd name="connsiteX122" fmla="*/ 5566758 w 11269336"/>
              <a:gd name="connsiteY122" fmla="*/ 1943441 h 2323145"/>
              <a:gd name="connsiteX123" fmla="*/ 5565857 w 11269336"/>
              <a:gd name="connsiteY123" fmla="*/ 1942445 h 2323145"/>
              <a:gd name="connsiteX124" fmla="*/ 5531534 w 11269336"/>
              <a:gd name="connsiteY124" fmla="*/ 1955208 h 2323145"/>
              <a:gd name="connsiteX125" fmla="*/ 5526552 w 11269336"/>
              <a:gd name="connsiteY125" fmla="*/ 1954799 h 2323145"/>
              <a:gd name="connsiteX126" fmla="*/ 5504723 w 11269336"/>
              <a:gd name="connsiteY126" fmla="*/ 1965811 h 2323145"/>
              <a:gd name="connsiteX127" fmla="*/ 5493156 w 11269336"/>
              <a:gd name="connsiteY127" fmla="*/ 1970063 h 2323145"/>
              <a:gd name="connsiteX128" fmla="*/ 5490486 w 11269336"/>
              <a:gd name="connsiteY128" fmla="*/ 1974227 h 2323145"/>
              <a:gd name="connsiteX129" fmla="*/ 5473107 w 11269336"/>
              <a:gd name="connsiteY129" fmla="*/ 1979001 h 2323145"/>
              <a:gd name="connsiteX130" fmla="*/ 5470885 w 11269336"/>
              <a:gd name="connsiteY130" fmla="*/ 1978432 h 2323145"/>
              <a:gd name="connsiteX131" fmla="*/ 5457393 w 11269336"/>
              <a:gd name="connsiteY131" fmla="*/ 1986525 h 2323145"/>
              <a:gd name="connsiteX132" fmla="*/ 5447102 w 11269336"/>
              <a:gd name="connsiteY132" fmla="*/ 1998329 h 2323145"/>
              <a:gd name="connsiteX133" fmla="*/ 5159151 w 11269336"/>
              <a:gd name="connsiteY133" fmla="*/ 2029640 h 2323145"/>
              <a:gd name="connsiteX134" fmla="*/ 5041688 w 11269336"/>
              <a:gd name="connsiteY134" fmla="*/ 2022334 h 2323145"/>
              <a:gd name="connsiteX135" fmla="*/ 4860988 w 11269336"/>
              <a:gd name="connsiteY135" fmla="*/ 2135698 h 2323145"/>
              <a:gd name="connsiteX136" fmla="*/ 4807902 w 11269336"/>
              <a:gd name="connsiteY136" fmla="*/ 2138894 h 2323145"/>
              <a:gd name="connsiteX137" fmla="*/ 4765388 w 11269336"/>
              <a:gd name="connsiteY137" fmla="*/ 2162525 h 2323145"/>
              <a:gd name="connsiteX138" fmla="*/ 4745033 w 11269336"/>
              <a:gd name="connsiteY138" fmla="*/ 2158859 h 2323145"/>
              <a:gd name="connsiteX139" fmla="*/ 4741475 w 11269336"/>
              <a:gd name="connsiteY139" fmla="*/ 2157998 h 2323145"/>
              <a:gd name="connsiteX140" fmla="*/ 4728247 w 11269336"/>
              <a:gd name="connsiteY140" fmla="*/ 2159526 h 2323145"/>
              <a:gd name="connsiteX141" fmla="*/ 4723263 w 11269336"/>
              <a:gd name="connsiteY141" fmla="*/ 2153742 h 2323145"/>
              <a:gd name="connsiteX142" fmla="*/ 4702453 w 11269336"/>
              <a:gd name="connsiteY142" fmla="*/ 2151586 h 2323145"/>
              <a:gd name="connsiteX143" fmla="*/ 4678455 w 11269336"/>
              <a:gd name="connsiteY143" fmla="*/ 2156131 h 2323145"/>
              <a:gd name="connsiteX144" fmla="*/ 4593061 w 11269336"/>
              <a:gd name="connsiteY144" fmla="*/ 2171597 h 2323145"/>
              <a:gd name="connsiteX145" fmla="*/ 4579902 w 11269336"/>
              <a:gd name="connsiteY145" fmla="*/ 2177927 h 2323145"/>
              <a:gd name="connsiteX146" fmla="*/ 4533444 w 11269336"/>
              <a:gd name="connsiteY146" fmla="*/ 2181200 h 2323145"/>
              <a:gd name="connsiteX147" fmla="*/ 4492832 w 11269336"/>
              <a:gd name="connsiteY147" fmla="*/ 2188033 h 2323145"/>
              <a:gd name="connsiteX148" fmla="*/ 4467257 w 11269336"/>
              <a:gd name="connsiteY148" fmla="*/ 2196121 h 2323145"/>
              <a:gd name="connsiteX149" fmla="*/ 4459937 w 11269336"/>
              <a:gd name="connsiteY149" fmla="*/ 2195182 h 2323145"/>
              <a:gd name="connsiteX150" fmla="*/ 4433312 w 11269336"/>
              <a:gd name="connsiteY150" fmla="*/ 2199004 h 2323145"/>
              <a:gd name="connsiteX151" fmla="*/ 4420601 w 11269336"/>
              <a:gd name="connsiteY151" fmla="*/ 2205158 h 2323145"/>
              <a:gd name="connsiteX152" fmla="*/ 4405765 w 11269336"/>
              <a:gd name="connsiteY152" fmla="*/ 2199902 h 2323145"/>
              <a:gd name="connsiteX153" fmla="*/ 4401354 w 11269336"/>
              <a:gd name="connsiteY153" fmla="*/ 2194745 h 2323145"/>
              <a:gd name="connsiteX154" fmla="*/ 4383151 w 11269336"/>
              <a:gd name="connsiteY154" fmla="*/ 2201140 h 2323145"/>
              <a:gd name="connsiteX155" fmla="*/ 4366646 w 11269336"/>
              <a:gd name="connsiteY155" fmla="*/ 2198564 h 2323145"/>
              <a:gd name="connsiteX156" fmla="*/ 4354009 w 11269336"/>
              <a:gd name="connsiteY156" fmla="*/ 2204984 h 2323145"/>
              <a:gd name="connsiteX157" fmla="*/ 4348284 w 11269336"/>
              <a:gd name="connsiteY157" fmla="*/ 2205270 h 2323145"/>
              <a:gd name="connsiteX158" fmla="*/ 4333906 w 11269336"/>
              <a:gd name="connsiteY158" fmla="*/ 2205251 h 2323145"/>
              <a:gd name="connsiteX159" fmla="*/ 4308819 w 11269336"/>
              <a:gd name="connsiteY159" fmla="*/ 2203822 h 2323145"/>
              <a:gd name="connsiteX160" fmla="*/ 4301210 w 11269336"/>
              <a:gd name="connsiteY160" fmla="*/ 2204456 h 2323145"/>
              <a:gd name="connsiteX161" fmla="*/ 4283095 w 11269336"/>
              <a:gd name="connsiteY161" fmla="*/ 2198177 h 2323145"/>
              <a:gd name="connsiteX162" fmla="*/ 4250119 w 11269336"/>
              <a:gd name="connsiteY162" fmla="*/ 2196342 h 2323145"/>
              <a:gd name="connsiteX163" fmla="*/ 4189203 w 11269336"/>
              <a:gd name="connsiteY163" fmla="*/ 2178994 h 2323145"/>
              <a:gd name="connsiteX164" fmla="*/ 4154035 w 11269336"/>
              <a:gd name="connsiteY164" fmla="*/ 2171950 h 2323145"/>
              <a:gd name="connsiteX165" fmla="*/ 4129569 w 11269336"/>
              <a:gd name="connsiteY165" fmla="*/ 2163850 h 2323145"/>
              <a:gd name="connsiteX166" fmla="*/ 4061250 w 11269336"/>
              <a:gd name="connsiteY166" fmla="*/ 2159236 h 2323145"/>
              <a:gd name="connsiteX167" fmla="*/ 3945480 w 11269336"/>
              <a:gd name="connsiteY167" fmla="*/ 2158279 h 2323145"/>
              <a:gd name="connsiteX168" fmla="*/ 3921468 w 11269336"/>
              <a:gd name="connsiteY168" fmla="*/ 2156588 h 2323145"/>
              <a:gd name="connsiteX169" fmla="*/ 3903348 w 11269336"/>
              <a:gd name="connsiteY169" fmla="*/ 2149220 h 2323145"/>
              <a:gd name="connsiteX170" fmla="*/ 3901342 w 11269336"/>
              <a:gd name="connsiteY170" fmla="*/ 2142355 h 2323145"/>
              <a:gd name="connsiteX171" fmla="*/ 3888539 w 11269336"/>
              <a:gd name="connsiteY171" fmla="*/ 2140476 h 2323145"/>
              <a:gd name="connsiteX172" fmla="*/ 3885662 w 11269336"/>
              <a:gd name="connsiteY172" fmla="*/ 2138740 h 2323145"/>
              <a:gd name="connsiteX173" fmla="*/ 3868627 w 11269336"/>
              <a:gd name="connsiteY173" fmla="*/ 2130023 h 2323145"/>
              <a:gd name="connsiteX174" fmla="*/ 3819177 w 11269336"/>
              <a:gd name="connsiteY174" fmla="*/ 2142111 h 2323145"/>
              <a:gd name="connsiteX175" fmla="*/ 3769100 w 11269336"/>
              <a:gd name="connsiteY175" fmla="*/ 2131731 h 2323145"/>
              <a:gd name="connsiteX176" fmla="*/ 3562752 w 11269336"/>
              <a:gd name="connsiteY176" fmla="*/ 2131785 h 2323145"/>
              <a:gd name="connsiteX177" fmla="*/ 3541402 w 11269336"/>
              <a:gd name="connsiteY177" fmla="*/ 2106821 h 2323145"/>
              <a:gd name="connsiteX178" fmla="*/ 3365341 w 11269336"/>
              <a:gd name="connsiteY178" fmla="*/ 2077638 h 2323145"/>
              <a:gd name="connsiteX179" fmla="*/ 3170922 w 11269336"/>
              <a:gd name="connsiteY179" fmla="*/ 2115957 h 2323145"/>
              <a:gd name="connsiteX180" fmla="*/ 3156256 w 11269336"/>
              <a:gd name="connsiteY180" fmla="*/ 2124773 h 2323145"/>
              <a:gd name="connsiteX181" fmla="*/ 3140298 w 11269336"/>
              <a:gd name="connsiteY181" fmla="*/ 2129182 h 2323145"/>
              <a:gd name="connsiteX182" fmla="*/ 3138514 w 11269336"/>
              <a:gd name="connsiteY182" fmla="*/ 2128069 h 2323145"/>
              <a:gd name="connsiteX183" fmla="*/ 3120467 w 11269336"/>
              <a:gd name="connsiteY183" fmla="*/ 2128281 h 2323145"/>
              <a:gd name="connsiteX184" fmla="*/ 3116175 w 11269336"/>
              <a:gd name="connsiteY184" fmla="*/ 2131633 h 2323145"/>
              <a:gd name="connsiteX185" fmla="*/ 3103685 w 11269336"/>
              <a:gd name="connsiteY185" fmla="*/ 2132814 h 2323145"/>
              <a:gd name="connsiteX186" fmla="*/ 3078794 w 11269336"/>
              <a:gd name="connsiteY186" fmla="*/ 2137935 h 2323145"/>
              <a:gd name="connsiteX187" fmla="*/ 3074407 w 11269336"/>
              <a:gd name="connsiteY187" fmla="*/ 2136274 h 2323145"/>
              <a:gd name="connsiteX188" fmla="*/ 3037285 w 11269336"/>
              <a:gd name="connsiteY188" fmla="*/ 2139919 h 2323145"/>
              <a:gd name="connsiteX189" fmla="*/ 3036901 w 11269336"/>
              <a:gd name="connsiteY189" fmla="*/ 2138726 h 2323145"/>
              <a:gd name="connsiteX190" fmla="*/ 3026996 w 11269336"/>
              <a:gd name="connsiteY190" fmla="*/ 2134322 h 2323145"/>
              <a:gd name="connsiteX191" fmla="*/ 3007772 w 11269336"/>
              <a:gd name="connsiteY191" fmla="*/ 2128742 h 2323145"/>
              <a:gd name="connsiteX192" fmla="*/ 2965030 w 11269336"/>
              <a:gd name="connsiteY192" fmla="*/ 2100494 h 2323145"/>
              <a:gd name="connsiteX193" fmla="*/ 2926342 w 11269336"/>
              <a:gd name="connsiteY193" fmla="*/ 2104155 h 2323145"/>
              <a:gd name="connsiteX194" fmla="*/ 2918608 w 11269336"/>
              <a:gd name="connsiteY194" fmla="*/ 2104215 h 2323145"/>
              <a:gd name="connsiteX195" fmla="*/ 2918475 w 11269336"/>
              <a:gd name="connsiteY195" fmla="*/ 2103937 h 2323145"/>
              <a:gd name="connsiteX196" fmla="*/ 2910360 w 11269336"/>
              <a:gd name="connsiteY196" fmla="*/ 2103444 h 2323145"/>
              <a:gd name="connsiteX197" fmla="*/ 2904507 w 11269336"/>
              <a:gd name="connsiteY197" fmla="*/ 2104326 h 2323145"/>
              <a:gd name="connsiteX198" fmla="*/ 2889503 w 11269336"/>
              <a:gd name="connsiteY198" fmla="*/ 2104443 h 2323145"/>
              <a:gd name="connsiteX199" fmla="*/ 2884480 w 11269336"/>
              <a:gd name="connsiteY199" fmla="*/ 2102626 h 2323145"/>
              <a:gd name="connsiteX200" fmla="*/ 2882689 w 11269336"/>
              <a:gd name="connsiteY200" fmla="*/ 2099228 h 2323145"/>
              <a:gd name="connsiteX201" fmla="*/ 2881291 w 11269336"/>
              <a:gd name="connsiteY201" fmla="*/ 2099618 h 2323145"/>
              <a:gd name="connsiteX202" fmla="*/ 2853979 w 11269336"/>
              <a:gd name="connsiteY202" fmla="*/ 2090388 h 2323145"/>
              <a:gd name="connsiteX203" fmla="*/ 2791790 w 11269336"/>
              <a:gd name="connsiteY203" fmla="*/ 2080332 h 2323145"/>
              <a:gd name="connsiteX204" fmla="*/ 2755844 w 11269336"/>
              <a:gd name="connsiteY204" fmla="*/ 2078874 h 2323145"/>
              <a:gd name="connsiteX205" fmla="*/ 2657742 w 11269336"/>
              <a:gd name="connsiteY205" fmla="*/ 2070179 h 2323145"/>
              <a:gd name="connsiteX206" fmla="*/ 2559549 w 11269336"/>
              <a:gd name="connsiteY206" fmla="*/ 2057873 h 2323145"/>
              <a:gd name="connsiteX207" fmla="*/ 2512054 w 11269336"/>
              <a:gd name="connsiteY207" fmla="*/ 2031671 h 2323145"/>
              <a:gd name="connsiteX208" fmla="*/ 2506437 w 11269336"/>
              <a:gd name="connsiteY208" fmla="*/ 2030918 h 2323145"/>
              <a:gd name="connsiteX209" fmla="*/ 2491752 w 11269336"/>
              <a:gd name="connsiteY209" fmla="*/ 2033906 h 2323145"/>
              <a:gd name="connsiteX210" fmla="*/ 2486338 w 11269336"/>
              <a:gd name="connsiteY210" fmla="*/ 2035862 h 2323145"/>
              <a:gd name="connsiteX211" fmla="*/ 2478186 w 11269336"/>
              <a:gd name="connsiteY211" fmla="*/ 2036953 h 2323145"/>
              <a:gd name="connsiteX212" fmla="*/ 2477950 w 11269336"/>
              <a:gd name="connsiteY212" fmla="*/ 2036715 h 2323145"/>
              <a:gd name="connsiteX213" fmla="*/ 2470381 w 11269336"/>
              <a:gd name="connsiteY213" fmla="*/ 2038256 h 2323145"/>
              <a:gd name="connsiteX214" fmla="*/ 2433781 w 11269336"/>
              <a:gd name="connsiteY214" fmla="*/ 2049140 h 2323145"/>
              <a:gd name="connsiteX215" fmla="*/ 2381172 w 11269336"/>
              <a:gd name="connsiteY215" fmla="*/ 2030645 h 2323145"/>
              <a:gd name="connsiteX216" fmla="*/ 2360198 w 11269336"/>
              <a:gd name="connsiteY216" fmla="*/ 2029059 h 2323145"/>
              <a:gd name="connsiteX217" fmla="*/ 2348815 w 11269336"/>
              <a:gd name="connsiteY217" fmla="*/ 2026798 h 2323145"/>
              <a:gd name="connsiteX218" fmla="*/ 2347988 w 11269336"/>
              <a:gd name="connsiteY218" fmla="*/ 2025745 h 2323145"/>
              <a:gd name="connsiteX219" fmla="*/ 2312920 w 11269336"/>
              <a:gd name="connsiteY219" fmla="*/ 2036311 h 2323145"/>
              <a:gd name="connsiteX220" fmla="*/ 2307986 w 11269336"/>
              <a:gd name="connsiteY220" fmla="*/ 2035583 h 2323145"/>
              <a:gd name="connsiteX221" fmla="*/ 2285481 w 11269336"/>
              <a:gd name="connsiteY221" fmla="*/ 2045197 h 2323145"/>
              <a:gd name="connsiteX222" fmla="*/ 2273666 w 11269336"/>
              <a:gd name="connsiteY222" fmla="*/ 2048710 h 2323145"/>
              <a:gd name="connsiteX223" fmla="*/ 2270719 w 11269336"/>
              <a:gd name="connsiteY223" fmla="*/ 2052702 h 2323145"/>
              <a:gd name="connsiteX224" fmla="*/ 2253080 w 11269336"/>
              <a:gd name="connsiteY224" fmla="*/ 2056363 h 2323145"/>
              <a:gd name="connsiteX225" fmla="*/ 2250906 w 11269336"/>
              <a:gd name="connsiteY225" fmla="*/ 2055654 h 2323145"/>
              <a:gd name="connsiteX226" fmla="*/ 2236905 w 11269336"/>
              <a:gd name="connsiteY226" fmla="*/ 2062882 h 2323145"/>
              <a:gd name="connsiteX227" fmla="*/ 2225830 w 11269336"/>
              <a:gd name="connsiteY227" fmla="*/ 2074027 h 2323145"/>
              <a:gd name="connsiteX228" fmla="*/ 2073776 w 11269336"/>
              <a:gd name="connsiteY228" fmla="*/ 2089244 h 2323145"/>
              <a:gd name="connsiteX229" fmla="*/ 1948256 w 11269336"/>
              <a:gd name="connsiteY229" fmla="*/ 2146616 h 2323145"/>
              <a:gd name="connsiteX230" fmla="*/ 1865582 w 11269336"/>
              <a:gd name="connsiteY230" fmla="*/ 2153738 h 2323145"/>
              <a:gd name="connsiteX231" fmla="*/ 1835210 w 11269336"/>
              <a:gd name="connsiteY231" fmla="*/ 2134244 h 2323145"/>
              <a:gd name="connsiteX232" fmla="*/ 1632661 w 11269336"/>
              <a:gd name="connsiteY232" fmla="*/ 2173882 h 2323145"/>
              <a:gd name="connsiteX233" fmla="*/ 1579590 w 11269336"/>
              <a:gd name="connsiteY233" fmla="*/ 2173680 h 2323145"/>
              <a:gd name="connsiteX234" fmla="*/ 1535601 w 11269336"/>
              <a:gd name="connsiteY234" fmla="*/ 2194590 h 2323145"/>
              <a:gd name="connsiteX235" fmla="*/ 1515594 w 11269336"/>
              <a:gd name="connsiteY235" fmla="*/ 2189622 h 2323145"/>
              <a:gd name="connsiteX236" fmla="*/ 1512113 w 11269336"/>
              <a:gd name="connsiteY236" fmla="*/ 2188534 h 2323145"/>
              <a:gd name="connsiteX237" fmla="*/ 1498838 w 11269336"/>
              <a:gd name="connsiteY237" fmla="*/ 2189213 h 2323145"/>
              <a:gd name="connsiteX238" fmla="*/ 1494279 w 11269336"/>
              <a:gd name="connsiteY238" fmla="*/ 2183112 h 2323145"/>
              <a:gd name="connsiteX239" fmla="*/ 1473714 w 11269336"/>
              <a:gd name="connsiteY239" fmla="*/ 2179625 h 2323145"/>
              <a:gd name="connsiteX240" fmla="*/ 1449503 w 11269336"/>
              <a:gd name="connsiteY240" fmla="*/ 2182633 h 2323145"/>
              <a:gd name="connsiteX241" fmla="*/ 1266687 w 11269336"/>
              <a:gd name="connsiteY241" fmla="*/ 2212688 h 2323145"/>
              <a:gd name="connsiteX242" fmla="*/ 1239614 w 11269336"/>
              <a:gd name="connsiteY242" fmla="*/ 2209727 h 2323145"/>
              <a:gd name="connsiteX243" fmla="*/ 1202436 w 11269336"/>
              <a:gd name="connsiteY243" fmla="*/ 2209817 h 2323145"/>
              <a:gd name="connsiteX244" fmla="*/ 1136097 w 11269336"/>
              <a:gd name="connsiteY244" fmla="*/ 2205112 h 2323145"/>
              <a:gd name="connsiteX245" fmla="*/ 988232 w 11269336"/>
              <a:gd name="connsiteY245" fmla="*/ 2235635 h 2323145"/>
              <a:gd name="connsiteX246" fmla="*/ 981959 w 11269336"/>
              <a:gd name="connsiteY246" fmla="*/ 2231607 h 2323145"/>
              <a:gd name="connsiteX247" fmla="*/ 938600 w 11269336"/>
              <a:gd name="connsiteY247" fmla="*/ 2238113 h 2323145"/>
              <a:gd name="connsiteX248" fmla="*/ 791788 w 11269336"/>
              <a:gd name="connsiteY248" fmla="*/ 2293224 h 2323145"/>
              <a:gd name="connsiteX249" fmla="*/ 706914 w 11269336"/>
              <a:gd name="connsiteY249" fmla="*/ 2305046 h 2323145"/>
              <a:gd name="connsiteX250" fmla="*/ 675971 w 11269336"/>
              <a:gd name="connsiteY250" fmla="*/ 2304030 h 2323145"/>
              <a:gd name="connsiteX251" fmla="*/ 624180 w 11269336"/>
              <a:gd name="connsiteY251" fmla="*/ 2302650 h 2323145"/>
              <a:gd name="connsiteX252" fmla="*/ 583453 w 11269336"/>
              <a:gd name="connsiteY252" fmla="*/ 2288788 h 2323145"/>
              <a:gd name="connsiteX253" fmla="*/ 540946 w 11269336"/>
              <a:gd name="connsiteY253" fmla="*/ 2292721 h 2323145"/>
              <a:gd name="connsiteX254" fmla="*/ 533680 w 11269336"/>
              <a:gd name="connsiteY254" fmla="*/ 2310233 h 2323145"/>
              <a:gd name="connsiteX255" fmla="*/ 487366 w 11269336"/>
              <a:gd name="connsiteY255" fmla="*/ 2309053 h 2323145"/>
              <a:gd name="connsiteX256" fmla="*/ 416820 w 11269336"/>
              <a:gd name="connsiteY256" fmla="*/ 2305443 h 2323145"/>
              <a:gd name="connsiteX257" fmla="*/ 376805 w 11269336"/>
              <a:gd name="connsiteY257" fmla="*/ 2307647 h 2323145"/>
              <a:gd name="connsiteX258" fmla="*/ 266777 w 11269336"/>
              <a:gd name="connsiteY258" fmla="*/ 2309012 h 2323145"/>
              <a:gd name="connsiteX259" fmla="*/ 156013 w 11269336"/>
              <a:gd name="connsiteY259" fmla="*/ 2306832 h 2323145"/>
              <a:gd name="connsiteX260" fmla="*/ 87258 w 11269336"/>
              <a:gd name="connsiteY260" fmla="*/ 2285511 h 2323145"/>
              <a:gd name="connsiteX261" fmla="*/ 23798 w 11269336"/>
              <a:gd name="connsiteY261" fmla="*/ 2281822 h 2323145"/>
              <a:gd name="connsiteX262" fmla="*/ 0 w 11269336"/>
              <a:gd name="connsiteY262" fmla="*/ 2285369 h 2323145"/>
              <a:gd name="connsiteX263" fmla="*/ 0 w 11269336"/>
              <a:gd name="connsiteY263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380600 w 11269336"/>
              <a:gd name="connsiteY19" fmla="*/ 549821 h 2323145"/>
              <a:gd name="connsiteX20" fmla="*/ 9162278 w 11269336"/>
              <a:gd name="connsiteY20" fmla="*/ 704724 h 2323145"/>
              <a:gd name="connsiteX21" fmla="*/ 9062863 w 11269336"/>
              <a:gd name="connsiteY21" fmla="*/ 754656 h 2323145"/>
              <a:gd name="connsiteX22" fmla="*/ 8914746 w 11269336"/>
              <a:gd name="connsiteY22" fmla="*/ 826428 h 2323145"/>
              <a:gd name="connsiteX23" fmla="*/ 8917778 w 11269336"/>
              <a:gd name="connsiteY23" fmla="*/ 835198 h 2323145"/>
              <a:gd name="connsiteX24" fmla="*/ 8905560 w 11269336"/>
              <a:gd name="connsiteY24" fmla="*/ 838358 h 2323145"/>
              <a:gd name="connsiteX25" fmla="*/ 8897564 w 11269336"/>
              <a:gd name="connsiteY25" fmla="*/ 834287 h 2323145"/>
              <a:gd name="connsiteX26" fmla="*/ 8878040 w 11269336"/>
              <a:gd name="connsiteY26" fmla="*/ 844150 h 2323145"/>
              <a:gd name="connsiteX27" fmla="*/ 8795998 w 11269336"/>
              <a:gd name="connsiteY27" fmla="*/ 863337 h 2323145"/>
              <a:gd name="connsiteX28" fmla="*/ 8776970 w 11269336"/>
              <a:gd name="connsiteY28" fmla="*/ 885177 h 2323145"/>
              <a:gd name="connsiteX29" fmla="*/ 8755719 w 11269336"/>
              <a:gd name="connsiteY29" fmla="*/ 889754 h 2323145"/>
              <a:gd name="connsiteX30" fmla="*/ 8743257 w 11269336"/>
              <a:gd name="connsiteY30" fmla="*/ 904723 h 2323145"/>
              <a:gd name="connsiteX31" fmla="*/ 8721366 w 11269336"/>
              <a:gd name="connsiteY31" fmla="*/ 904711 h 2323145"/>
              <a:gd name="connsiteX32" fmla="*/ 8678353 w 11269336"/>
              <a:gd name="connsiteY32" fmla="*/ 926318 h 2323145"/>
              <a:gd name="connsiteX33" fmla="*/ 8636849 w 11269336"/>
              <a:gd name="connsiteY33" fmla="*/ 937900 h 2323145"/>
              <a:gd name="connsiteX34" fmla="*/ 8620213 w 11269336"/>
              <a:gd name="connsiteY34" fmla="*/ 943068 h 2323145"/>
              <a:gd name="connsiteX35" fmla="*/ 8612581 w 11269336"/>
              <a:gd name="connsiteY35" fmla="*/ 952695 h 2323145"/>
              <a:gd name="connsiteX36" fmla="*/ 8589038 w 11269336"/>
              <a:gd name="connsiteY36" fmla="*/ 963892 h 2323145"/>
              <a:gd name="connsiteX37" fmla="*/ 8579950 w 11269336"/>
              <a:gd name="connsiteY37" fmla="*/ 960899 h 2323145"/>
              <a:gd name="connsiteX38" fmla="*/ 8579319 w 11269336"/>
              <a:gd name="connsiteY38" fmla="*/ 965630 h 2323145"/>
              <a:gd name="connsiteX39" fmla="*/ 8547429 w 11269336"/>
              <a:gd name="connsiteY39" fmla="*/ 984506 h 2323145"/>
              <a:gd name="connsiteX40" fmla="*/ 8478704 w 11269336"/>
              <a:gd name="connsiteY40" fmla="*/ 1025490 h 2323145"/>
              <a:gd name="connsiteX41" fmla="*/ 8461421 w 11269336"/>
              <a:gd name="connsiteY41" fmla="*/ 1035512 h 2323145"/>
              <a:gd name="connsiteX42" fmla="*/ 8445003 w 11269336"/>
              <a:gd name="connsiteY42" fmla="*/ 1036851 h 2323145"/>
              <a:gd name="connsiteX43" fmla="*/ 8357350 w 11269336"/>
              <a:gd name="connsiteY43" fmla="*/ 1060213 h 2323145"/>
              <a:gd name="connsiteX44" fmla="*/ 8335565 w 11269336"/>
              <a:gd name="connsiteY44" fmla="*/ 1061151 h 2323145"/>
              <a:gd name="connsiteX45" fmla="*/ 8325267 w 11269336"/>
              <a:gd name="connsiteY45" fmla="*/ 1055919 h 2323145"/>
              <a:gd name="connsiteX46" fmla="*/ 8293586 w 11269336"/>
              <a:gd name="connsiteY46" fmla="*/ 1076144 h 2323145"/>
              <a:gd name="connsiteX47" fmla="*/ 8242405 w 11269336"/>
              <a:gd name="connsiteY47" fmla="*/ 1095960 h 2323145"/>
              <a:gd name="connsiteX48" fmla="*/ 8197391 w 11269336"/>
              <a:gd name="connsiteY48" fmla="*/ 1107746 h 2323145"/>
              <a:gd name="connsiteX49" fmla="*/ 8081474 w 11269336"/>
              <a:gd name="connsiteY49" fmla="*/ 1130125 h 2323145"/>
              <a:gd name="connsiteX50" fmla="*/ 8053585 w 11269336"/>
              <a:gd name="connsiteY50" fmla="*/ 1129169 h 2323145"/>
              <a:gd name="connsiteX51" fmla="*/ 8038422 w 11269336"/>
              <a:gd name="connsiteY51" fmla="*/ 1119092 h 2323145"/>
              <a:gd name="connsiteX52" fmla="*/ 8029450 w 11269336"/>
              <a:gd name="connsiteY52" fmla="*/ 1125592 h 2323145"/>
              <a:gd name="connsiteX53" fmla="*/ 7959552 w 11269336"/>
              <a:gd name="connsiteY53" fmla="*/ 1140188 h 2323145"/>
              <a:gd name="connsiteX54" fmla="*/ 7914188 w 11269336"/>
              <a:gd name="connsiteY54" fmla="*/ 1150862 h 2323145"/>
              <a:gd name="connsiteX55" fmla="*/ 7914918 w 11269336"/>
              <a:gd name="connsiteY55" fmla="*/ 1168758 h 2323145"/>
              <a:gd name="connsiteX56" fmla="*/ 7875510 w 11269336"/>
              <a:gd name="connsiteY56" fmla="*/ 1183153 h 2323145"/>
              <a:gd name="connsiteX57" fmla="*/ 7829932 w 11269336"/>
              <a:gd name="connsiteY57" fmla="*/ 1180782 h 2323145"/>
              <a:gd name="connsiteX58" fmla="*/ 7779182 w 11269336"/>
              <a:gd name="connsiteY58" fmla="*/ 1192665 h 2323145"/>
              <a:gd name="connsiteX59" fmla="*/ 7748774 w 11269336"/>
              <a:gd name="connsiteY59" fmla="*/ 1199586 h 2323145"/>
              <a:gd name="connsiteX60" fmla="*/ 7671846 w 11269336"/>
              <a:gd name="connsiteY60" fmla="*/ 1231966 h 2323145"/>
              <a:gd name="connsiteX61" fmla="*/ 7554146 w 11269336"/>
              <a:gd name="connsiteY61" fmla="*/ 1319748 h 2323145"/>
              <a:gd name="connsiteX62" fmla="*/ 7515052 w 11269336"/>
              <a:gd name="connsiteY62" fmla="*/ 1336718 h 2323145"/>
              <a:gd name="connsiteX63" fmla="*/ 7507193 w 11269336"/>
              <a:gd name="connsiteY63" fmla="*/ 1334617 h 2323145"/>
              <a:gd name="connsiteX64" fmla="*/ 7461694 w 11269336"/>
              <a:gd name="connsiteY64" fmla="*/ 1375866 h 2323145"/>
              <a:gd name="connsiteX65" fmla="*/ 7377571 w 11269336"/>
              <a:gd name="connsiteY65" fmla="*/ 1400128 h 2323145"/>
              <a:gd name="connsiteX66" fmla="*/ 7311261 w 11269336"/>
              <a:gd name="connsiteY66" fmla="*/ 1412652 h 2323145"/>
              <a:gd name="connsiteX67" fmla="*/ 7275307 w 11269336"/>
              <a:gd name="connsiteY67" fmla="*/ 1422171 h 2323145"/>
              <a:gd name="connsiteX68" fmla="*/ 7247783 w 11269336"/>
              <a:gd name="connsiteY68" fmla="*/ 1426330 h 2323145"/>
              <a:gd name="connsiteX69" fmla="*/ 7185047 w 11269336"/>
              <a:gd name="connsiteY69" fmla="*/ 1451812 h 2323145"/>
              <a:gd name="connsiteX70" fmla="*/ 7084117 w 11269336"/>
              <a:gd name="connsiteY70" fmla="*/ 1500281 h 2323145"/>
              <a:gd name="connsiteX71" fmla="*/ 7062011 w 11269336"/>
              <a:gd name="connsiteY71" fmla="*/ 1509183 h 2323145"/>
              <a:gd name="connsiteX72" fmla="*/ 7040555 w 11269336"/>
              <a:gd name="connsiteY72" fmla="*/ 1511207 h 2323145"/>
              <a:gd name="connsiteX73" fmla="*/ 7033438 w 11269336"/>
              <a:gd name="connsiteY73" fmla="*/ 1506772 h 2323145"/>
              <a:gd name="connsiteX74" fmla="*/ 7020886 w 11269336"/>
              <a:gd name="connsiteY74" fmla="*/ 1510764 h 2323145"/>
              <a:gd name="connsiteX75" fmla="*/ 7017033 w 11269336"/>
              <a:gd name="connsiteY75" fmla="*/ 1510650 h 2323145"/>
              <a:gd name="connsiteX76" fmla="*/ 6995460 w 11269336"/>
              <a:gd name="connsiteY76" fmla="*/ 1511173 h 2323145"/>
              <a:gd name="connsiteX77" fmla="*/ 6962144 w 11269336"/>
              <a:gd name="connsiteY77" fmla="*/ 1541508 h 2323145"/>
              <a:gd name="connsiteX78" fmla="*/ 6910674 w 11269336"/>
              <a:gd name="connsiteY78" fmla="*/ 1554793 h 2323145"/>
              <a:gd name="connsiteX79" fmla="*/ 6732152 w 11269336"/>
              <a:gd name="connsiteY79" fmla="*/ 1642538 h 2323145"/>
              <a:gd name="connsiteX80" fmla="*/ 6694106 w 11269336"/>
              <a:gd name="connsiteY80" fmla="*/ 1632377 h 2323145"/>
              <a:gd name="connsiteX81" fmla="*/ 6617223 w 11269336"/>
              <a:gd name="connsiteY81" fmla="*/ 1659889 h 2323145"/>
              <a:gd name="connsiteX82" fmla="*/ 6521138 w 11269336"/>
              <a:gd name="connsiteY82" fmla="*/ 1744340 h 2323145"/>
              <a:gd name="connsiteX83" fmla="*/ 6380677 w 11269336"/>
              <a:gd name="connsiteY83" fmla="*/ 1796883 h 2323145"/>
              <a:gd name="connsiteX84" fmla="*/ 6374897 w 11269336"/>
              <a:gd name="connsiteY84" fmla="*/ 1809910 h 2323145"/>
              <a:gd name="connsiteX85" fmla="*/ 6364545 w 11269336"/>
              <a:gd name="connsiteY85" fmla="*/ 1820090 h 2323145"/>
              <a:gd name="connsiteX86" fmla="*/ 6362126 w 11269336"/>
              <a:gd name="connsiteY86" fmla="*/ 1819991 h 2323145"/>
              <a:gd name="connsiteX87" fmla="*/ 6346673 w 11269336"/>
              <a:gd name="connsiteY87" fmla="*/ 1827824 h 2323145"/>
              <a:gd name="connsiteX88" fmla="*/ 6345588 w 11269336"/>
              <a:gd name="connsiteY88" fmla="*/ 1832232 h 2323145"/>
              <a:gd name="connsiteX89" fmla="*/ 6335708 w 11269336"/>
              <a:gd name="connsiteY89" fmla="*/ 1838451 h 2323145"/>
              <a:gd name="connsiteX90" fmla="*/ 6318182 w 11269336"/>
              <a:gd name="connsiteY90" fmla="*/ 1852975 h 2323145"/>
              <a:gd name="connsiteX91" fmla="*/ 6313084 w 11269336"/>
              <a:gd name="connsiteY91" fmla="*/ 1853561 h 2323145"/>
              <a:gd name="connsiteX92" fmla="*/ 6283816 w 11269336"/>
              <a:gd name="connsiteY92" fmla="*/ 1872148 h 2323145"/>
              <a:gd name="connsiteX93" fmla="*/ 6282550 w 11269336"/>
              <a:gd name="connsiteY93" fmla="*/ 1871392 h 2323145"/>
              <a:gd name="connsiteX94" fmla="*/ 6270527 w 11269336"/>
              <a:gd name="connsiteY94" fmla="*/ 1872208 h 2323145"/>
              <a:gd name="connsiteX95" fmla="*/ 6249518 w 11269336"/>
              <a:gd name="connsiteY95" fmla="*/ 1876079 h 2323145"/>
              <a:gd name="connsiteX96" fmla="*/ 6190386 w 11269336"/>
              <a:gd name="connsiteY96" fmla="*/ 1872478 h 2323145"/>
              <a:gd name="connsiteX97" fmla="*/ 6159777 w 11269336"/>
              <a:gd name="connsiteY97" fmla="*/ 1891745 h 2323145"/>
              <a:gd name="connsiteX98" fmla="*/ 6153131 w 11269336"/>
              <a:gd name="connsiteY98" fmla="*/ 1895079 h 2323145"/>
              <a:gd name="connsiteX99" fmla="*/ 6152798 w 11269336"/>
              <a:gd name="connsiteY99" fmla="*/ 1894920 h 2323145"/>
              <a:gd name="connsiteX100" fmla="*/ 6145388 w 11269336"/>
              <a:gd name="connsiteY100" fmla="*/ 1897990 h 2323145"/>
              <a:gd name="connsiteX101" fmla="*/ 6141014 w 11269336"/>
              <a:gd name="connsiteY101" fmla="*/ 1901155 h 2323145"/>
              <a:gd name="connsiteX102" fmla="*/ 6128122 w 11269336"/>
              <a:gd name="connsiteY102" fmla="*/ 1907623 h 2323145"/>
              <a:gd name="connsiteX103" fmla="*/ 6122351 w 11269336"/>
              <a:gd name="connsiteY103" fmla="*/ 1908359 h 2323145"/>
              <a:gd name="connsiteX104" fmla="*/ 6064750 w 11269336"/>
              <a:gd name="connsiteY104" fmla="*/ 1896394 h 2323145"/>
              <a:gd name="connsiteX105" fmla="*/ 5964230 w 11269336"/>
              <a:gd name="connsiteY105" fmla="*/ 1910038 h 2323145"/>
              <a:gd name="connsiteX106" fmla="*/ 5865399 w 11269336"/>
              <a:gd name="connsiteY106" fmla="*/ 1926966 h 2323145"/>
              <a:gd name="connsiteX107" fmla="*/ 5829951 w 11269336"/>
              <a:gd name="connsiteY107" fmla="*/ 1934755 h 2323145"/>
              <a:gd name="connsiteX108" fmla="*/ 5765285 w 11269336"/>
              <a:gd name="connsiteY108" fmla="*/ 1941322 h 2323145"/>
              <a:gd name="connsiteX109" fmla="*/ 5734750 w 11269336"/>
              <a:gd name="connsiteY109" fmla="*/ 1939793 h 2323145"/>
              <a:gd name="connsiteX110" fmla="*/ 5733569 w 11269336"/>
              <a:gd name="connsiteY110" fmla="*/ 1940505 h 2323145"/>
              <a:gd name="connsiteX111" fmla="*/ 5730329 w 11269336"/>
              <a:gd name="connsiteY111" fmla="*/ 1937845 h 2323145"/>
              <a:gd name="connsiteX112" fmla="*/ 5724661 w 11269336"/>
              <a:gd name="connsiteY112" fmla="*/ 1937455 h 2323145"/>
              <a:gd name="connsiteX113" fmla="*/ 5710186 w 11269336"/>
              <a:gd name="connsiteY113" fmla="*/ 1941370 h 2323145"/>
              <a:gd name="connsiteX114" fmla="*/ 5704910 w 11269336"/>
              <a:gd name="connsiteY114" fmla="*/ 1943663 h 2323145"/>
              <a:gd name="connsiteX115" fmla="*/ 5696836 w 11269336"/>
              <a:gd name="connsiteY115" fmla="*/ 1945271 h 2323145"/>
              <a:gd name="connsiteX116" fmla="*/ 5696583 w 11269336"/>
              <a:gd name="connsiteY116" fmla="*/ 1945050 h 2323145"/>
              <a:gd name="connsiteX117" fmla="*/ 5689123 w 11269336"/>
              <a:gd name="connsiteY117" fmla="*/ 1947067 h 2323145"/>
              <a:gd name="connsiteX118" fmla="*/ 5653291 w 11269336"/>
              <a:gd name="connsiteY118" fmla="*/ 1960245 h 2323145"/>
              <a:gd name="connsiteX119" fmla="*/ 5599385 w 11269336"/>
              <a:gd name="connsiteY119" fmla="*/ 1945198 h 2323145"/>
              <a:gd name="connsiteX120" fmla="*/ 5578300 w 11269336"/>
              <a:gd name="connsiteY120" fmla="*/ 1944963 h 2323145"/>
              <a:gd name="connsiteX121" fmla="*/ 5566758 w 11269336"/>
              <a:gd name="connsiteY121" fmla="*/ 1943441 h 2323145"/>
              <a:gd name="connsiteX122" fmla="*/ 5565857 w 11269336"/>
              <a:gd name="connsiteY122" fmla="*/ 1942445 h 2323145"/>
              <a:gd name="connsiteX123" fmla="*/ 5531534 w 11269336"/>
              <a:gd name="connsiteY123" fmla="*/ 1955208 h 2323145"/>
              <a:gd name="connsiteX124" fmla="*/ 5526552 w 11269336"/>
              <a:gd name="connsiteY124" fmla="*/ 1954799 h 2323145"/>
              <a:gd name="connsiteX125" fmla="*/ 5504723 w 11269336"/>
              <a:gd name="connsiteY125" fmla="*/ 1965811 h 2323145"/>
              <a:gd name="connsiteX126" fmla="*/ 5493156 w 11269336"/>
              <a:gd name="connsiteY126" fmla="*/ 1970063 h 2323145"/>
              <a:gd name="connsiteX127" fmla="*/ 5490486 w 11269336"/>
              <a:gd name="connsiteY127" fmla="*/ 1974227 h 2323145"/>
              <a:gd name="connsiteX128" fmla="*/ 5473107 w 11269336"/>
              <a:gd name="connsiteY128" fmla="*/ 1979001 h 2323145"/>
              <a:gd name="connsiteX129" fmla="*/ 5470885 w 11269336"/>
              <a:gd name="connsiteY129" fmla="*/ 1978432 h 2323145"/>
              <a:gd name="connsiteX130" fmla="*/ 5457393 w 11269336"/>
              <a:gd name="connsiteY130" fmla="*/ 1986525 h 2323145"/>
              <a:gd name="connsiteX131" fmla="*/ 5447102 w 11269336"/>
              <a:gd name="connsiteY131" fmla="*/ 1998329 h 2323145"/>
              <a:gd name="connsiteX132" fmla="*/ 5159151 w 11269336"/>
              <a:gd name="connsiteY132" fmla="*/ 2029640 h 2323145"/>
              <a:gd name="connsiteX133" fmla="*/ 5041688 w 11269336"/>
              <a:gd name="connsiteY133" fmla="*/ 2022334 h 2323145"/>
              <a:gd name="connsiteX134" fmla="*/ 4860988 w 11269336"/>
              <a:gd name="connsiteY134" fmla="*/ 2135698 h 2323145"/>
              <a:gd name="connsiteX135" fmla="*/ 4807902 w 11269336"/>
              <a:gd name="connsiteY135" fmla="*/ 2138894 h 2323145"/>
              <a:gd name="connsiteX136" fmla="*/ 4765388 w 11269336"/>
              <a:gd name="connsiteY136" fmla="*/ 2162525 h 2323145"/>
              <a:gd name="connsiteX137" fmla="*/ 4745033 w 11269336"/>
              <a:gd name="connsiteY137" fmla="*/ 2158859 h 2323145"/>
              <a:gd name="connsiteX138" fmla="*/ 4741475 w 11269336"/>
              <a:gd name="connsiteY138" fmla="*/ 2157998 h 2323145"/>
              <a:gd name="connsiteX139" fmla="*/ 4728247 w 11269336"/>
              <a:gd name="connsiteY139" fmla="*/ 2159526 h 2323145"/>
              <a:gd name="connsiteX140" fmla="*/ 4723263 w 11269336"/>
              <a:gd name="connsiteY140" fmla="*/ 2153742 h 2323145"/>
              <a:gd name="connsiteX141" fmla="*/ 4702453 w 11269336"/>
              <a:gd name="connsiteY141" fmla="*/ 2151586 h 2323145"/>
              <a:gd name="connsiteX142" fmla="*/ 4678455 w 11269336"/>
              <a:gd name="connsiteY142" fmla="*/ 2156131 h 2323145"/>
              <a:gd name="connsiteX143" fmla="*/ 4593061 w 11269336"/>
              <a:gd name="connsiteY143" fmla="*/ 2171597 h 2323145"/>
              <a:gd name="connsiteX144" fmla="*/ 4579902 w 11269336"/>
              <a:gd name="connsiteY144" fmla="*/ 2177927 h 2323145"/>
              <a:gd name="connsiteX145" fmla="*/ 4533444 w 11269336"/>
              <a:gd name="connsiteY145" fmla="*/ 2181200 h 2323145"/>
              <a:gd name="connsiteX146" fmla="*/ 4492832 w 11269336"/>
              <a:gd name="connsiteY146" fmla="*/ 2188033 h 2323145"/>
              <a:gd name="connsiteX147" fmla="*/ 4467257 w 11269336"/>
              <a:gd name="connsiteY147" fmla="*/ 2196121 h 2323145"/>
              <a:gd name="connsiteX148" fmla="*/ 4459937 w 11269336"/>
              <a:gd name="connsiteY148" fmla="*/ 2195182 h 2323145"/>
              <a:gd name="connsiteX149" fmla="*/ 4433312 w 11269336"/>
              <a:gd name="connsiteY149" fmla="*/ 2199004 h 2323145"/>
              <a:gd name="connsiteX150" fmla="*/ 4420601 w 11269336"/>
              <a:gd name="connsiteY150" fmla="*/ 2205158 h 2323145"/>
              <a:gd name="connsiteX151" fmla="*/ 4405765 w 11269336"/>
              <a:gd name="connsiteY151" fmla="*/ 2199902 h 2323145"/>
              <a:gd name="connsiteX152" fmla="*/ 4401354 w 11269336"/>
              <a:gd name="connsiteY152" fmla="*/ 2194745 h 2323145"/>
              <a:gd name="connsiteX153" fmla="*/ 4383151 w 11269336"/>
              <a:gd name="connsiteY153" fmla="*/ 2201140 h 2323145"/>
              <a:gd name="connsiteX154" fmla="*/ 4366646 w 11269336"/>
              <a:gd name="connsiteY154" fmla="*/ 2198564 h 2323145"/>
              <a:gd name="connsiteX155" fmla="*/ 4354009 w 11269336"/>
              <a:gd name="connsiteY155" fmla="*/ 2204984 h 2323145"/>
              <a:gd name="connsiteX156" fmla="*/ 4348284 w 11269336"/>
              <a:gd name="connsiteY156" fmla="*/ 2205270 h 2323145"/>
              <a:gd name="connsiteX157" fmla="*/ 4333906 w 11269336"/>
              <a:gd name="connsiteY157" fmla="*/ 2205251 h 2323145"/>
              <a:gd name="connsiteX158" fmla="*/ 4308819 w 11269336"/>
              <a:gd name="connsiteY158" fmla="*/ 2203822 h 2323145"/>
              <a:gd name="connsiteX159" fmla="*/ 4301210 w 11269336"/>
              <a:gd name="connsiteY159" fmla="*/ 2204456 h 2323145"/>
              <a:gd name="connsiteX160" fmla="*/ 4283095 w 11269336"/>
              <a:gd name="connsiteY160" fmla="*/ 2198177 h 2323145"/>
              <a:gd name="connsiteX161" fmla="*/ 4250119 w 11269336"/>
              <a:gd name="connsiteY161" fmla="*/ 2196342 h 2323145"/>
              <a:gd name="connsiteX162" fmla="*/ 4189203 w 11269336"/>
              <a:gd name="connsiteY162" fmla="*/ 2178994 h 2323145"/>
              <a:gd name="connsiteX163" fmla="*/ 4154035 w 11269336"/>
              <a:gd name="connsiteY163" fmla="*/ 2171950 h 2323145"/>
              <a:gd name="connsiteX164" fmla="*/ 4129569 w 11269336"/>
              <a:gd name="connsiteY164" fmla="*/ 2163850 h 2323145"/>
              <a:gd name="connsiteX165" fmla="*/ 4061250 w 11269336"/>
              <a:gd name="connsiteY165" fmla="*/ 2159236 h 2323145"/>
              <a:gd name="connsiteX166" fmla="*/ 3945480 w 11269336"/>
              <a:gd name="connsiteY166" fmla="*/ 2158279 h 2323145"/>
              <a:gd name="connsiteX167" fmla="*/ 3921468 w 11269336"/>
              <a:gd name="connsiteY167" fmla="*/ 2156588 h 2323145"/>
              <a:gd name="connsiteX168" fmla="*/ 3903348 w 11269336"/>
              <a:gd name="connsiteY168" fmla="*/ 2149220 h 2323145"/>
              <a:gd name="connsiteX169" fmla="*/ 3901342 w 11269336"/>
              <a:gd name="connsiteY169" fmla="*/ 2142355 h 2323145"/>
              <a:gd name="connsiteX170" fmla="*/ 3888539 w 11269336"/>
              <a:gd name="connsiteY170" fmla="*/ 2140476 h 2323145"/>
              <a:gd name="connsiteX171" fmla="*/ 3885662 w 11269336"/>
              <a:gd name="connsiteY171" fmla="*/ 2138740 h 2323145"/>
              <a:gd name="connsiteX172" fmla="*/ 3868627 w 11269336"/>
              <a:gd name="connsiteY172" fmla="*/ 2130023 h 2323145"/>
              <a:gd name="connsiteX173" fmla="*/ 3819177 w 11269336"/>
              <a:gd name="connsiteY173" fmla="*/ 2142111 h 2323145"/>
              <a:gd name="connsiteX174" fmla="*/ 3769100 w 11269336"/>
              <a:gd name="connsiteY174" fmla="*/ 2131731 h 2323145"/>
              <a:gd name="connsiteX175" fmla="*/ 3562752 w 11269336"/>
              <a:gd name="connsiteY175" fmla="*/ 2131785 h 2323145"/>
              <a:gd name="connsiteX176" fmla="*/ 3541402 w 11269336"/>
              <a:gd name="connsiteY176" fmla="*/ 2106821 h 2323145"/>
              <a:gd name="connsiteX177" fmla="*/ 3365341 w 11269336"/>
              <a:gd name="connsiteY177" fmla="*/ 2077638 h 2323145"/>
              <a:gd name="connsiteX178" fmla="*/ 3170922 w 11269336"/>
              <a:gd name="connsiteY178" fmla="*/ 2115957 h 2323145"/>
              <a:gd name="connsiteX179" fmla="*/ 3156256 w 11269336"/>
              <a:gd name="connsiteY179" fmla="*/ 2124773 h 2323145"/>
              <a:gd name="connsiteX180" fmla="*/ 3140298 w 11269336"/>
              <a:gd name="connsiteY180" fmla="*/ 2129182 h 2323145"/>
              <a:gd name="connsiteX181" fmla="*/ 3138514 w 11269336"/>
              <a:gd name="connsiteY181" fmla="*/ 2128069 h 2323145"/>
              <a:gd name="connsiteX182" fmla="*/ 3120467 w 11269336"/>
              <a:gd name="connsiteY182" fmla="*/ 2128281 h 2323145"/>
              <a:gd name="connsiteX183" fmla="*/ 3116175 w 11269336"/>
              <a:gd name="connsiteY183" fmla="*/ 2131633 h 2323145"/>
              <a:gd name="connsiteX184" fmla="*/ 3103685 w 11269336"/>
              <a:gd name="connsiteY184" fmla="*/ 2132814 h 2323145"/>
              <a:gd name="connsiteX185" fmla="*/ 3078794 w 11269336"/>
              <a:gd name="connsiteY185" fmla="*/ 2137935 h 2323145"/>
              <a:gd name="connsiteX186" fmla="*/ 3074407 w 11269336"/>
              <a:gd name="connsiteY186" fmla="*/ 2136274 h 2323145"/>
              <a:gd name="connsiteX187" fmla="*/ 3037285 w 11269336"/>
              <a:gd name="connsiteY187" fmla="*/ 2139919 h 2323145"/>
              <a:gd name="connsiteX188" fmla="*/ 3036901 w 11269336"/>
              <a:gd name="connsiteY188" fmla="*/ 2138726 h 2323145"/>
              <a:gd name="connsiteX189" fmla="*/ 3026996 w 11269336"/>
              <a:gd name="connsiteY189" fmla="*/ 2134322 h 2323145"/>
              <a:gd name="connsiteX190" fmla="*/ 3007772 w 11269336"/>
              <a:gd name="connsiteY190" fmla="*/ 2128742 h 2323145"/>
              <a:gd name="connsiteX191" fmla="*/ 2965030 w 11269336"/>
              <a:gd name="connsiteY191" fmla="*/ 2100494 h 2323145"/>
              <a:gd name="connsiteX192" fmla="*/ 2926342 w 11269336"/>
              <a:gd name="connsiteY192" fmla="*/ 2104155 h 2323145"/>
              <a:gd name="connsiteX193" fmla="*/ 2918608 w 11269336"/>
              <a:gd name="connsiteY193" fmla="*/ 2104215 h 2323145"/>
              <a:gd name="connsiteX194" fmla="*/ 2918475 w 11269336"/>
              <a:gd name="connsiteY194" fmla="*/ 2103937 h 2323145"/>
              <a:gd name="connsiteX195" fmla="*/ 2910360 w 11269336"/>
              <a:gd name="connsiteY195" fmla="*/ 2103444 h 2323145"/>
              <a:gd name="connsiteX196" fmla="*/ 2904507 w 11269336"/>
              <a:gd name="connsiteY196" fmla="*/ 2104326 h 2323145"/>
              <a:gd name="connsiteX197" fmla="*/ 2889503 w 11269336"/>
              <a:gd name="connsiteY197" fmla="*/ 2104443 h 2323145"/>
              <a:gd name="connsiteX198" fmla="*/ 2884480 w 11269336"/>
              <a:gd name="connsiteY198" fmla="*/ 2102626 h 2323145"/>
              <a:gd name="connsiteX199" fmla="*/ 2882689 w 11269336"/>
              <a:gd name="connsiteY199" fmla="*/ 2099228 h 2323145"/>
              <a:gd name="connsiteX200" fmla="*/ 2881291 w 11269336"/>
              <a:gd name="connsiteY200" fmla="*/ 2099618 h 2323145"/>
              <a:gd name="connsiteX201" fmla="*/ 2853979 w 11269336"/>
              <a:gd name="connsiteY201" fmla="*/ 2090388 h 2323145"/>
              <a:gd name="connsiteX202" fmla="*/ 2791790 w 11269336"/>
              <a:gd name="connsiteY202" fmla="*/ 2080332 h 2323145"/>
              <a:gd name="connsiteX203" fmla="*/ 2755844 w 11269336"/>
              <a:gd name="connsiteY203" fmla="*/ 2078874 h 2323145"/>
              <a:gd name="connsiteX204" fmla="*/ 2657742 w 11269336"/>
              <a:gd name="connsiteY204" fmla="*/ 2070179 h 2323145"/>
              <a:gd name="connsiteX205" fmla="*/ 2559549 w 11269336"/>
              <a:gd name="connsiteY205" fmla="*/ 2057873 h 2323145"/>
              <a:gd name="connsiteX206" fmla="*/ 2512054 w 11269336"/>
              <a:gd name="connsiteY206" fmla="*/ 2031671 h 2323145"/>
              <a:gd name="connsiteX207" fmla="*/ 2506437 w 11269336"/>
              <a:gd name="connsiteY207" fmla="*/ 2030918 h 2323145"/>
              <a:gd name="connsiteX208" fmla="*/ 2491752 w 11269336"/>
              <a:gd name="connsiteY208" fmla="*/ 2033906 h 2323145"/>
              <a:gd name="connsiteX209" fmla="*/ 2486338 w 11269336"/>
              <a:gd name="connsiteY209" fmla="*/ 2035862 h 2323145"/>
              <a:gd name="connsiteX210" fmla="*/ 2478186 w 11269336"/>
              <a:gd name="connsiteY210" fmla="*/ 2036953 h 2323145"/>
              <a:gd name="connsiteX211" fmla="*/ 2477950 w 11269336"/>
              <a:gd name="connsiteY211" fmla="*/ 2036715 h 2323145"/>
              <a:gd name="connsiteX212" fmla="*/ 2470381 w 11269336"/>
              <a:gd name="connsiteY212" fmla="*/ 2038256 h 2323145"/>
              <a:gd name="connsiteX213" fmla="*/ 2433781 w 11269336"/>
              <a:gd name="connsiteY213" fmla="*/ 2049140 h 2323145"/>
              <a:gd name="connsiteX214" fmla="*/ 2381172 w 11269336"/>
              <a:gd name="connsiteY214" fmla="*/ 2030645 h 2323145"/>
              <a:gd name="connsiteX215" fmla="*/ 2360198 w 11269336"/>
              <a:gd name="connsiteY215" fmla="*/ 2029059 h 2323145"/>
              <a:gd name="connsiteX216" fmla="*/ 2348815 w 11269336"/>
              <a:gd name="connsiteY216" fmla="*/ 2026798 h 2323145"/>
              <a:gd name="connsiteX217" fmla="*/ 2347988 w 11269336"/>
              <a:gd name="connsiteY217" fmla="*/ 2025745 h 2323145"/>
              <a:gd name="connsiteX218" fmla="*/ 2312920 w 11269336"/>
              <a:gd name="connsiteY218" fmla="*/ 2036311 h 2323145"/>
              <a:gd name="connsiteX219" fmla="*/ 2307986 w 11269336"/>
              <a:gd name="connsiteY219" fmla="*/ 2035583 h 2323145"/>
              <a:gd name="connsiteX220" fmla="*/ 2285481 w 11269336"/>
              <a:gd name="connsiteY220" fmla="*/ 2045197 h 2323145"/>
              <a:gd name="connsiteX221" fmla="*/ 2273666 w 11269336"/>
              <a:gd name="connsiteY221" fmla="*/ 2048710 h 2323145"/>
              <a:gd name="connsiteX222" fmla="*/ 2270719 w 11269336"/>
              <a:gd name="connsiteY222" fmla="*/ 2052702 h 2323145"/>
              <a:gd name="connsiteX223" fmla="*/ 2253080 w 11269336"/>
              <a:gd name="connsiteY223" fmla="*/ 2056363 h 2323145"/>
              <a:gd name="connsiteX224" fmla="*/ 2250906 w 11269336"/>
              <a:gd name="connsiteY224" fmla="*/ 2055654 h 2323145"/>
              <a:gd name="connsiteX225" fmla="*/ 2236905 w 11269336"/>
              <a:gd name="connsiteY225" fmla="*/ 2062882 h 2323145"/>
              <a:gd name="connsiteX226" fmla="*/ 2225830 w 11269336"/>
              <a:gd name="connsiteY226" fmla="*/ 2074027 h 2323145"/>
              <a:gd name="connsiteX227" fmla="*/ 2073776 w 11269336"/>
              <a:gd name="connsiteY227" fmla="*/ 2089244 h 2323145"/>
              <a:gd name="connsiteX228" fmla="*/ 1948256 w 11269336"/>
              <a:gd name="connsiteY228" fmla="*/ 2146616 h 2323145"/>
              <a:gd name="connsiteX229" fmla="*/ 1865582 w 11269336"/>
              <a:gd name="connsiteY229" fmla="*/ 2153738 h 2323145"/>
              <a:gd name="connsiteX230" fmla="*/ 1835210 w 11269336"/>
              <a:gd name="connsiteY230" fmla="*/ 2134244 h 2323145"/>
              <a:gd name="connsiteX231" fmla="*/ 1632661 w 11269336"/>
              <a:gd name="connsiteY231" fmla="*/ 2173882 h 2323145"/>
              <a:gd name="connsiteX232" fmla="*/ 1579590 w 11269336"/>
              <a:gd name="connsiteY232" fmla="*/ 2173680 h 2323145"/>
              <a:gd name="connsiteX233" fmla="*/ 1535601 w 11269336"/>
              <a:gd name="connsiteY233" fmla="*/ 2194590 h 2323145"/>
              <a:gd name="connsiteX234" fmla="*/ 1515594 w 11269336"/>
              <a:gd name="connsiteY234" fmla="*/ 2189622 h 2323145"/>
              <a:gd name="connsiteX235" fmla="*/ 1512113 w 11269336"/>
              <a:gd name="connsiteY235" fmla="*/ 2188534 h 2323145"/>
              <a:gd name="connsiteX236" fmla="*/ 1498838 w 11269336"/>
              <a:gd name="connsiteY236" fmla="*/ 2189213 h 2323145"/>
              <a:gd name="connsiteX237" fmla="*/ 1494279 w 11269336"/>
              <a:gd name="connsiteY237" fmla="*/ 2183112 h 2323145"/>
              <a:gd name="connsiteX238" fmla="*/ 1473714 w 11269336"/>
              <a:gd name="connsiteY238" fmla="*/ 2179625 h 2323145"/>
              <a:gd name="connsiteX239" fmla="*/ 1449503 w 11269336"/>
              <a:gd name="connsiteY239" fmla="*/ 2182633 h 2323145"/>
              <a:gd name="connsiteX240" fmla="*/ 1266687 w 11269336"/>
              <a:gd name="connsiteY240" fmla="*/ 2212688 h 2323145"/>
              <a:gd name="connsiteX241" fmla="*/ 1239614 w 11269336"/>
              <a:gd name="connsiteY241" fmla="*/ 2209727 h 2323145"/>
              <a:gd name="connsiteX242" fmla="*/ 1202436 w 11269336"/>
              <a:gd name="connsiteY242" fmla="*/ 2209817 h 2323145"/>
              <a:gd name="connsiteX243" fmla="*/ 1136097 w 11269336"/>
              <a:gd name="connsiteY243" fmla="*/ 2205112 h 2323145"/>
              <a:gd name="connsiteX244" fmla="*/ 988232 w 11269336"/>
              <a:gd name="connsiteY244" fmla="*/ 2235635 h 2323145"/>
              <a:gd name="connsiteX245" fmla="*/ 981959 w 11269336"/>
              <a:gd name="connsiteY245" fmla="*/ 2231607 h 2323145"/>
              <a:gd name="connsiteX246" fmla="*/ 938600 w 11269336"/>
              <a:gd name="connsiteY246" fmla="*/ 2238113 h 2323145"/>
              <a:gd name="connsiteX247" fmla="*/ 791788 w 11269336"/>
              <a:gd name="connsiteY247" fmla="*/ 2293224 h 2323145"/>
              <a:gd name="connsiteX248" fmla="*/ 706914 w 11269336"/>
              <a:gd name="connsiteY248" fmla="*/ 2305046 h 2323145"/>
              <a:gd name="connsiteX249" fmla="*/ 675971 w 11269336"/>
              <a:gd name="connsiteY249" fmla="*/ 2304030 h 2323145"/>
              <a:gd name="connsiteX250" fmla="*/ 624180 w 11269336"/>
              <a:gd name="connsiteY250" fmla="*/ 2302650 h 2323145"/>
              <a:gd name="connsiteX251" fmla="*/ 583453 w 11269336"/>
              <a:gd name="connsiteY251" fmla="*/ 2288788 h 2323145"/>
              <a:gd name="connsiteX252" fmla="*/ 540946 w 11269336"/>
              <a:gd name="connsiteY252" fmla="*/ 2292721 h 2323145"/>
              <a:gd name="connsiteX253" fmla="*/ 533680 w 11269336"/>
              <a:gd name="connsiteY253" fmla="*/ 2310233 h 2323145"/>
              <a:gd name="connsiteX254" fmla="*/ 487366 w 11269336"/>
              <a:gd name="connsiteY254" fmla="*/ 2309053 h 2323145"/>
              <a:gd name="connsiteX255" fmla="*/ 416820 w 11269336"/>
              <a:gd name="connsiteY255" fmla="*/ 2305443 h 2323145"/>
              <a:gd name="connsiteX256" fmla="*/ 376805 w 11269336"/>
              <a:gd name="connsiteY256" fmla="*/ 2307647 h 2323145"/>
              <a:gd name="connsiteX257" fmla="*/ 266777 w 11269336"/>
              <a:gd name="connsiteY257" fmla="*/ 2309012 h 2323145"/>
              <a:gd name="connsiteX258" fmla="*/ 156013 w 11269336"/>
              <a:gd name="connsiteY258" fmla="*/ 2306832 h 2323145"/>
              <a:gd name="connsiteX259" fmla="*/ 87258 w 11269336"/>
              <a:gd name="connsiteY259" fmla="*/ 2285511 h 2323145"/>
              <a:gd name="connsiteX260" fmla="*/ 23798 w 11269336"/>
              <a:gd name="connsiteY260" fmla="*/ 2281822 h 2323145"/>
              <a:gd name="connsiteX261" fmla="*/ 0 w 11269336"/>
              <a:gd name="connsiteY261" fmla="*/ 2285369 h 2323145"/>
              <a:gd name="connsiteX262" fmla="*/ 0 w 11269336"/>
              <a:gd name="connsiteY262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561575 w 11269336"/>
              <a:gd name="connsiteY19" fmla="*/ 559978 h 2323145"/>
              <a:gd name="connsiteX20" fmla="*/ 9162278 w 11269336"/>
              <a:gd name="connsiteY20" fmla="*/ 704724 h 2323145"/>
              <a:gd name="connsiteX21" fmla="*/ 9062863 w 11269336"/>
              <a:gd name="connsiteY21" fmla="*/ 754656 h 2323145"/>
              <a:gd name="connsiteX22" fmla="*/ 8914746 w 11269336"/>
              <a:gd name="connsiteY22" fmla="*/ 826428 h 2323145"/>
              <a:gd name="connsiteX23" fmla="*/ 8917778 w 11269336"/>
              <a:gd name="connsiteY23" fmla="*/ 835198 h 2323145"/>
              <a:gd name="connsiteX24" fmla="*/ 8905560 w 11269336"/>
              <a:gd name="connsiteY24" fmla="*/ 838358 h 2323145"/>
              <a:gd name="connsiteX25" fmla="*/ 8897564 w 11269336"/>
              <a:gd name="connsiteY25" fmla="*/ 834287 h 2323145"/>
              <a:gd name="connsiteX26" fmla="*/ 8878040 w 11269336"/>
              <a:gd name="connsiteY26" fmla="*/ 844150 h 2323145"/>
              <a:gd name="connsiteX27" fmla="*/ 8795998 w 11269336"/>
              <a:gd name="connsiteY27" fmla="*/ 863337 h 2323145"/>
              <a:gd name="connsiteX28" fmla="*/ 8776970 w 11269336"/>
              <a:gd name="connsiteY28" fmla="*/ 885177 h 2323145"/>
              <a:gd name="connsiteX29" fmla="*/ 8755719 w 11269336"/>
              <a:gd name="connsiteY29" fmla="*/ 889754 h 2323145"/>
              <a:gd name="connsiteX30" fmla="*/ 8743257 w 11269336"/>
              <a:gd name="connsiteY30" fmla="*/ 904723 h 2323145"/>
              <a:gd name="connsiteX31" fmla="*/ 8721366 w 11269336"/>
              <a:gd name="connsiteY31" fmla="*/ 904711 h 2323145"/>
              <a:gd name="connsiteX32" fmla="*/ 8678353 w 11269336"/>
              <a:gd name="connsiteY32" fmla="*/ 926318 h 2323145"/>
              <a:gd name="connsiteX33" fmla="*/ 8636849 w 11269336"/>
              <a:gd name="connsiteY33" fmla="*/ 937900 h 2323145"/>
              <a:gd name="connsiteX34" fmla="*/ 8620213 w 11269336"/>
              <a:gd name="connsiteY34" fmla="*/ 943068 h 2323145"/>
              <a:gd name="connsiteX35" fmla="*/ 8612581 w 11269336"/>
              <a:gd name="connsiteY35" fmla="*/ 952695 h 2323145"/>
              <a:gd name="connsiteX36" fmla="*/ 8589038 w 11269336"/>
              <a:gd name="connsiteY36" fmla="*/ 963892 h 2323145"/>
              <a:gd name="connsiteX37" fmla="*/ 8579950 w 11269336"/>
              <a:gd name="connsiteY37" fmla="*/ 960899 h 2323145"/>
              <a:gd name="connsiteX38" fmla="*/ 8579319 w 11269336"/>
              <a:gd name="connsiteY38" fmla="*/ 965630 h 2323145"/>
              <a:gd name="connsiteX39" fmla="*/ 8547429 w 11269336"/>
              <a:gd name="connsiteY39" fmla="*/ 984506 h 2323145"/>
              <a:gd name="connsiteX40" fmla="*/ 8478704 w 11269336"/>
              <a:gd name="connsiteY40" fmla="*/ 1025490 h 2323145"/>
              <a:gd name="connsiteX41" fmla="*/ 8461421 w 11269336"/>
              <a:gd name="connsiteY41" fmla="*/ 1035512 h 2323145"/>
              <a:gd name="connsiteX42" fmla="*/ 8445003 w 11269336"/>
              <a:gd name="connsiteY42" fmla="*/ 1036851 h 2323145"/>
              <a:gd name="connsiteX43" fmla="*/ 8357350 w 11269336"/>
              <a:gd name="connsiteY43" fmla="*/ 1060213 h 2323145"/>
              <a:gd name="connsiteX44" fmla="*/ 8335565 w 11269336"/>
              <a:gd name="connsiteY44" fmla="*/ 1061151 h 2323145"/>
              <a:gd name="connsiteX45" fmla="*/ 8325267 w 11269336"/>
              <a:gd name="connsiteY45" fmla="*/ 1055919 h 2323145"/>
              <a:gd name="connsiteX46" fmla="*/ 8293586 w 11269336"/>
              <a:gd name="connsiteY46" fmla="*/ 1076144 h 2323145"/>
              <a:gd name="connsiteX47" fmla="*/ 8242405 w 11269336"/>
              <a:gd name="connsiteY47" fmla="*/ 1095960 h 2323145"/>
              <a:gd name="connsiteX48" fmla="*/ 8197391 w 11269336"/>
              <a:gd name="connsiteY48" fmla="*/ 1107746 h 2323145"/>
              <a:gd name="connsiteX49" fmla="*/ 8081474 w 11269336"/>
              <a:gd name="connsiteY49" fmla="*/ 1130125 h 2323145"/>
              <a:gd name="connsiteX50" fmla="*/ 8053585 w 11269336"/>
              <a:gd name="connsiteY50" fmla="*/ 1129169 h 2323145"/>
              <a:gd name="connsiteX51" fmla="*/ 8038422 w 11269336"/>
              <a:gd name="connsiteY51" fmla="*/ 1119092 h 2323145"/>
              <a:gd name="connsiteX52" fmla="*/ 8029450 w 11269336"/>
              <a:gd name="connsiteY52" fmla="*/ 1125592 h 2323145"/>
              <a:gd name="connsiteX53" fmla="*/ 7959552 w 11269336"/>
              <a:gd name="connsiteY53" fmla="*/ 1140188 h 2323145"/>
              <a:gd name="connsiteX54" fmla="*/ 7914188 w 11269336"/>
              <a:gd name="connsiteY54" fmla="*/ 1150862 h 2323145"/>
              <a:gd name="connsiteX55" fmla="*/ 7914918 w 11269336"/>
              <a:gd name="connsiteY55" fmla="*/ 1168758 h 2323145"/>
              <a:gd name="connsiteX56" fmla="*/ 7875510 w 11269336"/>
              <a:gd name="connsiteY56" fmla="*/ 1183153 h 2323145"/>
              <a:gd name="connsiteX57" fmla="*/ 7829932 w 11269336"/>
              <a:gd name="connsiteY57" fmla="*/ 1180782 h 2323145"/>
              <a:gd name="connsiteX58" fmla="*/ 7779182 w 11269336"/>
              <a:gd name="connsiteY58" fmla="*/ 1192665 h 2323145"/>
              <a:gd name="connsiteX59" fmla="*/ 7748774 w 11269336"/>
              <a:gd name="connsiteY59" fmla="*/ 1199586 h 2323145"/>
              <a:gd name="connsiteX60" fmla="*/ 7671846 w 11269336"/>
              <a:gd name="connsiteY60" fmla="*/ 1231966 h 2323145"/>
              <a:gd name="connsiteX61" fmla="*/ 7554146 w 11269336"/>
              <a:gd name="connsiteY61" fmla="*/ 1319748 h 2323145"/>
              <a:gd name="connsiteX62" fmla="*/ 7515052 w 11269336"/>
              <a:gd name="connsiteY62" fmla="*/ 1336718 h 2323145"/>
              <a:gd name="connsiteX63" fmla="*/ 7507193 w 11269336"/>
              <a:gd name="connsiteY63" fmla="*/ 1334617 h 2323145"/>
              <a:gd name="connsiteX64" fmla="*/ 7461694 w 11269336"/>
              <a:gd name="connsiteY64" fmla="*/ 1375866 h 2323145"/>
              <a:gd name="connsiteX65" fmla="*/ 7377571 w 11269336"/>
              <a:gd name="connsiteY65" fmla="*/ 1400128 h 2323145"/>
              <a:gd name="connsiteX66" fmla="*/ 7311261 w 11269336"/>
              <a:gd name="connsiteY66" fmla="*/ 1412652 h 2323145"/>
              <a:gd name="connsiteX67" fmla="*/ 7275307 w 11269336"/>
              <a:gd name="connsiteY67" fmla="*/ 1422171 h 2323145"/>
              <a:gd name="connsiteX68" fmla="*/ 7247783 w 11269336"/>
              <a:gd name="connsiteY68" fmla="*/ 1426330 h 2323145"/>
              <a:gd name="connsiteX69" fmla="*/ 7185047 w 11269336"/>
              <a:gd name="connsiteY69" fmla="*/ 1451812 h 2323145"/>
              <a:gd name="connsiteX70" fmla="*/ 7084117 w 11269336"/>
              <a:gd name="connsiteY70" fmla="*/ 1500281 h 2323145"/>
              <a:gd name="connsiteX71" fmla="*/ 7062011 w 11269336"/>
              <a:gd name="connsiteY71" fmla="*/ 1509183 h 2323145"/>
              <a:gd name="connsiteX72" fmla="*/ 7040555 w 11269336"/>
              <a:gd name="connsiteY72" fmla="*/ 1511207 h 2323145"/>
              <a:gd name="connsiteX73" fmla="*/ 7033438 w 11269336"/>
              <a:gd name="connsiteY73" fmla="*/ 1506772 h 2323145"/>
              <a:gd name="connsiteX74" fmla="*/ 7020886 w 11269336"/>
              <a:gd name="connsiteY74" fmla="*/ 1510764 h 2323145"/>
              <a:gd name="connsiteX75" fmla="*/ 7017033 w 11269336"/>
              <a:gd name="connsiteY75" fmla="*/ 1510650 h 2323145"/>
              <a:gd name="connsiteX76" fmla="*/ 6995460 w 11269336"/>
              <a:gd name="connsiteY76" fmla="*/ 1511173 h 2323145"/>
              <a:gd name="connsiteX77" fmla="*/ 6962144 w 11269336"/>
              <a:gd name="connsiteY77" fmla="*/ 1541508 h 2323145"/>
              <a:gd name="connsiteX78" fmla="*/ 6910674 w 11269336"/>
              <a:gd name="connsiteY78" fmla="*/ 1554793 h 2323145"/>
              <a:gd name="connsiteX79" fmla="*/ 6732152 w 11269336"/>
              <a:gd name="connsiteY79" fmla="*/ 1642538 h 2323145"/>
              <a:gd name="connsiteX80" fmla="*/ 6694106 w 11269336"/>
              <a:gd name="connsiteY80" fmla="*/ 1632377 h 2323145"/>
              <a:gd name="connsiteX81" fmla="*/ 6617223 w 11269336"/>
              <a:gd name="connsiteY81" fmla="*/ 1659889 h 2323145"/>
              <a:gd name="connsiteX82" fmla="*/ 6521138 w 11269336"/>
              <a:gd name="connsiteY82" fmla="*/ 1744340 h 2323145"/>
              <a:gd name="connsiteX83" fmla="*/ 6380677 w 11269336"/>
              <a:gd name="connsiteY83" fmla="*/ 1796883 h 2323145"/>
              <a:gd name="connsiteX84" fmla="*/ 6374897 w 11269336"/>
              <a:gd name="connsiteY84" fmla="*/ 1809910 h 2323145"/>
              <a:gd name="connsiteX85" fmla="*/ 6364545 w 11269336"/>
              <a:gd name="connsiteY85" fmla="*/ 1820090 h 2323145"/>
              <a:gd name="connsiteX86" fmla="*/ 6362126 w 11269336"/>
              <a:gd name="connsiteY86" fmla="*/ 1819991 h 2323145"/>
              <a:gd name="connsiteX87" fmla="*/ 6346673 w 11269336"/>
              <a:gd name="connsiteY87" fmla="*/ 1827824 h 2323145"/>
              <a:gd name="connsiteX88" fmla="*/ 6345588 w 11269336"/>
              <a:gd name="connsiteY88" fmla="*/ 1832232 h 2323145"/>
              <a:gd name="connsiteX89" fmla="*/ 6335708 w 11269336"/>
              <a:gd name="connsiteY89" fmla="*/ 1838451 h 2323145"/>
              <a:gd name="connsiteX90" fmla="*/ 6318182 w 11269336"/>
              <a:gd name="connsiteY90" fmla="*/ 1852975 h 2323145"/>
              <a:gd name="connsiteX91" fmla="*/ 6313084 w 11269336"/>
              <a:gd name="connsiteY91" fmla="*/ 1853561 h 2323145"/>
              <a:gd name="connsiteX92" fmla="*/ 6283816 w 11269336"/>
              <a:gd name="connsiteY92" fmla="*/ 1872148 h 2323145"/>
              <a:gd name="connsiteX93" fmla="*/ 6282550 w 11269336"/>
              <a:gd name="connsiteY93" fmla="*/ 1871392 h 2323145"/>
              <a:gd name="connsiteX94" fmla="*/ 6270527 w 11269336"/>
              <a:gd name="connsiteY94" fmla="*/ 1872208 h 2323145"/>
              <a:gd name="connsiteX95" fmla="*/ 6249518 w 11269336"/>
              <a:gd name="connsiteY95" fmla="*/ 1876079 h 2323145"/>
              <a:gd name="connsiteX96" fmla="*/ 6190386 w 11269336"/>
              <a:gd name="connsiteY96" fmla="*/ 1872478 h 2323145"/>
              <a:gd name="connsiteX97" fmla="*/ 6159777 w 11269336"/>
              <a:gd name="connsiteY97" fmla="*/ 1891745 h 2323145"/>
              <a:gd name="connsiteX98" fmla="*/ 6153131 w 11269336"/>
              <a:gd name="connsiteY98" fmla="*/ 1895079 h 2323145"/>
              <a:gd name="connsiteX99" fmla="*/ 6152798 w 11269336"/>
              <a:gd name="connsiteY99" fmla="*/ 1894920 h 2323145"/>
              <a:gd name="connsiteX100" fmla="*/ 6145388 w 11269336"/>
              <a:gd name="connsiteY100" fmla="*/ 1897990 h 2323145"/>
              <a:gd name="connsiteX101" fmla="*/ 6141014 w 11269336"/>
              <a:gd name="connsiteY101" fmla="*/ 1901155 h 2323145"/>
              <a:gd name="connsiteX102" fmla="*/ 6128122 w 11269336"/>
              <a:gd name="connsiteY102" fmla="*/ 1907623 h 2323145"/>
              <a:gd name="connsiteX103" fmla="*/ 6122351 w 11269336"/>
              <a:gd name="connsiteY103" fmla="*/ 1908359 h 2323145"/>
              <a:gd name="connsiteX104" fmla="*/ 6064750 w 11269336"/>
              <a:gd name="connsiteY104" fmla="*/ 1896394 h 2323145"/>
              <a:gd name="connsiteX105" fmla="*/ 5964230 w 11269336"/>
              <a:gd name="connsiteY105" fmla="*/ 1910038 h 2323145"/>
              <a:gd name="connsiteX106" fmla="*/ 5865399 w 11269336"/>
              <a:gd name="connsiteY106" fmla="*/ 1926966 h 2323145"/>
              <a:gd name="connsiteX107" fmla="*/ 5829951 w 11269336"/>
              <a:gd name="connsiteY107" fmla="*/ 1934755 h 2323145"/>
              <a:gd name="connsiteX108" fmla="*/ 5765285 w 11269336"/>
              <a:gd name="connsiteY108" fmla="*/ 1941322 h 2323145"/>
              <a:gd name="connsiteX109" fmla="*/ 5734750 w 11269336"/>
              <a:gd name="connsiteY109" fmla="*/ 1939793 h 2323145"/>
              <a:gd name="connsiteX110" fmla="*/ 5733569 w 11269336"/>
              <a:gd name="connsiteY110" fmla="*/ 1940505 h 2323145"/>
              <a:gd name="connsiteX111" fmla="*/ 5730329 w 11269336"/>
              <a:gd name="connsiteY111" fmla="*/ 1937845 h 2323145"/>
              <a:gd name="connsiteX112" fmla="*/ 5724661 w 11269336"/>
              <a:gd name="connsiteY112" fmla="*/ 1937455 h 2323145"/>
              <a:gd name="connsiteX113" fmla="*/ 5710186 w 11269336"/>
              <a:gd name="connsiteY113" fmla="*/ 1941370 h 2323145"/>
              <a:gd name="connsiteX114" fmla="*/ 5704910 w 11269336"/>
              <a:gd name="connsiteY114" fmla="*/ 1943663 h 2323145"/>
              <a:gd name="connsiteX115" fmla="*/ 5696836 w 11269336"/>
              <a:gd name="connsiteY115" fmla="*/ 1945271 h 2323145"/>
              <a:gd name="connsiteX116" fmla="*/ 5696583 w 11269336"/>
              <a:gd name="connsiteY116" fmla="*/ 1945050 h 2323145"/>
              <a:gd name="connsiteX117" fmla="*/ 5689123 w 11269336"/>
              <a:gd name="connsiteY117" fmla="*/ 1947067 h 2323145"/>
              <a:gd name="connsiteX118" fmla="*/ 5653291 w 11269336"/>
              <a:gd name="connsiteY118" fmla="*/ 1960245 h 2323145"/>
              <a:gd name="connsiteX119" fmla="*/ 5599385 w 11269336"/>
              <a:gd name="connsiteY119" fmla="*/ 1945198 h 2323145"/>
              <a:gd name="connsiteX120" fmla="*/ 5578300 w 11269336"/>
              <a:gd name="connsiteY120" fmla="*/ 1944963 h 2323145"/>
              <a:gd name="connsiteX121" fmla="*/ 5566758 w 11269336"/>
              <a:gd name="connsiteY121" fmla="*/ 1943441 h 2323145"/>
              <a:gd name="connsiteX122" fmla="*/ 5565857 w 11269336"/>
              <a:gd name="connsiteY122" fmla="*/ 1942445 h 2323145"/>
              <a:gd name="connsiteX123" fmla="*/ 5531534 w 11269336"/>
              <a:gd name="connsiteY123" fmla="*/ 1955208 h 2323145"/>
              <a:gd name="connsiteX124" fmla="*/ 5526552 w 11269336"/>
              <a:gd name="connsiteY124" fmla="*/ 1954799 h 2323145"/>
              <a:gd name="connsiteX125" fmla="*/ 5504723 w 11269336"/>
              <a:gd name="connsiteY125" fmla="*/ 1965811 h 2323145"/>
              <a:gd name="connsiteX126" fmla="*/ 5493156 w 11269336"/>
              <a:gd name="connsiteY126" fmla="*/ 1970063 h 2323145"/>
              <a:gd name="connsiteX127" fmla="*/ 5490486 w 11269336"/>
              <a:gd name="connsiteY127" fmla="*/ 1974227 h 2323145"/>
              <a:gd name="connsiteX128" fmla="*/ 5473107 w 11269336"/>
              <a:gd name="connsiteY128" fmla="*/ 1979001 h 2323145"/>
              <a:gd name="connsiteX129" fmla="*/ 5470885 w 11269336"/>
              <a:gd name="connsiteY129" fmla="*/ 1978432 h 2323145"/>
              <a:gd name="connsiteX130" fmla="*/ 5457393 w 11269336"/>
              <a:gd name="connsiteY130" fmla="*/ 1986525 h 2323145"/>
              <a:gd name="connsiteX131" fmla="*/ 5447102 w 11269336"/>
              <a:gd name="connsiteY131" fmla="*/ 1998329 h 2323145"/>
              <a:gd name="connsiteX132" fmla="*/ 5159151 w 11269336"/>
              <a:gd name="connsiteY132" fmla="*/ 2029640 h 2323145"/>
              <a:gd name="connsiteX133" fmla="*/ 5041688 w 11269336"/>
              <a:gd name="connsiteY133" fmla="*/ 2022334 h 2323145"/>
              <a:gd name="connsiteX134" fmla="*/ 4860988 w 11269336"/>
              <a:gd name="connsiteY134" fmla="*/ 2135698 h 2323145"/>
              <a:gd name="connsiteX135" fmla="*/ 4807902 w 11269336"/>
              <a:gd name="connsiteY135" fmla="*/ 2138894 h 2323145"/>
              <a:gd name="connsiteX136" fmla="*/ 4765388 w 11269336"/>
              <a:gd name="connsiteY136" fmla="*/ 2162525 h 2323145"/>
              <a:gd name="connsiteX137" fmla="*/ 4745033 w 11269336"/>
              <a:gd name="connsiteY137" fmla="*/ 2158859 h 2323145"/>
              <a:gd name="connsiteX138" fmla="*/ 4741475 w 11269336"/>
              <a:gd name="connsiteY138" fmla="*/ 2157998 h 2323145"/>
              <a:gd name="connsiteX139" fmla="*/ 4728247 w 11269336"/>
              <a:gd name="connsiteY139" fmla="*/ 2159526 h 2323145"/>
              <a:gd name="connsiteX140" fmla="*/ 4723263 w 11269336"/>
              <a:gd name="connsiteY140" fmla="*/ 2153742 h 2323145"/>
              <a:gd name="connsiteX141" fmla="*/ 4702453 w 11269336"/>
              <a:gd name="connsiteY141" fmla="*/ 2151586 h 2323145"/>
              <a:gd name="connsiteX142" fmla="*/ 4678455 w 11269336"/>
              <a:gd name="connsiteY142" fmla="*/ 2156131 h 2323145"/>
              <a:gd name="connsiteX143" fmla="*/ 4593061 w 11269336"/>
              <a:gd name="connsiteY143" fmla="*/ 2171597 h 2323145"/>
              <a:gd name="connsiteX144" fmla="*/ 4579902 w 11269336"/>
              <a:gd name="connsiteY144" fmla="*/ 2177927 h 2323145"/>
              <a:gd name="connsiteX145" fmla="*/ 4533444 w 11269336"/>
              <a:gd name="connsiteY145" fmla="*/ 2181200 h 2323145"/>
              <a:gd name="connsiteX146" fmla="*/ 4492832 w 11269336"/>
              <a:gd name="connsiteY146" fmla="*/ 2188033 h 2323145"/>
              <a:gd name="connsiteX147" fmla="*/ 4467257 w 11269336"/>
              <a:gd name="connsiteY147" fmla="*/ 2196121 h 2323145"/>
              <a:gd name="connsiteX148" fmla="*/ 4459937 w 11269336"/>
              <a:gd name="connsiteY148" fmla="*/ 2195182 h 2323145"/>
              <a:gd name="connsiteX149" fmla="*/ 4433312 w 11269336"/>
              <a:gd name="connsiteY149" fmla="*/ 2199004 h 2323145"/>
              <a:gd name="connsiteX150" fmla="*/ 4420601 w 11269336"/>
              <a:gd name="connsiteY150" fmla="*/ 2205158 h 2323145"/>
              <a:gd name="connsiteX151" fmla="*/ 4405765 w 11269336"/>
              <a:gd name="connsiteY151" fmla="*/ 2199902 h 2323145"/>
              <a:gd name="connsiteX152" fmla="*/ 4401354 w 11269336"/>
              <a:gd name="connsiteY152" fmla="*/ 2194745 h 2323145"/>
              <a:gd name="connsiteX153" fmla="*/ 4383151 w 11269336"/>
              <a:gd name="connsiteY153" fmla="*/ 2201140 h 2323145"/>
              <a:gd name="connsiteX154" fmla="*/ 4366646 w 11269336"/>
              <a:gd name="connsiteY154" fmla="*/ 2198564 h 2323145"/>
              <a:gd name="connsiteX155" fmla="*/ 4354009 w 11269336"/>
              <a:gd name="connsiteY155" fmla="*/ 2204984 h 2323145"/>
              <a:gd name="connsiteX156" fmla="*/ 4348284 w 11269336"/>
              <a:gd name="connsiteY156" fmla="*/ 2205270 h 2323145"/>
              <a:gd name="connsiteX157" fmla="*/ 4333906 w 11269336"/>
              <a:gd name="connsiteY157" fmla="*/ 2205251 h 2323145"/>
              <a:gd name="connsiteX158" fmla="*/ 4308819 w 11269336"/>
              <a:gd name="connsiteY158" fmla="*/ 2203822 h 2323145"/>
              <a:gd name="connsiteX159" fmla="*/ 4301210 w 11269336"/>
              <a:gd name="connsiteY159" fmla="*/ 2204456 h 2323145"/>
              <a:gd name="connsiteX160" fmla="*/ 4283095 w 11269336"/>
              <a:gd name="connsiteY160" fmla="*/ 2198177 h 2323145"/>
              <a:gd name="connsiteX161" fmla="*/ 4250119 w 11269336"/>
              <a:gd name="connsiteY161" fmla="*/ 2196342 h 2323145"/>
              <a:gd name="connsiteX162" fmla="*/ 4189203 w 11269336"/>
              <a:gd name="connsiteY162" fmla="*/ 2178994 h 2323145"/>
              <a:gd name="connsiteX163" fmla="*/ 4154035 w 11269336"/>
              <a:gd name="connsiteY163" fmla="*/ 2171950 h 2323145"/>
              <a:gd name="connsiteX164" fmla="*/ 4129569 w 11269336"/>
              <a:gd name="connsiteY164" fmla="*/ 2163850 h 2323145"/>
              <a:gd name="connsiteX165" fmla="*/ 4061250 w 11269336"/>
              <a:gd name="connsiteY165" fmla="*/ 2159236 h 2323145"/>
              <a:gd name="connsiteX166" fmla="*/ 3945480 w 11269336"/>
              <a:gd name="connsiteY166" fmla="*/ 2158279 h 2323145"/>
              <a:gd name="connsiteX167" fmla="*/ 3921468 w 11269336"/>
              <a:gd name="connsiteY167" fmla="*/ 2156588 h 2323145"/>
              <a:gd name="connsiteX168" fmla="*/ 3903348 w 11269336"/>
              <a:gd name="connsiteY168" fmla="*/ 2149220 h 2323145"/>
              <a:gd name="connsiteX169" fmla="*/ 3901342 w 11269336"/>
              <a:gd name="connsiteY169" fmla="*/ 2142355 h 2323145"/>
              <a:gd name="connsiteX170" fmla="*/ 3888539 w 11269336"/>
              <a:gd name="connsiteY170" fmla="*/ 2140476 h 2323145"/>
              <a:gd name="connsiteX171" fmla="*/ 3885662 w 11269336"/>
              <a:gd name="connsiteY171" fmla="*/ 2138740 h 2323145"/>
              <a:gd name="connsiteX172" fmla="*/ 3868627 w 11269336"/>
              <a:gd name="connsiteY172" fmla="*/ 2130023 h 2323145"/>
              <a:gd name="connsiteX173" fmla="*/ 3819177 w 11269336"/>
              <a:gd name="connsiteY173" fmla="*/ 2142111 h 2323145"/>
              <a:gd name="connsiteX174" fmla="*/ 3769100 w 11269336"/>
              <a:gd name="connsiteY174" fmla="*/ 2131731 h 2323145"/>
              <a:gd name="connsiteX175" fmla="*/ 3562752 w 11269336"/>
              <a:gd name="connsiteY175" fmla="*/ 2131785 h 2323145"/>
              <a:gd name="connsiteX176" fmla="*/ 3541402 w 11269336"/>
              <a:gd name="connsiteY176" fmla="*/ 2106821 h 2323145"/>
              <a:gd name="connsiteX177" fmla="*/ 3365341 w 11269336"/>
              <a:gd name="connsiteY177" fmla="*/ 2077638 h 2323145"/>
              <a:gd name="connsiteX178" fmla="*/ 3170922 w 11269336"/>
              <a:gd name="connsiteY178" fmla="*/ 2115957 h 2323145"/>
              <a:gd name="connsiteX179" fmla="*/ 3156256 w 11269336"/>
              <a:gd name="connsiteY179" fmla="*/ 2124773 h 2323145"/>
              <a:gd name="connsiteX180" fmla="*/ 3140298 w 11269336"/>
              <a:gd name="connsiteY180" fmla="*/ 2129182 h 2323145"/>
              <a:gd name="connsiteX181" fmla="*/ 3138514 w 11269336"/>
              <a:gd name="connsiteY181" fmla="*/ 2128069 h 2323145"/>
              <a:gd name="connsiteX182" fmla="*/ 3120467 w 11269336"/>
              <a:gd name="connsiteY182" fmla="*/ 2128281 h 2323145"/>
              <a:gd name="connsiteX183" fmla="*/ 3116175 w 11269336"/>
              <a:gd name="connsiteY183" fmla="*/ 2131633 h 2323145"/>
              <a:gd name="connsiteX184" fmla="*/ 3103685 w 11269336"/>
              <a:gd name="connsiteY184" fmla="*/ 2132814 h 2323145"/>
              <a:gd name="connsiteX185" fmla="*/ 3078794 w 11269336"/>
              <a:gd name="connsiteY185" fmla="*/ 2137935 h 2323145"/>
              <a:gd name="connsiteX186" fmla="*/ 3074407 w 11269336"/>
              <a:gd name="connsiteY186" fmla="*/ 2136274 h 2323145"/>
              <a:gd name="connsiteX187" fmla="*/ 3037285 w 11269336"/>
              <a:gd name="connsiteY187" fmla="*/ 2139919 h 2323145"/>
              <a:gd name="connsiteX188" fmla="*/ 3036901 w 11269336"/>
              <a:gd name="connsiteY188" fmla="*/ 2138726 h 2323145"/>
              <a:gd name="connsiteX189" fmla="*/ 3026996 w 11269336"/>
              <a:gd name="connsiteY189" fmla="*/ 2134322 h 2323145"/>
              <a:gd name="connsiteX190" fmla="*/ 3007772 w 11269336"/>
              <a:gd name="connsiteY190" fmla="*/ 2128742 h 2323145"/>
              <a:gd name="connsiteX191" fmla="*/ 2965030 w 11269336"/>
              <a:gd name="connsiteY191" fmla="*/ 2100494 h 2323145"/>
              <a:gd name="connsiteX192" fmla="*/ 2926342 w 11269336"/>
              <a:gd name="connsiteY192" fmla="*/ 2104155 h 2323145"/>
              <a:gd name="connsiteX193" fmla="*/ 2918608 w 11269336"/>
              <a:gd name="connsiteY193" fmla="*/ 2104215 h 2323145"/>
              <a:gd name="connsiteX194" fmla="*/ 2918475 w 11269336"/>
              <a:gd name="connsiteY194" fmla="*/ 2103937 h 2323145"/>
              <a:gd name="connsiteX195" fmla="*/ 2910360 w 11269336"/>
              <a:gd name="connsiteY195" fmla="*/ 2103444 h 2323145"/>
              <a:gd name="connsiteX196" fmla="*/ 2904507 w 11269336"/>
              <a:gd name="connsiteY196" fmla="*/ 2104326 h 2323145"/>
              <a:gd name="connsiteX197" fmla="*/ 2889503 w 11269336"/>
              <a:gd name="connsiteY197" fmla="*/ 2104443 h 2323145"/>
              <a:gd name="connsiteX198" fmla="*/ 2884480 w 11269336"/>
              <a:gd name="connsiteY198" fmla="*/ 2102626 h 2323145"/>
              <a:gd name="connsiteX199" fmla="*/ 2882689 w 11269336"/>
              <a:gd name="connsiteY199" fmla="*/ 2099228 h 2323145"/>
              <a:gd name="connsiteX200" fmla="*/ 2881291 w 11269336"/>
              <a:gd name="connsiteY200" fmla="*/ 2099618 h 2323145"/>
              <a:gd name="connsiteX201" fmla="*/ 2853979 w 11269336"/>
              <a:gd name="connsiteY201" fmla="*/ 2090388 h 2323145"/>
              <a:gd name="connsiteX202" fmla="*/ 2791790 w 11269336"/>
              <a:gd name="connsiteY202" fmla="*/ 2080332 h 2323145"/>
              <a:gd name="connsiteX203" fmla="*/ 2755844 w 11269336"/>
              <a:gd name="connsiteY203" fmla="*/ 2078874 h 2323145"/>
              <a:gd name="connsiteX204" fmla="*/ 2657742 w 11269336"/>
              <a:gd name="connsiteY204" fmla="*/ 2070179 h 2323145"/>
              <a:gd name="connsiteX205" fmla="*/ 2559549 w 11269336"/>
              <a:gd name="connsiteY205" fmla="*/ 2057873 h 2323145"/>
              <a:gd name="connsiteX206" fmla="*/ 2512054 w 11269336"/>
              <a:gd name="connsiteY206" fmla="*/ 2031671 h 2323145"/>
              <a:gd name="connsiteX207" fmla="*/ 2506437 w 11269336"/>
              <a:gd name="connsiteY207" fmla="*/ 2030918 h 2323145"/>
              <a:gd name="connsiteX208" fmla="*/ 2491752 w 11269336"/>
              <a:gd name="connsiteY208" fmla="*/ 2033906 h 2323145"/>
              <a:gd name="connsiteX209" fmla="*/ 2486338 w 11269336"/>
              <a:gd name="connsiteY209" fmla="*/ 2035862 h 2323145"/>
              <a:gd name="connsiteX210" fmla="*/ 2478186 w 11269336"/>
              <a:gd name="connsiteY210" fmla="*/ 2036953 h 2323145"/>
              <a:gd name="connsiteX211" fmla="*/ 2477950 w 11269336"/>
              <a:gd name="connsiteY211" fmla="*/ 2036715 h 2323145"/>
              <a:gd name="connsiteX212" fmla="*/ 2470381 w 11269336"/>
              <a:gd name="connsiteY212" fmla="*/ 2038256 h 2323145"/>
              <a:gd name="connsiteX213" fmla="*/ 2433781 w 11269336"/>
              <a:gd name="connsiteY213" fmla="*/ 2049140 h 2323145"/>
              <a:gd name="connsiteX214" fmla="*/ 2381172 w 11269336"/>
              <a:gd name="connsiteY214" fmla="*/ 2030645 h 2323145"/>
              <a:gd name="connsiteX215" fmla="*/ 2360198 w 11269336"/>
              <a:gd name="connsiteY215" fmla="*/ 2029059 h 2323145"/>
              <a:gd name="connsiteX216" fmla="*/ 2348815 w 11269336"/>
              <a:gd name="connsiteY216" fmla="*/ 2026798 h 2323145"/>
              <a:gd name="connsiteX217" fmla="*/ 2347988 w 11269336"/>
              <a:gd name="connsiteY217" fmla="*/ 2025745 h 2323145"/>
              <a:gd name="connsiteX218" fmla="*/ 2312920 w 11269336"/>
              <a:gd name="connsiteY218" fmla="*/ 2036311 h 2323145"/>
              <a:gd name="connsiteX219" fmla="*/ 2307986 w 11269336"/>
              <a:gd name="connsiteY219" fmla="*/ 2035583 h 2323145"/>
              <a:gd name="connsiteX220" fmla="*/ 2285481 w 11269336"/>
              <a:gd name="connsiteY220" fmla="*/ 2045197 h 2323145"/>
              <a:gd name="connsiteX221" fmla="*/ 2273666 w 11269336"/>
              <a:gd name="connsiteY221" fmla="*/ 2048710 h 2323145"/>
              <a:gd name="connsiteX222" fmla="*/ 2270719 w 11269336"/>
              <a:gd name="connsiteY222" fmla="*/ 2052702 h 2323145"/>
              <a:gd name="connsiteX223" fmla="*/ 2253080 w 11269336"/>
              <a:gd name="connsiteY223" fmla="*/ 2056363 h 2323145"/>
              <a:gd name="connsiteX224" fmla="*/ 2250906 w 11269336"/>
              <a:gd name="connsiteY224" fmla="*/ 2055654 h 2323145"/>
              <a:gd name="connsiteX225" fmla="*/ 2236905 w 11269336"/>
              <a:gd name="connsiteY225" fmla="*/ 2062882 h 2323145"/>
              <a:gd name="connsiteX226" fmla="*/ 2225830 w 11269336"/>
              <a:gd name="connsiteY226" fmla="*/ 2074027 h 2323145"/>
              <a:gd name="connsiteX227" fmla="*/ 2073776 w 11269336"/>
              <a:gd name="connsiteY227" fmla="*/ 2089244 h 2323145"/>
              <a:gd name="connsiteX228" fmla="*/ 1948256 w 11269336"/>
              <a:gd name="connsiteY228" fmla="*/ 2146616 h 2323145"/>
              <a:gd name="connsiteX229" fmla="*/ 1865582 w 11269336"/>
              <a:gd name="connsiteY229" fmla="*/ 2153738 h 2323145"/>
              <a:gd name="connsiteX230" fmla="*/ 1835210 w 11269336"/>
              <a:gd name="connsiteY230" fmla="*/ 2134244 h 2323145"/>
              <a:gd name="connsiteX231" fmla="*/ 1632661 w 11269336"/>
              <a:gd name="connsiteY231" fmla="*/ 2173882 h 2323145"/>
              <a:gd name="connsiteX232" fmla="*/ 1579590 w 11269336"/>
              <a:gd name="connsiteY232" fmla="*/ 2173680 h 2323145"/>
              <a:gd name="connsiteX233" fmla="*/ 1535601 w 11269336"/>
              <a:gd name="connsiteY233" fmla="*/ 2194590 h 2323145"/>
              <a:gd name="connsiteX234" fmla="*/ 1515594 w 11269336"/>
              <a:gd name="connsiteY234" fmla="*/ 2189622 h 2323145"/>
              <a:gd name="connsiteX235" fmla="*/ 1512113 w 11269336"/>
              <a:gd name="connsiteY235" fmla="*/ 2188534 h 2323145"/>
              <a:gd name="connsiteX236" fmla="*/ 1498838 w 11269336"/>
              <a:gd name="connsiteY236" fmla="*/ 2189213 h 2323145"/>
              <a:gd name="connsiteX237" fmla="*/ 1494279 w 11269336"/>
              <a:gd name="connsiteY237" fmla="*/ 2183112 h 2323145"/>
              <a:gd name="connsiteX238" fmla="*/ 1473714 w 11269336"/>
              <a:gd name="connsiteY238" fmla="*/ 2179625 h 2323145"/>
              <a:gd name="connsiteX239" fmla="*/ 1449503 w 11269336"/>
              <a:gd name="connsiteY239" fmla="*/ 2182633 h 2323145"/>
              <a:gd name="connsiteX240" fmla="*/ 1266687 w 11269336"/>
              <a:gd name="connsiteY240" fmla="*/ 2212688 h 2323145"/>
              <a:gd name="connsiteX241" fmla="*/ 1239614 w 11269336"/>
              <a:gd name="connsiteY241" fmla="*/ 2209727 h 2323145"/>
              <a:gd name="connsiteX242" fmla="*/ 1202436 w 11269336"/>
              <a:gd name="connsiteY242" fmla="*/ 2209817 h 2323145"/>
              <a:gd name="connsiteX243" fmla="*/ 1136097 w 11269336"/>
              <a:gd name="connsiteY243" fmla="*/ 2205112 h 2323145"/>
              <a:gd name="connsiteX244" fmla="*/ 988232 w 11269336"/>
              <a:gd name="connsiteY244" fmla="*/ 2235635 h 2323145"/>
              <a:gd name="connsiteX245" fmla="*/ 981959 w 11269336"/>
              <a:gd name="connsiteY245" fmla="*/ 2231607 h 2323145"/>
              <a:gd name="connsiteX246" fmla="*/ 938600 w 11269336"/>
              <a:gd name="connsiteY246" fmla="*/ 2238113 h 2323145"/>
              <a:gd name="connsiteX247" fmla="*/ 791788 w 11269336"/>
              <a:gd name="connsiteY247" fmla="*/ 2293224 h 2323145"/>
              <a:gd name="connsiteX248" fmla="*/ 706914 w 11269336"/>
              <a:gd name="connsiteY248" fmla="*/ 2305046 h 2323145"/>
              <a:gd name="connsiteX249" fmla="*/ 675971 w 11269336"/>
              <a:gd name="connsiteY249" fmla="*/ 2304030 h 2323145"/>
              <a:gd name="connsiteX250" fmla="*/ 624180 w 11269336"/>
              <a:gd name="connsiteY250" fmla="*/ 2302650 h 2323145"/>
              <a:gd name="connsiteX251" fmla="*/ 583453 w 11269336"/>
              <a:gd name="connsiteY251" fmla="*/ 2288788 h 2323145"/>
              <a:gd name="connsiteX252" fmla="*/ 540946 w 11269336"/>
              <a:gd name="connsiteY252" fmla="*/ 2292721 h 2323145"/>
              <a:gd name="connsiteX253" fmla="*/ 533680 w 11269336"/>
              <a:gd name="connsiteY253" fmla="*/ 2310233 h 2323145"/>
              <a:gd name="connsiteX254" fmla="*/ 487366 w 11269336"/>
              <a:gd name="connsiteY254" fmla="*/ 2309053 h 2323145"/>
              <a:gd name="connsiteX255" fmla="*/ 416820 w 11269336"/>
              <a:gd name="connsiteY255" fmla="*/ 2305443 h 2323145"/>
              <a:gd name="connsiteX256" fmla="*/ 376805 w 11269336"/>
              <a:gd name="connsiteY256" fmla="*/ 2307647 h 2323145"/>
              <a:gd name="connsiteX257" fmla="*/ 266777 w 11269336"/>
              <a:gd name="connsiteY257" fmla="*/ 2309012 h 2323145"/>
              <a:gd name="connsiteX258" fmla="*/ 156013 w 11269336"/>
              <a:gd name="connsiteY258" fmla="*/ 2306832 h 2323145"/>
              <a:gd name="connsiteX259" fmla="*/ 87258 w 11269336"/>
              <a:gd name="connsiteY259" fmla="*/ 2285511 h 2323145"/>
              <a:gd name="connsiteX260" fmla="*/ 23798 w 11269336"/>
              <a:gd name="connsiteY260" fmla="*/ 2281822 h 2323145"/>
              <a:gd name="connsiteX261" fmla="*/ 0 w 11269336"/>
              <a:gd name="connsiteY261" fmla="*/ 2285369 h 2323145"/>
              <a:gd name="connsiteX262" fmla="*/ 0 w 11269336"/>
              <a:gd name="connsiteY262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561575 w 11269336"/>
              <a:gd name="connsiteY19" fmla="*/ 559978 h 2323145"/>
              <a:gd name="connsiteX20" fmla="*/ 9162278 w 11269336"/>
              <a:gd name="connsiteY20" fmla="*/ 704724 h 2323145"/>
              <a:gd name="connsiteX21" fmla="*/ 9062863 w 11269336"/>
              <a:gd name="connsiteY21" fmla="*/ 754656 h 2323145"/>
              <a:gd name="connsiteX22" fmla="*/ 8914746 w 11269336"/>
              <a:gd name="connsiteY22" fmla="*/ 826428 h 2323145"/>
              <a:gd name="connsiteX23" fmla="*/ 8917778 w 11269336"/>
              <a:gd name="connsiteY23" fmla="*/ 835198 h 2323145"/>
              <a:gd name="connsiteX24" fmla="*/ 8905560 w 11269336"/>
              <a:gd name="connsiteY24" fmla="*/ 838358 h 2323145"/>
              <a:gd name="connsiteX25" fmla="*/ 8897564 w 11269336"/>
              <a:gd name="connsiteY25" fmla="*/ 834287 h 2323145"/>
              <a:gd name="connsiteX26" fmla="*/ 8878040 w 11269336"/>
              <a:gd name="connsiteY26" fmla="*/ 844150 h 2323145"/>
              <a:gd name="connsiteX27" fmla="*/ 8795998 w 11269336"/>
              <a:gd name="connsiteY27" fmla="*/ 863337 h 2323145"/>
              <a:gd name="connsiteX28" fmla="*/ 8776970 w 11269336"/>
              <a:gd name="connsiteY28" fmla="*/ 885177 h 2323145"/>
              <a:gd name="connsiteX29" fmla="*/ 8755719 w 11269336"/>
              <a:gd name="connsiteY29" fmla="*/ 889754 h 2323145"/>
              <a:gd name="connsiteX30" fmla="*/ 8743257 w 11269336"/>
              <a:gd name="connsiteY30" fmla="*/ 904723 h 2323145"/>
              <a:gd name="connsiteX31" fmla="*/ 8721366 w 11269336"/>
              <a:gd name="connsiteY31" fmla="*/ 904711 h 2323145"/>
              <a:gd name="connsiteX32" fmla="*/ 8678353 w 11269336"/>
              <a:gd name="connsiteY32" fmla="*/ 926318 h 2323145"/>
              <a:gd name="connsiteX33" fmla="*/ 8636849 w 11269336"/>
              <a:gd name="connsiteY33" fmla="*/ 937900 h 2323145"/>
              <a:gd name="connsiteX34" fmla="*/ 8620213 w 11269336"/>
              <a:gd name="connsiteY34" fmla="*/ 943068 h 2323145"/>
              <a:gd name="connsiteX35" fmla="*/ 8612581 w 11269336"/>
              <a:gd name="connsiteY35" fmla="*/ 952695 h 2323145"/>
              <a:gd name="connsiteX36" fmla="*/ 8589038 w 11269336"/>
              <a:gd name="connsiteY36" fmla="*/ 963892 h 2323145"/>
              <a:gd name="connsiteX37" fmla="*/ 8579950 w 11269336"/>
              <a:gd name="connsiteY37" fmla="*/ 960899 h 2323145"/>
              <a:gd name="connsiteX38" fmla="*/ 8579319 w 11269336"/>
              <a:gd name="connsiteY38" fmla="*/ 965630 h 2323145"/>
              <a:gd name="connsiteX39" fmla="*/ 8547429 w 11269336"/>
              <a:gd name="connsiteY39" fmla="*/ 984506 h 2323145"/>
              <a:gd name="connsiteX40" fmla="*/ 8478704 w 11269336"/>
              <a:gd name="connsiteY40" fmla="*/ 1025490 h 2323145"/>
              <a:gd name="connsiteX41" fmla="*/ 8461421 w 11269336"/>
              <a:gd name="connsiteY41" fmla="*/ 1035512 h 2323145"/>
              <a:gd name="connsiteX42" fmla="*/ 8445003 w 11269336"/>
              <a:gd name="connsiteY42" fmla="*/ 1036851 h 2323145"/>
              <a:gd name="connsiteX43" fmla="*/ 8357350 w 11269336"/>
              <a:gd name="connsiteY43" fmla="*/ 1060213 h 2323145"/>
              <a:gd name="connsiteX44" fmla="*/ 8335565 w 11269336"/>
              <a:gd name="connsiteY44" fmla="*/ 1061151 h 2323145"/>
              <a:gd name="connsiteX45" fmla="*/ 8325267 w 11269336"/>
              <a:gd name="connsiteY45" fmla="*/ 1055919 h 2323145"/>
              <a:gd name="connsiteX46" fmla="*/ 8293586 w 11269336"/>
              <a:gd name="connsiteY46" fmla="*/ 1076144 h 2323145"/>
              <a:gd name="connsiteX47" fmla="*/ 8242405 w 11269336"/>
              <a:gd name="connsiteY47" fmla="*/ 1095960 h 2323145"/>
              <a:gd name="connsiteX48" fmla="*/ 8197391 w 11269336"/>
              <a:gd name="connsiteY48" fmla="*/ 1107746 h 2323145"/>
              <a:gd name="connsiteX49" fmla="*/ 8081474 w 11269336"/>
              <a:gd name="connsiteY49" fmla="*/ 1130125 h 2323145"/>
              <a:gd name="connsiteX50" fmla="*/ 8053585 w 11269336"/>
              <a:gd name="connsiteY50" fmla="*/ 1129169 h 2323145"/>
              <a:gd name="connsiteX51" fmla="*/ 8038422 w 11269336"/>
              <a:gd name="connsiteY51" fmla="*/ 1119092 h 2323145"/>
              <a:gd name="connsiteX52" fmla="*/ 8029450 w 11269336"/>
              <a:gd name="connsiteY52" fmla="*/ 1125592 h 2323145"/>
              <a:gd name="connsiteX53" fmla="*/ 7959552 w 11269336"/>
              <a:gd name="connsiteY53" fmla="*/ 1140188 h 2323145"/>
              <a:gd name="connsiteX54" fmla="*/ 7914188 w 11269336"/>
              <a:gd name="connsiteY54" fmla="*/ 1150862 h 2323145"/>
              <a:gd name="connsiteX55" fmla="*/ 7914918 w 11269336"/>
              <a:gd name="connsiteY55" fmla="*/ 1168758 h 2323145"/>
              <a:gd name="connsiteX56" fmla="*/ 7875510 w 11269336"/>
              <a:gd name="connsiteY56" fmla="*/ 1183153 h 2323145"/>
              <a:gd name="connsiteX57" fmla="*/ 7829932 w 11269336"/>
              <a:gd name="connsiteY57" fmla="*/ 1180782 h 2323145"/>
              <a:gd name="connsiteX58" fmla="*/ 7779182 w 11269336"/>
              <a:gd name="connsiteY58" fmla="*/ 1192665 h 2323145"/>
              <a:gd name="connsiteX59" fmla="*/ 7748774 w 11269336"/>
              <a:gd name="connsiteY59" fmla="*/ 1199586 h 2323145"/>
              <a:gd name="connsiteX60" fmla="*/ 7671846 w 11269336"/>
              <a:gd name="connsiteY60" fmla="*/ 1231966 h 2323145"/>
              <a:gd name="connsiteX61" fmla="*/ 7554146 w 11269336"/>
              <a:gd name="connsiteY61" fmla="*/ 1319748 h 2323145"/>
              <a:gd name="connsiteX62" fmla="*/ 7515052 w 11269336"/>
              <a:gd name="connsiteY62" fmla="*/ 1336718 h 2323145"/>
              <a:gd name="connsiteX63" fmla="*/ 7507193 w 11269336"/>
              <a:gd name="connsiteY63" fmla="*/ 1334617 h 2323145"/>
              <a:gd name="connsiteX64" fmla="*/ 7461694 w 11269336"/>
              <a:gd name="connsiteY64" fmla="*/ 1375866 h 2323145"/>
              <a:gd name="connsiteX65" fmla="*/ 7377571 w 11269336"/>
              <a:gd name="connsiteY65" fmla="*/ 1400128 h 2323145"/>
              <a:gd name="connsiteX66" fmla="*/ 7311261 w 11269336"/>
              <a:gd name="connsiteY66" fmla="*/ 1412652 h 2323145"/>
              <a:gd name="connsiteX67" fmla="*/ 7275307 w 11269336"/>
              <a:gd name="connsiteY67" fmla="*/ 1422171 h 2323145"/>
              <a:gd name="connsiteX68" fmla="*/ 7247783 w 11269336"/>
              <a:gd name="connsiteY68" fmla="*/ 1426330 h 2323145"/>
              <a:gd name="connsiteX69" fmla="*/ 7185047 w 11269336"/>
              <a:gd name="connsiteY69" fmla="*/ 1451812 h 2323145"/>
              <a:gd name="connsiteX70" fmla="*/ 7084117 w 11269336"/>
              <a:gd name="connsiteY70" fmla="*/ 1500281 h 2323145"/>
              <a:gd name="connsiteX71" fmla="*/ 7062011 w 11269336"/>
              <a:gd name="connsiteY71" fmla="*/ 1509183 h 2323145"/>
              <a:gd name="connsiteX72" fmla="*/ 7040555 w 11269336"/>
              <a:gd name="connsiteY72" fmla="*/ 1511207 h 2323145"/>
              <a:gd name="connsiteX73" fmla="*/ 7033438 w 11269336"/>
              <a:gd name="connsiteY73" fmla="*/ 1506772 h 2323145"/>
              <a:gd name="connsiteX74" fmla="*/ 7020886 w 11269336"/>
              <a:gd name="connsiteY74" fmla="*/ 1510764 h 2323145"/>
              <a:gd name="connsiteX75" fmla="*/ 7017033 w 11269336"/>
              <a:gd name="connsiteY75" fmla="*/ 1510650 h 2323145"/>
              <a:gd name="connsiteX76" fmla="*/ 6995460 w 11269336"/>
              <a:gd name="connsiteY76" fmla="*/ 1511173 h 2323145"/>
              <a:gd name="connsiteX77" fmla="*/ 6962144 w 11269336"/>
              <a:gd name="connsiteY77" fmla="*/ 1541508 h 2323145"/>
              <a:gd name="connsiteX78" fmla="*/ 6910674 w 11269336"/>
              <a:gd name="connsiteY78" fmla="*/ 1554793 h 2323145"/>
              <a:gd name="connsiteX79" fmla="*/ 6732152 w 11269336"/>
              <a:gd name="connsiteY79" fmla="*/ 1642538 h 2323145"/>
              <a:gd name="connsiteX80" fmla="*/ 6694106 w 11269336"/>
              <a:gd name="connsiteY80" fmla="*/ 1632377 h 2323145"/>
              <a:gd name="connsiteX81" fmla="*/ 6617223 w 11269336"/>
              <a:gd name="connsiteY81" fmla="*/ 1659889 h 2323145"/>
              <a:gd name="connsiteX82" fmla="*/ 6521138 w 11269336"/>
              <a:gd name="connsiteY82" fmla="*/ 1744340 h 2323145"/>
              <a:gd name="connsiteX83" fmla="*/ 6380677 w 11269336"/>
              <a:gd name="connsiteY83" fmla="*/ 1796883 h 2323145"/>
              <a:gd name="connsiteX84" fmla="*/ 6374897 w 11269336"/>
              <a:gd name="connsiteY84" fmla="*/ 1809910 h 2323145"/>
              <a:gd name="connsiteX85" fmla="*/ 6364545 w 11269336"/>
              <a:gd name="connsiteY85" fmla="*/ 1820090 h 2323145"/>
              <a:gd name="connsiteX86" fmla="*/ 6362126 w 11269336"/>
              <a:gd name="connsiteY86" fmla="*/ 1819991 h 2323145"/>
              <a:gd name="connsiteX87" fmla="*/ 6346673 w 11269336"/>
              <a:gd name="connsiteY87" fmla="*/ 1827824 h 2323145"/>
              <a:gd name="connsiteX88" fmla="*/ 6345588 w 11269336"/>
              <a:gd name="connsiteY88" fmla="*/ 1832232 h 2323145"/>
              <a:gd name="connsiteX89" fmla="*/ 6335708 w 11269336"/>
              <a:gd name="connsiteY89" fmla="*/ 1838451 h 2323145"/>
              <a:gd name="connsiteX90" fmla="*/ 6318182 w 11269336"/>
              <a:gd name="connsiteY90" fmla="*/ 1852975 h 2323145"/>
              <a:gd name="connsiteX91" fmla="*/ 6313084 w 11269336"/>
              <a:gd name="connsiteY91" fmla="*/ 1853561 h 2323145"/>
              <a:gd name="connsiteX92" fmla="*/ 6283816 w 11269336"/>
              <a:gd name="connsiteY92" fmla="*/ 1872148 h 2323145"/>
              <a:gd name="connsiteX93" fmla="*/ 6282550 w 11269336"/>
              <a:gd name="connsiteY93" fmla="*/ 1871392 h 2323145"/>
              <a:gd name="connsiteX94" fmla="*/ 6270527 w 11269336"/>
              <a:gd name="connsiteY94" fmla="*/ 1872208 h 2323145"/>
              <a:gd name="connsiteX95" fmla="*/ 6249518 w 11269336"/>
              <a:gd name="connsiteY95" fmla="*/ 1876079 h 2323145"/>
              <a:gd name="connsiteX96" fmla="*/ 6190386 w 11269336"/>
              <a:gd name="connsiteY96" fmla="*/ 1872478 h 2323145"/>
              <a:gd name="connsiteX97" fmla="*/ 6159777 w 11269336"/>
              <a:gd name="connsiteY97" fmla="*/ 1891745 h 2323145"/>
              <a:gd name="connsiteX98" fmla="*/ 6153131 w 11269336"/>
              <a:gd name="connsiteY98" fmla="*/ 1895079 h 2323145"/>
              <a:gd name="connsiteX99" fmla="*/ 6152798 w 11269336"/>
              <a:gd name="connsiteY99" fmla="*/ 1894920 h 2323145"/>
              <a:gd name="connsiteX100" fmla="*/ 6145388 w 11269336"/>
              <a:gd name="connsiteY100" fmla="*/ 1897990 h 2323145"/>
              <a:gd name="connsiteX101" fmla="*/ 6141014 w 11269336"/>
              <a:gd name="connsiteY101" fmla="*/ 1901155 h 2323145"/>
              <a:gd name="connsiteX102" fmla="*/ 6128122 w 11269336"/>
              <a:gd name="connsiteY102" fmla="*/ 1907623 h 2323145"/>
              <a:gd name="connsiteX103" fmla="*/ 6122351 w 11269336"/>
              <a:gd name="connsiteY103" fmla="*/ 1908359 h 2323145"/>
              <a:gd name="connsiteX104" fmla="*/ 6064750 w 11269336"/>
              <a:gd name="connsiteY104" fmla="*/ 1896394 h 2323145"/>
              <a:gd name="connsiteX105" fmla="*/ 5964230 w 11269336"/>
              <a:gd name="connsiteY105" fmla="*/ 1910038 h 2323145"/>
              <a:gd name="connsiteX106" fmla="*/ 5865399 w 11269336"/>
              <a:gd name="connsiteY106" fmla="*/ 1926966 h 2323145"/>
              <a:gd name="connsiteX107" fmla="*/ 5829951 w 11269336"/>
              <a:gd name="connsiteY107" fmla="*/ 1934755 h 2323145"/>
              <a:gd name="connsiteX108" fmla="*/ 5765285 w 11269336"/>
              <a:gd name="connsiteY108" fmla="*/ 1941322 h 2323145"/>
              <a:gd name="connsiteX109" fmla="*/ 5734750 w 11269336"/>
              <a:gd name="connsiteY109" fmla="*/ 1939793 h 2323145"/>
              <a:gd name="connsiteX110" fmla="*/ 5733569 w 11269336"/>
              <a:gd name="connsiteY110" fmla="*/ 1940505 h 2323145"/>
              <a:gd name="connsiteX111" fmla="*/ 5730329 w 11269336"/>
              <a:gd name="connsiteY111" fmla="*/ 1937845 h 2323145"/>
              <a:gd name="connsiteX112" fmla="*/ 5724661 w 11269336"/>
              <a:gd name="connsiteY112" fmla="*/ 1937455 h 2323145"/>
              <a:gd name="connsiteX113" fmla="*/ 5710186 w 11269336"/>
              <a:gd name="connsiteY113" fmla="*/ 1941370 h 2323145"/>
              <a:gd name="connsiteX114" fmla="*/ 5704910 w 11269336"/>
              <a:gd name="connsiteY114" fmla="*/ 1943663 h 2323145"/>
              <a:gd name="connsiteX115" fmla="*/ 5696836 w 11269336"/>
              <a:gd name="connsiteY115" fmla="*/ 1945271 h 2323145"/>
              <a:gd name="connsiteX116" fmla="*/ 5696583 w 11269336"/>
              <a:gd name="connsiteY116" fmla="*/ 1945050 h 2323145"/>
              <a:gd name="connsiteX117" fmla="*/ 5689123 w 11269336"/>
              <a:gd name="connsiteY117" fmla="*/ 1947067 h 2323145"/>
              <a:gd name="connsiteX118" fmla="*/ 5653291 w 11269336"/>
              <a:gd name="connsiteY118" fmla="*/ 1960245 h 2323145"/>
              <a:gd name="connsiteX119" fmla="*/ 5599385 w 11269336"/>
              <a:gd name="connsiteY119" fmla="*/ 1945198 h 2323145"/>
              <a:gd name="connsiteX120" fmla="*/ 5578300 w 11269336"/>
              <a:gd name="connsiteY120" fmla="*/ 1944963 h 2323145"/>
              <a:gd name="connsiteX121" fmla="*/ 5566758 w 11269336"/>
              <a:gd name="connsiteY121" fmla="*/ 1943441 h 2323145"/>
              <a:gd name="connsiteX122" fmla="*/ 5565857 w 11269336"/>
              <a:gd name="connsiteY122" fmla="*/ 1942445 h 2323145"/>
              <a:gd name="connsiteX123" fmla="*/ 5531534 w 11269336"/>
              <a:gd name="connsiteY123" fmla="*/ 1955208 h 2323145"/>
              <a:gd name="connsiteX124" fmla="*/ 5526552 w 11269336"/>
              <a:gd name="connsiteY124" fmla="*/ 1954799 h 2323145"/>
              <a:gd name="connsiteX125" fmla="*/ 5504723 w 11269336"/>
              <a:gd name="connsiteY125" fmla="*/ 1965811 h 2323145"/>
              <a:gd name="connsiteX126" fmla="*/ 5493156 w 11269336"/>
              <a:gd name="connsiteY126" fmla="*/ 1970063 h 2323145"/>
              <a:gd name="connsiteX127" fmla="*/ 5490486 w 11269336"/>
              <a:gd name="connsiteY127" fmla="*/ 1974227 h 2323145"/>
              <a:gd name="connsiteX128" fmla="*/ 5473107 w 11269336"/>
              <a:gd name="connsiteY128" fmla="*/ 1979001 h 2323145"/>
              <a:gd name="connsiteX129" fmla="*/ 5470885 w 11269336"/>
              <a:gd name="connsiteY129" fmla="*/ 1978432 h 2323145"/>
              <a:gd name="connsiteX130" fmla="*/ 5457393 w 11269336"/>
              <a:gd name="connsiteY130" fmla="*/ 1986525 h 2323145"/>
              <a:gd name="connsiteX131" fmla="*/ 5447102 w 11269336"/>
              <a:gd name="connsiteY131" fmla="*/ 1998329 h 2323145"/>
              <a:gd name="connsiteX132" fmla="*/ 5159151 w 11269336"/>
              <a:gd name="connsiteY132" fmla="*/ 2029640 h 2323145"/>
              <a:gd name="connsiteX133" fmla="*/ 5098838 w 11269336"/>
              <a:gd name="connsiteY133" fmla="*/ 2062961 h 2323145"/>
              <a:gd name="connsiteX134" fmla="*/ 4860988 w 11269336"/>
              <a:gd name="connsiteY134" fmla="*/ 2135698 h 2323145"/>
              <a:gd name="connsiteX135" fmla="*/ 4807902 w 11269336"/>
              <a:gd name="connsiteY135" fmla="*/ 2138894 h 2323145"/>
              <a:gd name="connsiteX136" fmla="*/ 4765388 w 11269336"/>
              <a:gd name="connsiteY136" fmla="*/ 2162525 h 2323145"/>
              <a:gd name="connsiteX137" fmla="*/ 4745033 w 11269336"/>
              <a:gd name="connsiteY137" fmla="*/ 2158859 h 2323145"/>
              <a:gd name="connsiteX138" fmla="*/ 4741475 w 11269336"/>
              <a:gd name="connsiteY138" fmla="*/ 2157998 h 2323145"/>
              <a:gd name="connsiteX139" fmla="*/ 4728247 w 11269336"/>
              <a:gd name="connsiteY139" fmla="*/ 2159526 h 2323145"/>
              <a:gd name="connsiteX140" fmla="*/ 4723263 w 11269336"/>
              <a:gd name="connsiteY140" fmla="*/ 2153742 h 2323145"/>
              <a:gd name="connsiteX141" fmla="*/ 4702453 w 11269336"/>
              <a:gd name="connsiteY141" fmla="*/ 2151586 h 2323145"/>
              <a:gd name="connsiteX142" fmla="*/ 4678455 w 11269336"/>
              <a:gd name="connsiteY142" fmla="*/ 2156131 h 2323145"/>
              <a:gd name="connsiteX143" fmla="*/ 4593061 w 11269336"/>
              <a:gd name="connsiteY143" fmla="*/ 2171597 h 2323145"/>
              <a:gd name="connsiteX144" fmla="*/ 4579902 w 11269336"/>
              <a:gd name="connsiteY144" fmla="*/ 2177927 h 2323145"/>
              <a:gd name="connsiteX145" fmla="*/ 4533444 w 11269336"/>
              <a:gd name="connsiteY145" fmla="*/ 2181200 h 2323145"/>
              <a:gd name="connsiteX146" fmla="*/ 4492832 w 11269336"/>
              <a:gd name="connsiteY146" fmla="*/ 2188033 h 2323145"/>
              <a:gd name="connsiteX147" fmla="*/ 4467257 w 11269336"/>
              <a:gd name="connsiteY147" fmla="*/ 2196121 h 2323145"/>
              <a:gd name="connsiteX148" fmla="*/ 4459937 w 11269336"/>
              <a:gd name="connsiteY148" fmla="*/ 2195182 h 2323145"/>
              <a:gd name="connsiteX149" fmla="*/ 4433312 w 11269336"/>
              <a:gd name="connsiteY149" fmla="*/ 2199004 h 2323145"/>
              <a:gd name="connsiteX150" fmla="*/ 4420601 w 11269336"/>
              <a:gd name="connsiteY150" fmla="*/ 2205158 h 2323145"/>
              <a:gd name="connsiteX151" fmla="*/ 4405765 w 11269336"/>
              <a:gd name="connsiteY151" fmla="*/ 2199902 h 2323145"/>
              <a:gd name="connsiteX152" fmla="*/ 4401354 w 11269336"/>
              <a:gd name="connsiteY152" fmla="*/ 2194745 h 2323145"/>
              <a:gd name="connsiteX153" fmla="*/ 4383151 w 11269336"/>
              <a:gd name="connsiteY153" fmla="*/ 2201140 h 2323145"/>
              <a:gd name="connsiteX154" fmla="*/ 4366646 w 11269336"/>
              <a:gd name="connsiteY154" fmla="*/ 2198564 h 2323145"/>
              <a:gd name="connsiteX155" fmla="*/ 4354009 w 11269336"/>
              <a:gd name="connsiteY155" fmla="*/ 2204984 h 2323145"/>
              <a:gd name="connsiteX156" fmla="*/ 4348284 w 11269336"/>
              <a:gd name="connsiteY156" fmla="*/ 2205270 h 2323145"/>
              <a:gd name="connsiteX157" fmla="*/ 4333906 w 11269336"/>
              <a:gd name="connsiteY157" fmla="*/ 2205251 h 2323145"/>
              <a:gd name="connsiteX158" fmla="*/ 4308819 w 11269336"/>
              <a:gd name="connsiteY158" fmla="*/ 2203822 h 2323145"/>
              <a:gd name="connsiteX159" fmla="*/ 4301210 w 11269336"/>
              <a:gd name="connsiteY159" fmla="*/ 2204456 h 2323145"/>
              <a:gd name="connsiteX160" fmla="*/ 4283095 w 11269336"/>
              <a:gd name="connsiteY160" fmla="*/ 2198177 h 2323145"/>
              <a:gd name="connsiteX161" fmla="*/ 4250119 w 11269336"/>
              <a:gd name="connsiteY161" fmla="*/ 2196342 h 2323145"/>
              <a:gd name="connsiteX162" fmla="*/ 4189203 w 11269336"/>
              <a:gd name="connsiteY162" fmla="*/ 2178994 h 2323145"/>
              <a:gd name="connsiteX163" fmla="*/ 4154035 w 11269336"/>
              <a:gd name="connsiteY163" fmla="*/ 2171950 h 2323145"/>
              <a:gd name="connsiteX164" fmla="*/ 4129569 w 11269336"/>
              <a:gd name="connsiteY164" fmla="*/ 2163850 h 2323145"/>
              <a:gd name="connsiteX165" fmla="*/ 4061250 w 11269336"/>
              <a:gd name="connsiteY165" fmla="*/ 2159236 h 2323145"/>
              <a:gd name="connsiteX166" fmla="*/ 3945480 w 11269336"/>
              <a:gd name="connsiteY166" fmla="*/ 2158279 h 2323145"/>
              <a:gd name="connsiteX167" fmla="*/ 3921468 w 11269336"/>
              <a:gd name="connsiteY167" fmla="*/ 2156588 h 2323145"/>
              <a:gd name="connsiteX168" fmla="*/ 3903348 w 11269336"/>
              <a:gd name="connsiteY168" fmla="*/ 2149220 h 2323145"/>
              <a:gd name="connsiteX169" fmla="*/ 3901342 w 11269336"/>
              <a:gd name="connsiteY169" fmla="*/ 2142355 h 2323145"/>
              <a:gd name="connsiteX170" fmla="*/ 3888539 w 11269336"/>
              <a:gd name="connsiteY170" fmla="*/ 2140476 h 2323145"/>
              <a:gd name="connsiteX171" fmla="*/ 3885662 w 11269336"/>
              <a:gd name="connsiteY171" fmla="*/ 2138740 h 2323145"/>
              <a:gd name="connsiteX172" fmla="*/ 3868627 w 11269336"/>
              <a:gd name="connsiteY172" fmla="*/ 2130023 h 2323145"/>
              <a:gd name="connsiteX173" fmla="*/ 3819177 w 11269336"/>
              <a:gd name="connsiteY173" fmla="*/ 2142111 h 2323145"/>
              <a:gd name="connsiteX174" fmla="*/ 3769100 w 11269336"/>
              <a:gd name="connsiteY174" fmla="*/ 2131731 h 2323145"/>
              <a:gd name="connsiteX175" fmla="*/ 3562752 w 11269336"/>
              <a:gd name="connsiteY175" fmla="*/ 2131785 h 2323145"/>
              <a:gd name="connsiteX176" fmla="*/ 3541402 w 11269336"/>
              <a:gd name="connsiteY176" fmla="*/ 2106821 h 2323145"/>
              <a:gd name="connsiteX177" fmla="*/ 3365341 w 11269336"/>
              <a:gd name="connsiteY177" fmla="*/ 2077638 h 2323145"/>
              <a:gd name="connsiteX178" fmla="*/ 3170922 w 11269336"/>
              <a:gd name="connsiteY178" fmla="*/ 2115957 h 2323145"/>
              <a:gd name="connsiteX179" fmla="*/ 3156256 w 11269336"/>
              <a:gd name="connsiteY179" fmla="*/ 2124773 h 2323145"/>
              <a:gd name="connsiteX180" fmla="*/ 3140298 w 11269336"/>
              <a:gd name="connsiteY180" fmla="*/ 2129182 h 2323145"/>
              <a:gd name="connsiteX181" fmla="*/ 3138514 w 11269336"/>
              <a:gd name="connsiteY181" fmla="*/ 2128069 h 2323145"/>
              <a:gd name="connsiteX182" fmla="*/ 3120467 w 11269336"/>
              <a:gd name="connsiteY182" fmla="*/ 2128281 h 2323145"/>
              <a:gd name="connsiteX183" fmla="*/ 3116175 w 11269336"/>
              <a:gd name="connsiteY183" fmla="*/ 2131633 h 2323145"/>
              <a:gd name="connsiteX184" fmla="*/ 3103685 w 11269336"/>
              <a:gd name="connsiteY184" fmla="*/ 2132814 h 2323145"/>
              <a:gd name="connsiteX185" fmla="*/ 3078794 w 11269336"/>
              <a:gd name="connsiteY185" fmla="*/ 2137935 h 2323145"/>
              <a:gd name="connsiteX186" fmla="*/ 3074407 w 11269336"/>
              <a:gd name="connsiteY186" fmla="*/ 2136274 h 2323145"/>
              <a:gd name="connsiteX187" fmla="*/ 3037285 w 11269336"/>
              <a:gd name="connsiteY187" fmla="*/ 2139919 h 2323145"/>
              <a:gd name="connsiteX188" fmla="*/ 3036901 w 11269336"/>
              <a:gd name="connsiteY188" fmla="*/ 2138726 h 2323145"/>
              <a:gd name="connsiteX189" fmla="*/ 3026996 w 11269336"/>
              <a:gd name="connsiteY189" fmla="*/ 2134322 h 2323145"/>
              <a:gd name="connsiteX190" fmla="*/ 3007772 w 11269336"/>
              <a:gd name="connsiteY190" fmla="*/ 2128742 h 2323145"/>
              <a:gd name="connsiteX191" fmla="*/ 2965030 w 11269336"/>
              <a:gd name="connsiteY191" fmla="*/ 2100494 h 2323145"/>
              <a:gd name="connsiteX192" fmla="*/ 2926342 w 11269336"/>
              <a:gd name="connsiteY192" fmla="*/ 2104155 h 2323145"/>
              <a:gd name="connsiteX193" fmla="*/ 2918608 w 11269336"/>
              <a:gd name="connsiteY193" fmla="*/ 2104215 h 2323145"/>
              <a:gd name="connsiteX194" fmla="*/ 2918475 w 11269336"/>
              <a:gd name="connsiteY194" fmla="*/ 2103937 h 2323145"/>
              <a:gd name="connsiteX195" fmla="*/ 2910360 w 11269336"/>
              <a:gd name="connsiteY195" fmla="*/ 2103444 h 2323145"/>
              <a:gd name="connsiteX196" fmla="*/ 2904507 w 11269336"/>
              <a:gd name="connsiteY196" fmla="*/ 2104326 h 2323145"/>
              <a:gd name="connsiteX197" fmla="*/ 2889503 w 11269336"/>
              <a:gd name="connsiteY197" fmla="*/ 2104443 h 2323145"/>
              <a:gd name="connsiteX198" fmla="*/ 2884480 w 11269336"/>
              <a:gd name="connsiteY198" fmla="*/ 2102626 h 2323145"/>
              <a:gd name="connsiteX199" fmla="*/ 2882689 w 11269336"/>
              <a:gd name="connsiteY199" fmla="*/ 2099228 h 2323145"/>
              <a:gd name="connsiteX200" fmla="*/ 2881291 w 11269336"/>
              <a:gd name="connsiteY200" fmla="*/ 2099618 h 2323145"/>
              <a:gd name="connsiteX201" fmla="*/ 2853979 w 11269336"/>
              <a:gd name="connsiteY201" fmla="*/ 2090388 h 2323145"/>
              <a:gd name="connsiteX202" fmla="*/ 2791790 w 11269336"/>
              <a:gd name="connsiteY202" fmla="*/ 2080332 h 2323145"/>
              <a:gd name="connsiteX203" fmla="*/ 2755844 w 11269336"/>
              <a:gd name="connsiteY203" fmla="*/ 2078874 h 2323145"/>
              <a:gd name="connsiteX204" fmla="*/ 2657742 w 11269336"/>
              <a:gd name="connsiteY204" fmla="*/ 2070179 h 2323145"/>
              <a:gd name="connsiteX205" fmla="*/ 2559549 w 11269336"/>
              <a:gd name="connsiteY205" fmla="*/ 2057873 h 2323145"/>
              <a:gd name="connsiteX206" fmla="*/ 2512054 w 11269336"/>
              <a:gd name="connsiteY206" fmla="*/ 2031671 h 2323145"/>
              <a:gd name="connsiteX207" fmla="*/ 2506437 w 11269336"/>
              <a:gd name="connsiteY207" fmla="*/ 2030918 h 2323145"/>
              <a:gd name="connsiteX208" fmla="*/ 2491752 w 11269336"/>
              <a:gd name="connsiteY208" fmla="*/ 2033906 h 2323145"/>
              <a:gd name="connsiteX209" fmla="*/ 2486338 w 11269336"/>
              <a:gd name="connsiteY209" fmla="*/ 2035862 h 2323145"/>
              <a:gd name="connsiteX210" fmla="*/ 2478186 w 11269336"/>
              <a:gd name="connsiteY210" fmla="*/ 2036953 h 2323145"/>
              <a:gd name="connsiteX211" fmla="*/ 2477950 w 11269336"/>
              <a:gd name="connsiteY211" fmla="*/ 2036715 h 2323145"/>
              <a:gd name="connsiteX212" fmla="*/ 2470381 w 11269336"/>
              <a:gd name="connsiteY212" fmla="*/ 2038256 h 2323145"/>
              <a:gd name="connsiteX213" fmla="*/ 2433781 w 11269336"/>
              <a:gd name="connsiteY213" fmla="*/ 2049140 h 2323145"/>
              <a:gd name="connsiteX214" fmla="*/ 2381172 w 11269336"/>
              <a:gd name="connsiteY214" fmla="*/ 2030645 h 2323145"/>
              <a:gd name="connsiteX215" fmla="*/ 2360198 w 11269336"/>
              <a:gd name="connsiteY215" fmla="*/ 2029059 h 2323145"/>
              <a:gd name="connsiteX216" fmla="*/ 2348815 w 11269336"/>
              <a:gd name="connsiteY216" fmla="*/ 2026798 h 2323145"/>
              <a:gd name="connsiteX217" fmla="*/ 2347988 w 11269336"/>
              <a:gd name="connsiteY217" fmla="*/ 2025745 h 2323145"/>
              <a:gd name="connsiteX218" fmla="*/ 2312920 w 11269336"/>
              <a:gd name="connsiteY218" fmla="*/ 2036311 h 2323145"/>
              <a:gd name="connsiteX219" fmla="*/ 2307986 w 11269336"/>
              <a:gd name="connsiteY219" fmla="*/ 2035583 h 2323145"/>
              <a:gd name="connsiteX220" fmla="*/ 2285481 w 11269336"/>
              <a:gd name="connsiteY220" fmla="*/ 2045197 h 2323145"/>
              <a:gd name="connsiteX221" fmla="*/ 2273666 w 11269336"/>
              <a:gd name="connsiteY221" fmla="*/ 2048710 h 2323145"/>
              <a:gd name="connsiteX222" fmla="*/ 2270719 w 11269336"/>
              <a:gd name="connsiteY222" fmla="*/ 2052702 h 2323145"/>
              <a:gd name="connsiteX223" fmla="*/ 2253080 w 11269336"/>
              <a:gd name="connsiteY223" fmla="*/ 2056363 h 2323145"/>
              <a:gd name="connsiteX224" fmla="*/ 2250906 w 11269336"/>
              <a:gd name="connsiteY224" fmla="*/ 2055654 h 2323145"/>
              <a:gd name="connsiteX225" fmla="*/ 2236905 w 11269336"/>
              <a:gd name="connsiteY225" fmla="*/ 2062882 h 2323145"/>
              <a:gd name="connsiteX226" fmla="*/ 2225830 w 11269336"/>
              <a:gd name="connsiteY226" fmla="*/ 2074027 h 2323145"/>
              <a:gd name="connsiteX227" fmla="*/ 2073776 w 11269336"/>
              <a:gd name="connsiteY227" fmla="*/ 2089244 h 2323145"/>
              <a:gd name="connsiteX228" fmla="*/ 1948256 w 11269336"/>
              <a:gd name="connsiteY228" fmla="*/ 2146616 h 2323145"/>
              <a:gd name="connsiteX229" fmla="*/ 1865582 w 11269336"/>
              <a:gd name="connsiteY229" fmla="*/ 2153738 h 2323145"/>
              <a:gd name="connsiteX230" fmla="*/ 1835210 w 11269336"/>
              <a:gd name="connsiteY230" fmla="*/ 2134244 h 2323145"/>
              <a:gd name="connsiteX231" fmla="*/ 1632661 w 11269336"/>
              <a:gd name="connsiteY231" fmla="*/ 2173882 h 2323145"/>
              <a:gd name="connsiteX232" fmla="*/ 1579590 w 11269336"/>
              <a:gd name="connsiteY232" fmla="*/ 2173680 h 2323145"/>
              <a:gd name="connsiteX233" fmla="*/ 1535601 w 11269336"/>
              <a:gd name="connsiteY233" fmla="*/ 2194590 h 2323145"/>
              <a:gd name="connsiteX234" fmla="*/ 1515594 w 11269336"/>
              <a:gd name="connsiteY234" fmla="*/ 2189622 h 2323145"/>
              <a:gd name="connsiteX235" fmla="*/ 1512113 w 11269336"/>
              <a:gd name="connsiteY235" fmla="*/ 2188534 h 2323145"/>
              <a:gd name="connsiteX236" fmla="*/ 1498838 w 11269336"/>
              <a:gd name="connsiteY236" fmla="*/ 2189213 h 2323145"/>
              <a:gd name="connsiteX237" fmla="*/ 1494279 w 11269336"/>
              <a:gd name="connsiteY237" fmla="*/ 2183112 h 2323145"/>
              <a:gd name="connsiteX238" fmla="*/ 1473714 w 11269336"/>
              <a:gd name="connsiteY238" fmla="*/ 2179625 h 2323145"/>
              <a:gd name="connsiteX239" fmla="*/ 1449503 w 11269336"/>
              <a:gd name="connsiteY239" fmla="*/ 2182633 h 2323145"/>
              <a:gd name="connsiteX240" fmla="*/ 1266687 w 11269336"/>
              <a:gd name="connsiteY240" fmla="*/ 2212688 h 2323145"/>
              <a:gd name="connsiteX241" fmla="*/ 1239614 w 11269336"/>
              <a:gd name="connsiteY241" fmla="*/ 2209727 h 2323145"/>
              <a:gd name="connsiteX242" fmla="*/ 1202436 w 11269336"/>
              <a:gd name="connsiteY242" fmla="*/ 2209817 h 2323145"/>
              <a:gd name="connsiteX243" fmla="*/ 1136097 w 11269336"/>
              <a:gd name="connsiteY243" fmla="*/ 2205112 h 2323145"/>
              <a:gd name="connsiteX244" fmla="*/ 988232 w 11269336"/>
              <a:gd name="connsiteY244" fmla="*/ 2235635 h 2323145"/>
              <a:gd name="connsiteX245" fmla="*/ 981959 w 11269336"/>
              <a:gd name="connsiteY245" fmla="*/ 2231607 h 2323145"/>
              <a:gd name="connsiteX246" fmla="*/ 938600 w 11269336"/>
              <a:gd name="connsiteY246" fmla="*/ 2238113 h 2323145"/>
              <a:gd name="connsiteX247" fmla="*/ 791788 w 11269336"/>
              <a:gd name="connsiteY247" fmla="*/ 2293224 h 2323145"/>
              <a:gd name="connsiteX248" fmla="*/ 706914 w 11269336"/>
              <a:gd name="connsiteY248" fmla="*/ 2305046 h 2323145"/>
              <a:gd name="connsiteX249" fmla="*/ 675971 w 11269336"/>
              <a:gd name="connsiteY249" fmla="*/ 2304030 h 2323145"/>
              <a:gd name="connsiteX250" fmla="*/ 624180 w 11269336"/>
              <a:gd name="connsiteY250" fmla="*/ 2302650 h 2323145"/>
              <a:gd name="connsiteX251" fmla="*/ 583453 w 11269336"/>
              <a:gd name="connsiteY251" fmla="*/ 2288788 h 2323145"/>
              <a:gd name="connsiteX252" fmla="*/ 540946 w 11269336"/>
              <a:gd name="connsiteY252" fmla="*/ 2292721 h 2323145"/>
              <a:gd name="connsiteX253" fmla="*/ 533680 w 11269336"/>
              <a:gd name="connsiteY253" fmla="*/ 2310233 h 2323145"/>
              <a:gd name="connsiteX254" fmla="*/ 487366 w 11269336"/>
              <a:gd name="connsiteY254" fmla="*/ 2309053 h 2323145"/>
              <a:gd name="connsiteX255" fmla="*/ 416820 w 11269336"/>
              <a:gd name="connsiteY255" fmla="*/ 2305443 h 2323145"/>
              <a:gd name="connsiteX256" fmla="*/ 376805 w 11269336"/>
              <a:gd name="connsiteY256" fmla="*/ 2307647 h 2323145"/>
              <a:gd name="connsiteX257" fmla="*/ 266777 w 11269336"/>
              <a:gd name="connsiteY257" fmla="*/ 2309012 h 2323145"/>
              <a:gd name="connsiteX258" fmla="*/ 156013 w 11269336"/>
              <a:gd name="connsiteY258" fmla="*/ 2306832 h 2323145"/>
              <a:gd name="connsiteX259" fmla="*/ 87258 w 11269336"/>
              <a:gd name="connsiteY259" fmla="*/ 2285511 h 2323145"/>
              <a:gd name="connsiteX260" fmla="*/ 23798 w 11269336"/>
              <a:gd name="connsiteY260" fmla="*/ 2281822 h 2323145"/>
              <a:gd name="connsiteX261" fmla="*/ 0 w 11269336"/>
              <a:gd name="connsiteY261" fmla="*/ 2285369 h 2323145"/>
              <a:gd name="connsiteX262" fmla="*/ 0 w 11269336"/>
              <a:gd name="connsiteY262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561575 w 11269336"/>
              <a:gd name="connsiteY19" fmla="*/ 559978 h 2323145"/>
              <a:gd name="connsiteX20" fmla="*/ 9162278 w 11269336"/>
              <a:gd name="connsiteY20" fmla="*/ 704724 h 2323145"/>
              <a:gd name="connsiteX21" fmla="*/ 9062863 w 11269336"/>
              <a:gd name="connsiteY21" fmla="*/ 754656 h 2323145"/>
              <a:gd name="connsiteX22" fmla="*/ 8914746 w 11269336"/>
              <a:gd name="connsiteY22" fmla="*/ 826428 h 2323145"/>
              <a:gd name="connsiteX23" fmla="*/ 8917778 w 11269336"/>
              <a:gd name="connsiteY23" fmla="*/ 835198 h 2323145"/>
              <a:gd name="connsiteX24" fmla="*/ 8905560 w 11269336"/>
              <a:gd name="connsiteY24" fmla="*/ 838358 h 2323145"/>
              <a:gd name="connsiteX25" fmla="*/ 8897564 w 11269336"/>
              <a:gd name="connsiteY25" fmla="*/ 834287 h 2323145"/>
              <a:gd name="connsiteX26" fmla="*/ 8878040 w 11269336"/>
              <a:gd name="connsiteY26" fmla="*/ 844150 h 2323145"/>
              <a:gd name="connsiteX27" fmla="*/ 8795998 w 11269336"/>
              <a:gd name="connsiteY27" fmla="*/ 863337 h 2323145"/>
              <a:gd name="connsiteX28" fmla="*/ 8776970 w 11269336"/>
              <a:gd name="connsiteY28" fmla="*/ 885177 h 2323145"/>
              <a:gd name="connsiteX29" fmla="*/ 8755719 w 11269336"/>
              <a:gd name="connsiteY29" fmla="*/ 889754 h 2323145"/>
              <a:gd name="connsiteX30" fmla="*/ 8743257 w 11269336"/>
              <a:gd name="connsiteY30" fmla="*/ 904723 h 2323145"/>
              <a:gd name="connsiteX31" fmla="*/ 8721366 w 11269336"/>
              <a:gd name="connsiteY31" fmla="*/ 904711 h 2323145"/>
              <a:gd name="connsiteX32" fmla="*/ 8678353 w 11269336"/>
              <a:gd name="connsiteY32" fmla="*/ 926318 h 2323145"/>
              <a:gd name="connsiteX33" fmla="*/ 8636849 w 11269336"/>
              <a:gd name="connsiteY33" fmla="*/ 937900 h 2323145"/>
              <a:gd name="connsiteX34" fmla="*/ 8620213 w 11269336"/>
              <a:gd name="connsiteY34" fmla="*/ 943068 h 2323145"/>
              <a:gd name="connsiteX35" fmla="*/ 8612581 w 11269336"/>
              <a:gd name="connsiteY35" fmla="*/ 952695 h 2323145"/>
              <a:gd name="connsiteX36" fmla="*/ 8589038 w 11269336"/>
              <a:gd name="connsiteY36" fmla="*/ 963892 h 2323145"/>
              <a:gd name="connsiteX37" fmla="*/ 8579950 w 11269336"/>
              <a:gd name="connsiteY37" fmla="*/ 960899 h 2323145"/>
              <a:gd name="connsiteX38" fmla="*/ 8579319 w 11269336"/>
              <a:gd name="connsiteY38" fmla="*/ 965630 h 2323145"/>
              <a:gd name="connsiteX39" fmla="*/ 8547429 w 11269336"/>
              <a:gd name="connsiteY39" fmla="*/ 984506 h 2323145"/>
              <a:gd name="connsiteX40" fmla="*/ 8478704 w 11269336"/>
              <a:gd name="connsiteY40" fmla="*/ 1025490 h 2323145"/>
              <a:gd name="connsiteX41" fmla="*/ 8461421 w 11269336"/>
              <a:gd name="connsiteY41" fmla="*/ 1035512 h 2323145"/>
              <a:gd name="connsiteX42" fmla="*/ 8445003 w 11269336"/>
              <a:gd name="connsiteY42" fmla="*/ 1036851 h 2323145"/>
              <a:gd name="connsiteX43" fmla="*/ 8357350 w 11269336"/>
              <a:gd name="connsiteY43" fmla="*/ 1060213 h 2323145"/>
              <a:gd name="connsiteX44" fmla="*/ 8335565 w 11269336"/>
              <a:gd name="connsiteY44" fmla="*/ 1061151 h 2323145"/>
              <a:gd name="connsiteX45" fmla="*/ 8325267 w 11269336"/>
              <a:gd name="connsiteY45" fmla="*/ 1055919 h 2323145"/>
              <a:gd name="connsiteX46" fmla="*/ 8293586 w 11269336"/>
              <a:gd name="connsiteY46" fmla="*/ 1076144 h 2323145"/>
              <a:gd name="connsiteX47" fmla="*/ 8242405 w 11269336"/>
              <a:gd name="connsiteY47" fmla="*/ 1095960 h 2323145"/>
              <a:gd name="connsiteX48" fmla="*/ 8197391 w 11269336"/>
              <a:gd name="connsiteY48" fmla="*/ 1107746 h 2323145"/>
              <a:gd name="connsiteX49" fmla="*/ 8081474 w 11269336"/>
              <a:gd name="connsiteY49" fmla="*/ 1130125 h 2323145"/>
              <a:gd name="connsiteX50" fmla="*/ 8053585 w 11269336"/>
              <a:gd name="connsiteY50" fmla="*/ 1129169 h 2323145"/>
              <a:gd name="connsiteX51" fmla="*/ 8038422 w 11269336"/>
              <a:gd name="connsiteY51" fmla="*/ 1119092 h 2323145"/>
              <a:gd name="connsiteX52" fmla="*/ 8029450 w 11269336"/>
              <a:gd name="connsiteY52" fmla="*/ 1125592 h 2323145"/>
              <a:gd name="connsiteX53" fmla="*/ 7959552 w 11269336"/>
              <a:gd name="connsiteY53" fmla="*/ 1140188 h 2323145"/>
              <a:gd name="connsiteX54" fmla="*/ 7914188 w 11269336"/>
              <a:gd name="connsiteY54" fmla="*/ 1150862 h 2323145"/>
              <a:gd name="connsiteX55" fmla="*/ 7914918 w 11269336"/>
              <a:gd name="connsiteY55" fmla="*/ 1168758 h 2323145"/>
              <a:gd name="connsiteX56" fmla="*/ 7875510 w 11269336"/>
              <a:gd name="connsiteY56" fmla="*/ 1183153 h 2323145"/>
              <a:gd name="connsiteX57" fmla="*/ 7829932 w 11269336"/>
              <a:gd name="connsiteY57" fmla="*/ 1180782 h 2323145"/>
              <a:gd name="connsiteX58" fmla="*/ 7779182 w 11269336"/>
              <a:gd name="connsiteY58" fmla="*/ 1192665 h 2323145"/>
              <a:gd name="connsiteX59" fmla="*/ 7748774 w 11269336"/>
              <a:gd name="connsiteY59" fmla="*/ 1199586 h 2323145"/>
              <a:gd name="connsiteX60" fmla="*/ 7671846 w 11269336"/>
              <a:gd name="connsiteY60" fmla="*/ 1231966 h 2323145"/>
              <a:gd name="connsiteX61" fmla="*/ 7554146 w 11269336"/>
              <a:gd name="connsiteY61" fmla="*/ 1319748 h 2323145"/>
              <a:gd name="connsiteX62" fmla="*/ 7515052 w 11269336"/>
              <a:gd name="connsiteY62" fmla="*/ 1336718 h 2323145"/>
              <a:gd name="connsiteX63" fmla="*/ 7507193 w 11269336"/>
              <a:gd name="connsiteY63" fmla="*/ 1334617 h 2323145"/>
              <a:gd name="connsiteX64" fmla="*/ 7461694 w 11269336"/>
              <a:gd name="connsiteY64" fmla="*/ 1375866 h 2323145"/>
              <a:gd name="connsiteX65" fmla="*/ 7377571 w 11269336"/>
              <a:gd name="connsiteY65" fmla="*/ 1400128 h 2323145"/>
              <a:gd name="connsiteX66" fmla="*/ 7311261 w 11269336"/>
              <a:gd name="connsiteY66" fmla="*/ 1412652 h 2323145"/>
              <a:gd name="connsiteX67" fmla="*/ 7275307 w 11269336"/>
              <a:gd name="connsiteY67" fmla="*/ 1422171 h 2323145"/>
              <a:gd name="connsiteX68" fmla="*/ 7247783 w 11269336"/>
              <a:gd name="connsiteY68" fmla="*/ 1426330 h 2323145"/>
              <a:gd name="connsiteX69" fmla="*/ 7185047 w 11269336"/>
              <a:gd name="connsiteY69" fmla="*/ 1451812 h 2323145"/>
              <a:gd name="connsiteX70" fmla="*/ 7084117 w 11269336"/>
              <a:gd name="connsiteY70" fmla="*/ 1500281 h 2323145"/>
              <a:gd name="connsiteX71" fmla="*/ 7062011 w 11269336"/>
              <a:gd name="connsiteY71" fmla="*/ 1509183 h 2323145"/>
              <a:gd name="connsiteX72" fmla="*/ 7040555 w 11269336"/>
              <a:gd name="connsiteY72" fmla="*/ 1511207 h 2323145"/>
              <a:gd name="connsiteX73" fmla="*/ 7033438 w 11269336"/>
              <a:gd name="connsiteY73" fmla="*/ 1506772 h 2323145"/>
              <a:gd name="connsiteX74" fmla="*/ 7020886 w 11269336"/>
              <a:gd name="connsiteY74" fmla="*/ 1510764 h 2323145"/>
              <a:gd name="connsiteX75" fmla="*/ 7017033 w 11269336"/>
              <a:gd name="connsiteY75" fmla="*/ 1510650 h 2323145"/>
              <a:gd name="connsiteX76" fmla="*/ 6995460 w 11269336"/>
              <a:gd name="connsiteY76" fmla="*/ 1511173 h 2323145"/>
              <a:gd name="connsiteX77" fmla="*/ 6962144 w 11269336"/>
              <a:gd name="connsiteY77" fmla="*/ 1541508 h 2323145"/>
              <a:gd name="connsiteX78" fmla="*/ 6910674 w 11269336"/>
              <a:gd name="connsiteY78" fmla="*/ 1554793 h 2323145"/>
              <a:gd name="connsiteX79" fmla="*/ 6732152 w 11269336"/>
              <a:gd name="connsiteY79" fmla="*/ 1642538 h 2323145"/>
              <a:gd name="connsiteX80" fmla="*/ 6694106 w 11269336"/>
              <a:gd name="connsiteY80" fmla="*/ 1632377 h 2323145"/>
              <a:gd name="connsiteX81" fmla="*/ 6617223 w 11269336"/>
              <a:gd name="connsiteY81" fmla="*/ 1659889 h 2323145"/>
              <a:gd name="connsiteX82" fmla="*/ 6521138 w 11269336"/>
              <a:gd name="connsiteY82" fmla="*/ 1744340 h 2323145"/>
              <a:gd name="connsiteX83" fmla="*/ 6380677 w 11269336"/>
              <a:gd name="connsiteY83" fmla="*/ 1796883 h 2323145"/>
              <a:gd name="connsiteX84" fmla="*/ 6374897 w 11269336"/>
              <a:gd name="connsiteY84" fmla="*/ 1809910 h 2323145"/>
              <a:gd name="connsiteX85" fmla="*/ 6364545 w 11269336"/>
              <a:gd name="connsiteY85" fmla="*/ 1820090 h 2323145"/>
              <a:gd name="connsiteX86" fmla="*/ 6362126 w 11269336"/>
              <a:gd name="connsiteY86" fmla="*/ 1819991 h 2323145"/>
              <a:gd name="connsiteX87" fmla="*/ 6346673 w 11269336"/>
              <a:gd name="connsiteY87" fmla="*/ 1827824 h 2323145"/>
              <a:gd name="connsiteX88" fmla="*/ 6345588 w 11269336"/>
              <a:gd name="connsiteY88" fmla="*/ 1832232 h 2323145"/>
              <a:gd name="connsiteX89" fmla="*/ 6335708 w 11269336"/>
              <a:gd name="connsiteY89" fmla="*/ 1838451 h 2323145"/>
              <a:gd name="connsiteX90" fmla="*/ 6318182 w 11269336"/>
              <a:gd name="connsiteY90" fmla="*/ 1852975 h 2323145"/>
              <a:gd name="connsiteX91" fmla="*/ 6313084 w 11269336"/>
              <a:gd name="connsiteY91" fmla="*/ 1853561 h 2323145"/>
              <a:gd name="connsiteX92" fmla="*/ 6283816 w 11269336"/>
              <a:gd name="connsiteY92" fmla="*/ 1872148 h 2323145"/>
              <a:gd name="connsiteX93" fmla="*/ 6282550 w 11269336"/>
              <a:gd name="connsiteY93" fmla="*/ 1871392 h 2323145"/>
              <a:gd name="connsiteX94" fmla="*/ 6270527 w 11269336"/>
              <a:gd name="connsiteY94" fmla="*/ 1872208 h 2323145"/>
              <a:gd name="connsiteX95" fmla="*/ 6249518 w 11269336"/>
              <a:gd name="connsiteY95" fmla="*/ 1876079 h 2323145"/>
              <a:gd name="connsiteX96" fmla="*/ 6190386 w 11269336"/>
              <a:gd name="connsiteY96" fmla="*/ 1872478 h 2323145"/>
              <a:gd name="connsiteX97" fmla="*/ 6159777 w 11269336"/>
              <a:gd name="connsiteY97" fmla="*/ 1891745 h 2323145"/>
              <a:gd name="connsiteX98" fmla="*/ 6153131 w 11269336"/>
              <a:gd name="connsiteY98" fmla="*/ 1895079 h 2323145"/>
              <a:gd name="connsiteX99" fmla="*/ 6152798 w 11269336"/>
              <a:gd name="connsiteY99" fmla="*/ 1894920 h 2323145"/>
              <a:gd name="connsiteX100" fmla="*/ 6145388 w 11269336"/>
              <a:gd name="connsiteY100" fmla="*/ 1897990 h 2323145"/>
              <a:gd name="connsiteX101" fmla="*/ 6141014 w 11269336"/>
              <a:gd name="connsiteY101" fmla="*/ 1901155 h 2323145"/>
              <a:gd name="connsiteX102" fmla="*/ 6128122 w 11269336"/>
              <a:gd name="connsiteY102" fmla="*/ 1907623 h 2323145"/>
              <a:gd name="connsiteX103" fmla="*/ 6122351 w 11269336"/>
              <a:gd name="connsiteY103" fmla="*/ 1908359 h 2323145"/>
              <a:gd name="connsiteX104" fmla="*/ 6064750 w 11269336"/>
              <a:gd name="connsiteY104" fmla="*/ 1896394 h 2323145"/>
              <a:gd name="connsiteX105" fmla="*/ 5964230 w 11269336"/>
              <a:gd name="connsiteY105" fmla="*/ 1910038 h 2323145"/>
              <a:gd name="connsiteX106" fmla="*/ 5865399 w 11269336"/>
              <a:gd name="connsiteY106" fmla="*/ 1926966 h 2323145"/>
              <a:gd name="connsiteX107" fmla="*/ 5829951 w 11269336"/>
              <a:gd name="connsiteY107" fmla="*/ 1934755 h 2323145"/>
              <a:gd name="connsiteX108" fmla="*/ 5765285 w 11269336"/>
              <a:gd name="connsiteY108" fmla="*/ 1941322 h 2323145"/>
              <a:gd name="connsiteX109" fmla="*/ 5734750 w 11269336"/>
              <a:gd name="connsiteY109" fmla="*/ 1939793 h 2323145"/>
              <a:gd name="connsiteX110" fmla="*/ 5733569 w 11269336"/>
              <a:gd name="connsiteY110" fmla="*/ 1940505 h 2323145"/>
              <a:gd name="connsiteX111" fmla="*/ 5730329 w 11269336"/>
              <a:gd name="connsiteY111" fmla="*/ 1937845 h 2323145"/>
              <a:gd name="connsiteX112" fmla="*/ 5724661 w 11269336"/>
              <a:gd name="connsiteY112" fmla="*/ 1937455 h 2323145"/>
              <a:gd name="connsiteX113" fmla="*/ 5710186 w 11269336"/>
              <a:gd name="connsiteY113" fmla="*/ 1941370 h 2323145"/>
              <a:gd name="connsiteX114" fmla="*/ 5704910 w 11269336"/>
              <a:gd name="connsiteY114" fmla="*/ 1943663 h 2323145"/>
              <a:gd name="connsiteX115" fmla="*/ 5696836 w 11269336"/>
              <a:gd name="connsiteY115" fmla="*/ 1945271 h 2323145"/>
              <a:gd name="connsiteX116" fmla="*/ 5696583 w 11269336"/>
              <a:gd name="connsiteY116" fmla="*/ 1945050 h 2323145"/>
              <a:gd name="connsiteX117" fmla="*/ 5689123 w 11269336"/>
              <a:gd name="connsiteY117" fmla="*/ 1947067 h 2323145"/>
              <a:gd name="connsiteX118" fmla="*/ 5653291 w 11269336"/>
              <a:gd name="connsiteY118" fmla="*/ 1960245 h 2323145"/>
              <a:gd name="connsiteX119" fmla="*/ 5599385 w 11269336"/>
              <a:gd name="connsiteY119" fmla="*/ 1945198 h 2323145"/>
              <a:gd name="connsiteX120" fmla="*/ 5578300 w 11269336"/>
              <a:gd name="connsiteY120" fmla="*/ 1944963 h 2323145"/>
              <a:gd name="connsiteX121" fmla="*/ 5566758 w 11269336"/>
              <a:gd name="connsiteY121" fmla="*/ 1943441 h 2323145"/>
              <a:gd name="connsiteX122" fmla="*/ 5565857 w 11269336"/>
              <a:gd name="connsiteY122" fmla="*/ 1942445 h 2323145"/>
              <a:gd name="connsiteX123" fmla="*/ 5531534 w 11269336"/>
              <a:gd name="connsiteY123" fmla="*/ 1955208 h 2323145"/>
              <a:gd name="connsiteX124" fmla="*/ 5526552 w 11269336"/>
              <a:gd name="connsiteY124" fmla="*/ 1954799 h 2323145"/>
              <a:gd name="connsiteX125" fmla="*/ 5504723 w 11269336"/>
              <a:gd name="connsiteY125" fmla="*/ 1965811 h 2323145"/>
              <a:gd name="connsiteX126" fmla="*/ 5493156 w 11269336"/>
              <a:gd name="connsiteY126" fmla="*/ 1970063 h 2323145"/>
              <a:gd name="connsiteX127" fmla="*/ 5490486 w 11269336"/>
              <a:gd name="connsiteY127" fmla="*/ 1974227 h 2323145"/>
              <a:gd name="connsiteX128" fmla="*/ 5473107 w 11269336"/>
              <a:gd name="connsiteY128" fmla="*/ 1979001 h 2323145"/>
              <a:gd name="connsiteX129" fmla="*/ 5470885 w 11269336"/>
              <a:gd name="connsiteY129" fmla="*/ 1978432 h 2323145"/>
              <a:gd name="connsiteX130" fmla="*/ 5457393 w 11269336"/>
              <a:gd name="connsiteY130" fmla="*/ 1986525 h 2323145"/>
              <a:gd name="connsiteX131" fmla="*/ 5447102 w 11269336"/>
              <a:gd name="connsiteY131" fmla="*/ 1998329 h 2323145"/>
              <a:gd name="connsiteX132" fmla="*/ 5159151 w 11269336"/>
              <a:gd name="connsiteY132" fmla="*/ 2029640 h 2323145"/>
              <a:gd name="connsiteX133" fmla="*/ 5098838 w 11269336"/>
              <a:gd name="connsiteY133" fmla="*/ 2062961 h 2323145"/>
              <a:gd name="connsiteX134" fmla="*/ 4860988 w 11269336"/>
              <a:gd name="connsiteY134" fmla="*/ 2135698 h 2323145"/>
              <a:gd name="connsiteX135" fmla="*/ 4807902 w 11269336"/>
              <a:gd name="connsiteY135" fmla="*/ 2138894 h 2323145"/>
              <a:gd name="connsiteX136" fmla="*/ 4765388 w 11269336"/>
              <a:gd name="connsiteY136" fmla="*/ 2162525 h 2323145"/>
              <a:gd name="connsiteX137" fmla="*/ 4745033 w 11269336"/>
              <a:gd name="connsiteY137" fmla="*/ 2158859 h 2323145"/>
              <a:gd name="connsiteX138" fmla="*/ 4741475 w 11269336"/>
              <a:gd name="connsiteY138" fmla="*/ 2157998 h 2323145"/>
              <a:gd name="connsiteX139" fmla="*/ 4728247 w 11269336"/>
              <a:gd name="connsiteY139" fmla="*/ 2159526 h 2323145"/>
              <a:gd name="connsiteX140" fmla="*/ 4723263 w 11269336"/>
              <a:gd name="connsiteY140" fmla="*/ 2153742 h 2323145"/>
              <a:gd name="connsiteX141" fmla="*/ 4702453 w 11269336"/>
              <a:gd name="connsiteY141" fmla="*/ 2151586 h 2323145"/>
              <a:gd name="connsiteX142" fmla="*/ 4678455 w 11269336"/>
              <a:gd name="connsiteY142" fmla="*/ 2156131 h 2323145"/>
              <a:gd name="connsiteX143" fmla="*/ 4593061 w 11269336"/>
              <a:gd name="connsiteY143" fmla="*/ 2171597 h 2323145"/>
              <a:gd name="connsiteX144" fmla="*/ 4533444 w 11269336"/>
              <a:gd name="connsiteY144" fmla="*/ 2181200 h 2323145"/>
              <a:gd name="connsiteX145" fmla="*/ 4492832 w 11269336"/>
              <a:gd name="connsiteY145" fmla="*/ 2188033 h 2323145"/>
              <a:gd name="connsiteX146" fmla="*/ 4467257 w 11269336"/>
              <a:gd name="connsiteY146" fmla="*/ 2196121 h 2323145"/>
              <a:gd name="connsiteX147" fmla="*/ 4459937 w 11269336"/>
              <a:gd name="connsiteY147" fmla="*/ 2195182 h 2323145"/>
              <a:gd name="connsiteX148" fmla="*/ 4433312 w 11269336"/>
              <a:gd name="connsiteY148" fmla="*/ 2199004 h 2323145"/>
              <a:gd name="connsiteX149" fmla="*/ 4420601 w 11269336"/>
              <a:gd name="connsiteY149" fmla="*/ 2205158 h 2323145"/>
              <a:gd name="connsiteX150" fmla="*/ 4405765 w 11269336"/>
              <a:gd name="connsiteY150" fmla="*/ 2199902 h 2323145"/>
              <a:gd name="connsiteX151" fmla="*/ 4401354 w 11269336"/>
              <a:gd name="connsiteY151" fmla="*/ 2194745 h 2323145"/>
              <a:gd name="connsiteX152" fmla="*/ 4383151 w 11269336"/>
              <a:gd name="connsiteY152" fmla="*/ 2201140 h 2323145"/>
              <a:gd name="connsiteX153" fmla="*/ 4366646 w 11269336"/>
              <a:gd name="connsiteY153" fmla="*/ 2198564 h 2323145"/>
              <a:gd name="connsiteX154" fmla="*/ 4354009 w 11269336"/>
              <a:gd name="connsiteY154" fmla="*/ 2204984 h 2323145"/>
              <a:gd name="connsiteX155" fmla="*/ 4348284 w 11269336"/>
              <a:gd name="connsiteY155" fmla="*/ 2205270 h 2323145"/>
              <a:gd name="connsiteX156" fmla="*/ 4333906 w 11269336"/>
              <a:gd name="connsiteY156" fmla="*/ 2205251 h 2323145"/>
              <a:gd name="connsiteX157" fmla="*/ 4308819 w 11269336"/>
              <a:gd name="connsiteY157" fmla="*/ 2203822 h 2323145"/>
              <a:gd name="connsiteX158" fmla="*/ 4301210 w 11269336"/>
              <a:gd name="connsiteY158" fmla="*/ 2204456 h 2323145"/>
              <a:gd name="connsiteX159" fmla="*/ 4283095 w 11269336"/>
              <a:gd name="connsiteY159" fmla="*/ 2198177 h 2323145"/>
              <a:gd name="connsiteX160" fmla="*/ 4250119 w 11269336"/>
              <a:gd name="connsiteY160" fmla="*/ 2196342 h 2323145"/>
              <a:gd name="connsiteX161" fmla="*/ 4189203 w 11269336"/>
              <a:gd name="connsiteY161" fmla="*/ 2178994 h 2323145"/>
              <a:gd name="connsiteX162" fmla="*/ 4154035 w 11269336"/>
              <a:gd name="connsiteY162" fmla="*/ 2171950 h 2323145"/>
              <a:gd name="connsiteX163" fmla="*/ 4129569 w 11269336"/>
              <a:gd name="connsiteY163" fmla="*/ 2163850 h 2323145"/>
              <a:gd name="connsiteX164" fmla="*/ 4061250 w 11269336"/>
              <a:gd name="connsiteY164" fmla="*/ 2159236 h 2323145"/>
              <a:gd name="connsiteX165" fmla="*/ 3945480 w 11269336"/>
              <a:gd name="connsiteY165" fmla="*/ 2158279 h 2323145"/>
              <a:gd name="connsiteX166" fmla="*/ 3921468 w 11269336"/>
              <a:gd name="connsiteY166" fmla="*/ 2156588 h 2323145"/>
              <a:gd name="connsiteX167" fmla="*/ 3903348 w 11269336"/>
              <a:gd name="connsiteY167" fmla="*/ 2149220 h 2323145"/>
              <a:gd name="connsiteX168" fmla="*/ 3901342 w 11269336"/>
              <a:gd name="connsiteY168" fmla="*/ 2142355 h 2323145"/>
              <a:gd name="connsiteX169" fmla="*/ 3888539 w 11269336"/>
              <a:gd name="connsiteY169" fmla="*/ 2140476 h 2323145"/>
              <a:gd name="connsiteX170" fmla="*/ 3885662 w 11269336"/>
              <a:gd name="connsiteY170" fmla="*/ 2138740 h 2323145"/>
              <a:gd name="connsiteX171" fmla="*/ 3868627 w 11269336"/>
              <a:gd name="connsiteY171" fmla="*/ 2130023 h 2323145"/>
              <a:gd name="connsiteX172" fmla="*/ 3819177 w 11269336"/>
              <a:gd name="connsiteY172" fmla="*/ 2142111 h 2323145"/>
              <a:gd name="connsiteX173" fmla="*/ 3769100 w 11269336"/>
              <a:gd name="connsiteY173" fmla="*/ 2131731 h 2323145"/>
              <a:gd name="connsiteX174" fmla="*/ 3562752 w 11269336"/>
              <a:gd name="connsiteY174" fmla="*/ 2131785 h 2323145"/>
              <a:gd name="connsiteX175" fmla="*/ 3541402 w 11269336"/>
              <a:gd name="connsiteY175" fmla="*/ 2106821 h 2323145"/>
              <a:gd name="connsiteX176" fmla="*/ 3365341 w 11269336"/>
              <a:gd name="connsiteY176" fmla="*/ 2077638 h 2323145"/>
              <a:gd name="connsiteX177" fmla="*/ 3170922 w 11269336"/>
              <a:gd name="connsiteY177" fmla="*/ 2115957 h 2323145"/>
              <a:gd name="connsiteX178" fmla="*/ 3156256 w 11269336"/>
              <a:gd name="connsiteY178" fmla="*/ 2124773 h 2323145"/>
              <a:gd name="connsiteX179" fmla="*/ 3140298 w 11269336"/>
              <a:gd name="connsiteY179" fmla="*/ 2129182 h 2323145"/>
              <a:gd name="connsiteX180" fmla="*/ 3138514 w 11269336"/>
              <a:gd name="connsiteY180" fmla="*/ 2128069 h 2323145"/>
              <a:gd name="connsiteX181" fmla="*/ 3120467 w 11269336"/>
              <a:gd name="connsiteY181" fmla="*/ 2128281 h 2323145"/>
              <a:gd name="connsiteX182" fmla="*/ 3116175 w 11269336"/>
              <a:gd name="connsiteY182" fmla="*/ 2131633 h 2323145"/>
              <a:gd name="connsiteX183" fmla="*/ 3103685 w 11269336"/>
              <a:gd name="connsiteY183" fmla="*/ 2132814 h 2323145"/>
              <a:gd name="connsiteX184" fmla="*/ 3078794 w 11269336"/>
              <a:gd name="connsiteY184" fmla="*/ 2137935 h 2323145"/>
              <a:gd name="connsiteX185" fmla="*/ 3074407 w 11269336"/>
              <a:gd name="connsiteY185" fmla="*/ 2136274 h 2323145"/>
              <a:gd name="connsiteX186" fmla="*/ 3037285 w 11269336"/>
              <a:gd name="connsiteY186" fmla="*/ 2139919 h 2323145"/>
              <a:gd name="connsiteX187" fmla="*/ 3036901 w 11269336"/>
              <a:gd name="connsiteY187" fmla="*/ 2138726 h 2323145"/>
              <a:gd name="connsiteX188" fmla="*/ 3026996 w 11269336"/>
              <a:gd name="connsiteY188" fmla="*/ 2134322 h 2323145"/>
              <a:gd name="connsiteX189" fmla="*/ 3007772 w 11269336"/>
              <a:gd name="connsiteY189" fmla="*/ 2128742 h 2323145"/>
              <a:gd name="connsiteX190" fmla="*/ 2965030 w 11269336"/>
              <a:gd name="connsiteY190" fmla="*/ 2100494 h 2323145"/>
              <a:gd name="connsiteX191" fmla="*/ 2926342 w 11269336"/>
              <a:gd name="connsiteY191" fmla="*/ 2104155 h 2323145"/>
              <a:gd name="connsiteX192" fmla="*/ 2918608 w 11269336"/>
              <a:gd name="connsiteY192" fmla="*/ 2104215 h 2323145"/>
              <a:gd name="connsiteX193" fmla="*/ 2918475 w 11269336"/>
              <a:gd name="connsiteY193" fmla="*/ 2103937 h 2323145"/>
              <a:gd name="connsiteX194" fmla="*/ 2910360 w 11269336"/>
              <a:gd name="connsiteY194" fmla="*/ 2103444 h 2323145"/>
              <a:gd name="connsiteX195" fmla="*/ 2904507 w 11269336"/>
              <a:gd name="connsiteY195" fmla="*/ 2104326 h 2323145"/>
              <a:gd name="connsiteX196" fmla="*/ 2889503 w 11269336"/>
              <a:gd name="connsiteY196" fmla="*/ 2104443 h 2323145"/>
              <a:gd name="connsiteX197" fmla="*/ 2884480 w 11269336"/>
              <a:gd name="connsiteY197" fmla="*/ 2102626 h 2323145"/>
              <a:gd name="connsiteX198" fmla="*/ 2882689 w 11269336"/>
              <a:gd name="connsiteY198" fmla="*/ 2099228 h 2323145"/>
              <a:gd name="connsiteX199" fmla="*/ 2881291 w 11269336"/>
              <a:gd name="connsiteY199" fmla="*/ 2099618 h 2323145"/>
              <a:gd name="connsiteX200" fmla="*/ 2853979 w 11269336"/>
              <a:gd name="connsiteY200" fmla="*/ 2090388 h 2323145"/>
              <a:gd name="connsiteX201" fmla="*/ 2791790 w 11269336"/>
              <a:gd name="connsiteY201" fmla="*/ 2080332 h 2323145"/>
              <a:gd name="connsiteX202" fmla="*/ 2755844 w 11269336"/>
              <a:gd name="connsiteY202" fmla="*/ 2078874 h 2323145"/>
              <a:gd name="connsiteX203" fmla="*/ 2657742 w 11269336"/>
              <a:gd name="connsiteY203" fmla="*/ 2070179 h 2323145"/>
              <a:gd name="connsiteX204" fmla="*/ 2559549 w 11269336"/>
              <a:gd name="connsiteY204" fmla="*/ 2057873 h 2323145"/>
              <a:gd name="connsiteX205" fmla="*/ 2512054 w 11269336"/>
              <a:gd name="connsiteY205" fmla="*/ 2031671 h 2323145"/>
              <a:gd name="connsiteX206" fmla="*/ 2506437 w 11269336"/>
              <a:gd name="connsiteY206" fmla="*/ 2030918 h 2323145"/>
              <a:gd name="connsiteX207" fmla="*/ 2491752 w 11269336"/>
              <a:gd name="connsiteY207" fmla="*/ 2033906 h 2323145"/>
              <a:gd name="connsiteX208" fmla="*/ 2486338 w 11269336"/>
              <a:gd name="connsiteY208" fmla="*/ 2035862 h 2323145"/>
              <a:gd name="connsiteX209" fmla="*/ 2478186 w 11269336"/>
              <a:gd name="connsiteY209" fmla="*/ 2036953 h 2323145"/>
              <a:gd name="connsiteX210" fmla="*/ 2477950 w 11269336"/>
              <a:gd name="connsiteY210" fmla="*/ 2036715 h 2323145"/>
              <a:gd name="connsiteX211" fmla="*/ 2470381 w 11269336"/>
              <a:gd name="connsiteY211" fmla="*/ 2038256 h 2323145"/>
              <a:gd name="connsiteX212" fmla="*/ 2433781 w 11269336"/>
              <a:gd name="connsiteY212" fmla="*/ 2049140 h 2323145"/>
              <a:gd name="connsiteX213" fmla="*/ 2381172 w 11269336"/>
              <a:gd name="connsiteY213" fmla="*/ 2030645 h 2323145"/>
              <a:gd name="connsiteX214" fmla="*/ 2360198 w 11269336"/>
              <a:gd name="connsiteY214" fmla="*/ 2029059 h 2323145"/>
              <a:gd name="connsiteX215" fmla="*/ 2348815 w 11269336"/>
              <a:gd name="connsiteY215" fmla="*/ 2026798 h 2323145"/>
              <a:gd name="connsiteX216" fmla="*/ 2347988 w 11269336"/>
              <a:gd name="connsiteY216" fmla="*/ 2025745 h 2323145"/>
              <a:gd name="connsiteX217" fmla="*/ 2312920 w 11269336"/>
              <a:gd name="connsiteY217" fmla="*/ 2036311 h 2323145"/>
              <a:gd name="connsiteX218" fmla="*/ 2307986 w 11269336"/>
              <a:gd name="connsiteY218" fmla="*/ 2035583 h 2323145"/>
              <a:gd name="connsiteX219" fmla="*/ 2285481 w 11269336"/>
              <a:gd name="connsiteY219" fmla="*/ 2045197 h 2323145"/>
              <a:gd name="connsiteX220" fmla="*/ 2273666 w 11269336"/>
              <a:gd name="connsiteY220" fmla="*/ 2048710 h 2323145"/>
              <a:gd name="connsiteX221" fmla="*/ 2270719 w 11269336"/>
              <a:gd name="connsiteY221" fmla="*/ 2052702 h 2323145"/>
              <a:gd name="connsiteX222" fmla="*/ 2253080 w 11269336"/>
              <a:gd name="connsiteY222" fmla="*/ 2056363 h 2323145"/>
              <a:gd name="connsiteX223" fmla="*/ 2250906 w 11269336"/>
              <a:gd name="connsiteY223" fmla="*/ 2055654 h 2323145"/>
              <a:gd name="connsiteX224" fmla="*/ 2236905 w 11269336"/>
              <a:gd name="connsiteY224" fmla="*/ 2062882 h 2323145"/>
              <a:gd name="connsiteX225" fmla="*/ 2225830 w 11269336"/>
              <a:gd name="connsiteY225" fmla="*/ 2074027 h 2323145"/>
              <a:gd name="connsiteX226" fmla="*/ 2073776 w 11269336"/>
              <a:gd name="connsiteY226" fmla="*/ 2089244 h 2323145"/>
              <a:gd name="connsiteX227" fmla="*/ 1948256 w 11269336"/>
              <a:gd name="connsiteY227" fmla="*/ 2146616 h 2323145"/>
              <a:gd name="connsiteX228" fmla="*/ 1865582 w 11269336"/>
              <a:gd name="connsiteY228" fmla="*/ 2153738 h 2323145"/>
              <a:gd name="connsiteX229" fmla="*/ 1835210 w 11269336"/>
              <a:gd name="connsiteY229" fmla="*/ 2134244 h 2323145"/>
              <a:gd name="connsiteX230" fmla="*/ 1632661 w 11269336"/>
              <a:gd name="connsiteY230" fmla="*/ 2173882 h 2323145"/>
              <a:gd name="connsiteX231" fmla="*/ 1579590 w 11269336"/>
              <a:gd name="connsiteY231" fmla="*/ 2173680 h 2323145"/>
              <a:gd name="connsiteX232" fmla="*/ 1535601 w 11269336"/>
              <a:gd name="connsiteY232" fmla="*/ 2194590 h 2323145"/>
              <a:gd name="connsiteX233" fmla="*/ 1515594 w 11269336"/>
              <a:gd name="connsiteY233" fmla="*/ 2189622 h 2323145"/>
              <a:gd name="connsiteX234" fmla="*/ 1512113 w 11269336"/>
              <a:gd name="connsiteY234" fmla="*/ 2188534 h 2323145"/>
              <a:gd name="connsiteX235" fmla="*/ 1498838 w 11269336"/>
              <a:gd name="connsiteY235" fmla="*/ 2189213 h 2323145"/>
              <a:gd name="connsiteX236" fmla="*/ 1494279 w 11269336"/>
              <a:gd name="connsiteY236" fmla="*/ 2183112 h 2323145"/>
              <a:gd name="connsiteX237" fmla="*/ 1473714 w 11269336"/>
              <a:gd name="connsiteY237" fmla="*/ 2179625 h 2323145"/>
              <a:gd name="connsiteX238" fmla="*/ 1449503 w 11269336"/>
              <a:gd name="connsiteY238" fmla="*/ 2182633 h 2323145"/>
              <a:gd name="connsiteX239" fmla="*/ 1266687 w 11269336"/>
              <a:gd name="connsiteY239" fmla="*/ 2212688 h 2323145"/>
              <a:gd name="connsiteX240" fmla="*/ 1239614 w 11269336"/>
              <a:gd name="connsiteY240" fmla="*/ 2209727 h 2323145"/>
              <a:gd name="connsiteX241" fmla="*/ 1202436 w 11269336"/>
              <a:gd name="connsiteY241" fmla="*/ 2209817 h 2323145"/>
              <a:gd name="connsiteX242" fmla="*/ 1136097 w 11269336"/>
              <a:gd name="connsiteY242" fmla="*/ 2205112 h 2323145"/>
              <a:gd name="connsiteX243" fmla="*/ 988232 w 11269336"/>
              <a:gd name="connsiteY243" fmla="*/ 2235635 h 2323145"/>
              <a:gd name="connsiteX244" fmla="*/ 981959 w 11269336"/>
              <a:gd name="connsiteY244" fmla="*/ 2231607 h 2323145"/>
              <a:gd name="connsiteX245" fmla="*/ 938600 w 11269336"/>
              <a:gd name="connsiteY245" fmla="*/ 2238113 h 2323145"/>
              <a:gd name="connsiteX246" fmla="*/ 791788 w 11269336"/>
              <a:gd name="connsiteY246" fmla="*/ 2293224 h 2323145"/>
              <a:gd name="connsiteX247" fmla="*/ 706914 w 11269336"/>
              <a:gd name="connsiteY247" fmla="*/ 2305046 h 2323145"/>
              <a:gd name="connsiteX248" fmla="*/ 675971 w 11269336"/>
              <a:gd name="connsiteY248" fmla="*/ 2304030 h 2323145"/>
              <a:gd name="connsiteX249" fmla="*/ 624180 w 11269336"/>
              <a:gd name="connsiteY249" fmla="*/ 2302650 h 2323145"/>
              <a:gd name="connsiteX250" fmla="*/ 583453 w 11269336"/>
              <a:gd name="connsiteY250" fmla="*/ 2288788 h 2323145"/>
              <a:gd name="connsiteX251" fmla="*/ 540946 w 11269336"/>
              <a:gd name="connsiteY251" fmla="*/ 2292721 h 2323145"/>
              <a:gd name="connsiteX252" fmla="*/ 533680 w 11269336"/>
              <a:gd name="connsiteY252" fmla="*/ 2310233 h 2323145"/>
              <a:gd name="connsiteX253" fmla="*/ 487366 w 11269336"/>
              <a:gd name="connsiteY253" fmla="*/ 2309053 h 2323145"/>
              <a:gd name="connsiteX254" fmla="*/ 416820 w 11269336"/>
              <a:gd name="connsiteY254" fmla="*/ 2305443 h 2323145"/>
              <a:gd name="connsiteX255" fmla="*/ 376805 w 11269336"/>
              <a:gd name="connsiteY255" fmla="*/ 2307647 h 2323145"/>
              <a:gd name="connsiteX256" fmla="*/ 266777 w 11269336"/>
              <a:gd name="connsiteY256" fmla="*/ 2309012 h 2323145"/>
              <a:gd name="connsiteX257" fmla="*/ 156013 w 11269336"/>
              <a:gd name="connsiteY257" fmla="*/ 2306832 h 2323145"/>
              <a:gd name="connsiteX258" fmla="*/ 87258 w 11269336"/>
              <a:gd name="connsiteY258" fmla="*/ 2285511 h 2323145"/>
              <a:gd name="connsiteX259" fmla="*/ 23798 w 11269336"/>
              <a:gd name="connsiteY259" fmla="*/ 2281822 h 2323145"/>
              <a:gd name="connsiteX260" fmla="*/ 0 w 11269336"/>
              <a:gd name="connsiteY260" fmla="*/ 2285369 h 2323145"/>
              <a:gd name="connsiteX261" fmla="*/ 0 w 11269336"/>
              <a:gd name="connsiteY261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561575 w 11269336"/>
              <a:gd name="connsiteY19" fmla="*/ 559978 h 2323145"/>
              <a:gd name="connsiteX20" fmla="*/ 9162278 w 11269336"/>
              <a:gd name="connsiteY20" fmla="*/ 704724 h 2323145"/>
              <a:gd name="connsiteX21" fmla="*/ 9062863 w 11269336"/>
              <a:gd name="connsiteY21" fmla="*/ 754656 h 2323145"/>
              <a:gd name="connsiteX22" fmla="*/ 8914746 w 11269336"/>
              <a:gd name="connsiteY22" fmla="*/ 826428 h 2323145"/>
              <a:gd name="connsiteX23" fmla="*/ 8917778 w 11269336"/>
              <a:gd name="connsiteY23" fmla="*/ 835198 h 2323145"/>
              <a:gd name="connsiteX24" fmla="*/ 8905560 w 11269336"/>
              <a:gd name="connsiteY24" fmla="*/ 838358 h 2323145"/>
              <a:gd name="connsiteX25" fmla="*/ 8897564 w 11269336"/>
              <a:gd name="connsiteY25" fmla="*/ 834287 h 2323145"/>
              <a:gd name="connsiteX26" fmla="*/ 8878040 w 11269336"/>
              <a:gd name="connsiteY26" fmla="*/ 844150 h 2323145"/>
              <a:gd name="connsiteX27" fmla="*/ 8795998 w 11269336"/>
              <a:gd name="connsiteY27" fmla="*/ 863337 h 2323145"/>
              <a:gd name="connsiteX28" fmla="*/ 8776970 w 11269336"/>
              <a:gd name="connsiteY28" fmla="*/ 885177 h 2323145"/>
              <a:gd name="connsiteX29" fmla="*/ 8755719 w 11269336"/>
              <a:gd name="connsiteY29" fmla="*/ 889754 h 2323145"/>
              <a:gd name="connsiteX30" fmla="*/ 8743257 w 11269336"/>
              <a:gd name="connsiteY30" fmla="*/ 904723 h 2323145"/>
              <a:gd name="connsiteX31" fmla="*/ 8721366 w 11269336"/>
              <a:gd name="connsiteY31" fmla="*/ 904711 h 2323145"/>
              <a:gd name="connsiteX32" fmla="*/ 8678353 w 11269336"/>
              <a:gd name="connsiteY32" fmla="*/ 926318 h 2323145"/>
              <a:gd name="connsiteX33" fmla="*/ 8636849 w 11269336"/>
              <a:gd name="connsiteY33" fmla="*/ 937900 h 2323145"/>
              <a:gd name="connsiteX34" fmla="*/ 8620213 w 11269336"/>
              <a:gd name="connsiteY34" fmla="*/ 943068 h 2323145"/>
              <a:gd name="connsiteX35" fmla="*/ 8612581 w 11269336"/>
              <a:gd name="connsiteY35" fmla="*/ 952695 h 2323145"/>
              <a:gd name="connsiteX36" fmla="*/ 8589038 w 11269336"/>
              <a:gd name="connsiteY36" fmla="*/ 963892 h 2323145"/>
              <a:gd name="connsiteX37" fmla="*/ 8579950 w 11269336"/>
              <a:gd name="connsiteY37" fmla="*/ 960899 h 2323145"/>
              <a:gd name="connsiteX38" fmla="*/ 8579319 w 11269336"/>
              <a:gd name="connsiteY38" fmla="*/ 965630 h 2323145"/>
              <a:gd name="connsiteX39" fmla="*/ 8547429 w 11269336"/>
              <a:gd name="connsiteY39" fmla="*/ 984506 h 2323145"/>
              <a:gd name="connsiteX40" fmla="*/ 8478704 w 11269336"/>
              <a:gd name="connsiteY40" fmla="*/ 1025490 h 2323145"/>
              <a:gd name="connsiteX41" fmla="*/ 8461421 w 11269336"/>
              <a:gd name="connsiteY41" fmla="*/ 1035512 h 2323145"/>
              <a:gd name="connsiteX42" fmla="*/ 8445003 w 11269336"/>
              <a:gd name="connsiteY42" fmla="*/ 1036851 h 2323145"/>
              <a:gd name="connsiteX43" fmla="*/ 8357350 w 11269336"/>
              <a:gd name="connsiteY43" fmla="*/ 1060213 h 2323145"/>
              <a:gd name="connsiteX44" fmla="*/ 8335565 w 11269336"/>
              <a:gd name="connsiteY44" fmla="*/ 1061151 h 2323145"/>
              <a:gd name="connsiteX45" fmla="*/ 8325267 w 11269336"/>
              <a:gd name="connsiteY45" fmla="*/ 1055919 h 2323145"/>
              <a:gd name="connsiteX46" fmla="*/ 8293586 w 11269336"/>
              <a:gd name="connsiteY46" fmla="*/ 1076144 h 2323145"/>
              <a:gd name="connsiteX47" fmla="*/ 8242405 w 11269336"/>
              <a:gd name="connsiteY47" fmla="*/ 1095960 h 2323145"/>
              <a:gd name="connsiteX48" fmla="*/ 8197391 w 11269336"/>
              <a:gd name="connsiteY48" fmla="*/ 1107746 h 2323145"/>
              <a:gd name="connsiteX49" fmla="*/ 8081474 w 11269336"/>
              <a:gd name="connsiteY49" fmla="*/ 1130125 h 2323145"/>
              <a:gd name="connsiteX50" fmla="*/ 8053585 w 11269336"/>
              <a:gd name="connsiteY50" fmla="*/ 1129169 h 2323145"/>
              <a:gd name="connsiteX51" fmla="*/ 8038422 w 11269336"/>
              <a:gd name="connsiteY51" fmla="*/ 1119092 h 2323145"/>
              <a:gd name="connsiteX52" fmla="*/ 8029450 w 11269336"/>
              <a:gd name="connsiteY52" fmla="*/ 1125592 h 2323145"/>
              <a:gd name="connsiteX53" fmla="*/ 7959552 w 11269336"/>
              <a:gd name="connsiteY53" fmla="*/ 1140188 h 2323145"/>
              <a:gd name="connsiteX54" fmla="*/ 7914188 w 11269336"/>
              <a:gd name="connsiteY54" fmla="*/ 1150862 h 2323145"/>
              <a:gd name="connsiteX55" fmla="*/ 7914918 w 11269336"/>
              <a:gd name="connsiteY55" fmla="*/ 1168758 h 2323145"/>
              <a:gd name="connsiteX56" fmla="*/ 7875510 w 11269336"/>
              <a:gd name="connsiteY56" fmla="*/ 1183153 h 2323145"/>
              <a:gd name="connsiteX57" fmla="*/ 7829932 w 11269336"/>
              <a:gd name="connsiteY57" fmla="*/ 1180782 h 2323145"/>
              <a:gd name="connsiteX58" fmla="*/ 7779182 w 11269336"/>
              <a:gd name="connsiteY58" fmla="*/ 1192665 h 2323145"/>
              <a:gd name="connsiteX59" fmla="*/ 7748774 w 11269336"/>
              <a:gd name="connsiteY59" fmla="*/ 1199586 h 2323145"/>
              <a:gd name="connsiteX60" fmla="*/ 7671846 w 11269336"/>
              <a:gd name="connsiteY60" fmla="*/ 1231966 h 2323145"/>
              <a:gd name="connsiteX61" fmla="*/ 7554146 w 11269336"/>
              <a:gd name="connsiteY61" fmla="*/ 1319748 h 2323145"/>
              <a:gd name="connsiteX62" fmla="*/ 7515052 w 11269336"/>
              <a:gd name="connsiteY62" fmla="*/ 1336718 h 2323145"/>
              <a:gd name="connsiteX63" fmla="*/ 7507193 w 11269336"/>
              <a:gd name="connsiteY63" fmla="*/ 1334617 h 2323145"/>
              <a:gd name="connsiteX64" fmla="*/ 7461694 w 11269336"/>
              <a:gd name="connsiteY64" fmla="*/ 1375866 h 2323145"/>
              <a:gd name="connsiteX65" fmla="*/ 7377571 w 11269336"/>
              <a:gd name="connsiteY65" fmla="*/ 1400128 h 2323145"/>
              <a:gd name="connsiteX66" fmla="*/ 7311261 w 11269336"/>
              <a:gd name="connsiteY66" fmla="*/ 1412652 h 2323145"/>
              <a:gd name="connsiteX67" fmla="*/ 7275307 w 11269336"/>
              <a:gd name="connsiteY67" fmla="*/ 1422171 h 2323145"/>
              <a:gd name="connsiteX68" fmla="*/ 7247783 w 11269336"/>
              <a:gd name="connsiteY68" fmla="*/ 1426330 h 2323145"/>
              <a:gd name="connsiteX69" fmla="*/ 7185047 w 11269336"/>
              <a:gd name="connsiteY69" fmla="*/ 1451812 h 2323145"/>
              <a:gd name="connsiteX70" fmla="*/ 7084117 w 11269336"/>
              <a:gd name="connsiteY70" fmla="*/ 1500281 h 2323145"/>
              <a:gd name="connsiteX71" fmla="*/ 7062011 w 11269336"/>
              <a:gd name="connsiteY71" fmla="*/ 1509183 h 2323145"/>
              <a:gd name="connsiteX72" fmla="*/ 7040555 w 11269336"/>
              <a:gd name="connsiteY72" fmla="*/ 1511207 h 2323145"/>
              <a:gd name="connsiteX73" fmla="*/ 7033438 w 11269336"/>
              <a:gd name="connsiteY73" fmla="*/ 1506772 h 2323145"/>
              <a:gd name="connsiteX74" fmla="*/ 7020886 w 11269336"/>
              <a:gd name="connsiteY74" fmla="*/ 1510764 h 2323145"/>
              <a:gd name="connsiteX75" fmla="*/ 7017033 w 11269336"/>
              <a:gd name="connsiteY75" fmla="*/ 1510650 h 2323145"/>
              <a:gd name="connsiteX76" fmla="*/ 6995460 w 11269336"/>
              <a:gd name="connsiteY76" fmla="*/ 1511173 h 2323145"/>
              <a:gd name="connsiteX77" fmla="*/ 6962144 w 11269336"/>
              <a:gd name="connsiteY77" fmla="*/ 1541508 h 2323145"/>
              <a:gd name="connsiteX78" fmla="*/ 6910674 w 11269336"/>
              <a:gd name="connsiteY78" fmla="*/ 1554793 h 2323145"/>
              <a:gd name="connsiteX79" fmla="*/ 6732152 w 11269336"/>
              <a:gd name="connsiteY79" fmla="*/ 1642538 h 2323145"/>
              <a:gd name="connsiteX80" fmla="*/ 6694106 w 11269336"/>
              <a:gd name="connsiteY80" fmla="*/ 1632377 h 2323145"/>
              <a:gd name="connsiteX81" fmla="*/ 6617223 w 11269336"/>
              <a:gd name="connsiteY81" fmla="*/ 1659889 h 2323145"/>
              <a:gd name="connsiteX82" fmla="*/ 6521138 w 11269336"/>
              <a:gd name="connsiteY82" fmla="*/ 1744340 h 2323145"/>
              <a:gd name="connsiteX83" fmla="*/ 6380677 w 11269336"/>
              <a:gd name="connsiteY83" fmla="*/ 1796883 h 2323145"/>
              <a:gd name="connsiteX84" fmla="*/ 6374897 w 11269336"/>
              <a:gd name="connsiteY84" fmla="*/ 1809910 h 2323145"/>
              <a:gd name="connsiteX85" fmla="*/ 6364545 w 11269336"/>
              <a:gd name="connsiteY85" fmla="*/ 1820090 h 2323145"/>
              <a:gd name="connsiteX86" fmla="*/ 6362126 w 11269336"/>
              <a:gd name="connsiteY86" fmla="*/ 1819991 h 2323145"/>
              <a:gd name="connsiteX87" fmla="*/ 6346673 w 11269336"/>
              <a:gd name="connsiteY87" fmla="*/ 1827824 h 2323145"/>
              <a:gd name="connsiteX88" fmla="*/ 6345588 w 11269336"/>
              <a:gd name="connsiteY88" fmla="*/ 1832232 h 2323145"/>
              <a:gd name="connsiteX89" fmla="*/ 6335708 w 11269336"/>
              <a:gd name="connsiteY89" fmla="*/ 1838451 h 2323145"/>
              <a:gd name="connsiteX90" fmla="*/ 6318182 w 11269336"/>
              <a:gd name="connsiteY90" fmla="*/ 1852975 h 2323145"/>
              <a:gd name="connsiteX91" fmla="*/ 6313084 w 11269336"/>
              <a:gd name="connsiteY91" fmla="*/ 1853561 h 2323145"/>
              <a:gd name="connsiteX92" fmla="*/ 6283816 w 11269336"/>
              <a:gd name="connsiteY92" fmla="*/ 1872148 h 2323145"/>
              <a:gd name="connsiteX93" fmla="*/ 6282550 w 11269336"/>
              <a:gd name="connsiteY93" fmla="*/ 1871392 h 2323145"/>
              <a:gd name="connsiteX94" fmla="*/ 6270527 w 11269336"/>
              <a:gd name="connsiteY94" fmla="*/ 1872208 h 2323145"/>
              <a:gd name="connsiteX95" fmla="*/ 6249518 w 11269336"/>
              <a:gd name="connsiteY95" fmla="*/ 1876079 h 2323145"/>
              <a:gd name="connsiteX96" fmla="*/ 6190386 w 11269336"/>
              <a:gd name="connsiteY96" fmla="*/ 1872478 h 2323145"/>
              <a:gd name="connsiteX97" fmla="*/ 6159777 w 11269336"/>
              <a:gd name="connsiteY97" fmla="*/ 1891745 h 2323145"/>
              <a:gd name="connsiteX98" fmla="*/ 6153131 w 11269336"/>
              <a:gd name="connsiteY98" fmla="*/ 1895079 h 2323145"/>
              <a:gd name="connsiteX99" fmla="*/ 6152798 w 11269336"/>
              <a:gd name="connsiteY99" fmla="*/ 1894920 h 2323145"/>
              <a:gd name="connsiteX100" fmla="*/ 6145388 w 11269336"/>
              <a:gd name="connsiteY100" fmla="*/ 1897990 h 2323145"/>
              <a:gd name="connsiteX101" fmla="*/ 6141014 w 11269336"/>
              <a:gd name="connsiteY101" fmla="*/ 1901155 h 2323145"/>
              <a:gd name="connsiteX102" fmla="*/ 6128122 w 11269336"/>
              <a:gd name="connsiteY102" fmla="*/ 1907623 h 2323145"/>
              <a:gd name="connsiteX103" fmla="*/ 6122351 w 11269336"/>
              <a:gd name="connsiteY103" fmla="*/ 1908359 h 2323145"/>
              <a:gd name="connsiteX104" fmla="*/ 6064750 w 11269336"/>
              <a:gd name="connsiteY104" fmla="*/ 1896394 h 2323145"/>
              <a:gd name="connsiteX105" fmla="*/ 5964230 w 11269336"/>
              <a:gd name="connsiteY105" fmla="*/ 1910038 h 2323145"/>
              <a:gd name="connsiteX106" fmla="*/ 5865399 w 11269336"/>
              <a:gd name="connsiteY106" fmla="*/ 1926966 h 2323145"/>
              <a:gd name="connsiteX107" fmla="*/ 5829951 w 11269336"/>
              <a:gd name="connsiteY107" fmla="*/ 1934755 h 2323145"/>
              <a:gd name="connsiteX108" fmla="*/ 5765285 w 11269336"/>
              <a:gd name="connsiteY108" fmla="*/ 1941322 h 2323145"/>
              <a:gd name="connsiteX109" fmla="*/ 5734750 w 11269336"/>
              <a:gd name="connsiteY109" fmla="*/ 1939793 h 2323145"/>
              <a:gd name="connsiteX110" fmla="*/ 5733569 w 11269336"/>
              <a:gd name="connsiteY110" fmla="*/ 1940505 h 2323145"/>
              <a:gd name="connsiteX111" fmla="*/ 5730329 w 11269336"/>
              <a:gd name="connsiteY111" fmla="*/ 1937845 h 2323145"/>
              <a:gd name="connsiteX112" fmla="*/ 5724661 w 11269336"/>
              <a:gd name="connsiteY112" fmla="*/ 1937455 h 2323145"/>
              <a:gd name="connsiteX113" fmla="*/ 5710186 w 11269336"/>
              <a:gd name="connsiteY113" fmla="*/ 1941370 h 2323145"/>
              <a:gd name="connsiteX114" fmla="*/ 5704910 w 11269336"/>
              <a:gd name="connsiteY114" fmla="*/ 1943663 h 2323145"/>
              <a:gd name="connsiteX115" fmla="*/ 5696836 w 11269336"/>
              <a:gd name="connsiteY115" fmla="*/ 1945271 h 2323145"/>
              <a:gd name="connsiteX116" fmla="*/ 5696583 w 11269336"/>
              <a:gd name="connsiteY116" fmla="*/ 1945050 h 2323145"/>
              <a:gd name="connsiteX117" fmla="*/ 5689123 w 11269336"/>
              <a:gd name="connsiteY117" fmla="*/ 1947067 h 2323145"/>
              <a:gd name="connsiteX118" fmla="*/ 5653291 w 11269336"/>
              <a:gd name="connsiteY118" fmla="*/ 1960245 h 2323145"/>
              <a:gd name="connsiteX119" fmla="*/ 5599385 w 11269336"/>
              <a:gd name="connsiteY119" fmla="*/ 1945198 h 2323145"/>
              <a:gd name="connsiteX120" fmla="*/ 5578300 w 11269336"/>
              <a:gd name="connsiteY120" fmla="*/ 1944963 h 2323145"/>
              <a:gd name="connsiteX121" fmla="*/ 5566758 w 11269336"/>
              <a:gd name="connsiteY121" fmla="*/ 1943441 h 2323145"/>
              <a:gd name="connsiteX122" fmla="*/ 5565857 w 11269336"/>
              <a:gd name="connsiteY122" fmla="*/ 1942445 h 2323145"/>
              <a:gd name="connsiteX123" fmla="*/ 5531534 w 11269336"/>
              <a:gd name="connsiteY123" fmla="*/ 1955208 h 2323145"/>
              <a:gd name="connsiteX124" fmla="*/ 5526552 w 11269336"/>
              <a:gd name="connsiteY124" fmla="*/ 1954799 h 2323145"/>
              <a:gd name="connsiteX125" fmla="*/ 5504723 w 11269336"/>
              <a:gd name="connsiteY125" fmla="*/ 1965811 h 2323145"/>
              <a:gd name="connsiteX126" fmla="*/ 5493156 w 11269336"/>
              <a:gd name="connsiteY126" fmla="*/ 1970063 h 2323145"/>
              <a:gd name="connsiteX127" fmla="*/ 5490486 w 11269336"/>
              <a:gd name="connsiteY127" fmla="*/ 1974227 h 2323145"/>
              <a:gd name="connsiteX128" fmla="*/ 5473107 w 11269336"/>
              <a:gd name="connsiteY128" fmla="*/ 1979001 h 2323145"/>
              <a:gd name="connsiteX129" fmla="*/ 5470885 w 11269336"/>
              <a:gd name="connsiteY129" fmla="*/ 1978432 h 2323145"/>
              <a:gd name="connsiteX130" fmla="*/ 5457393 w 11269336"/>
              <a:gd name="connsiteY130" fmla="*/ 1986525 h 2323145"/>
              <a:gd name="connsiteX131" fmla="*/ 5447102 w 11269336"/>
              <a:gd name="connsiteY131" fmla="*/ 1998329 h 2323145"/>
              <a:gd name="connsiteX132" fmla="*/ 5159151 w 11269336"/>
              <a:gd name="connsiteY132" fmla="*/ 2029640 h 2323145"/>
              <a:gd name="connsiteX133" fmla="*/ 5098838 w 11269336"/>
              <a:gd name="connsiteY133" fmla="*/ 2062961 h 2323145"/>
              <a:gd name="connsiteX134" fmla="*/ 4860988 w 11269336"/>
              <a:gd name="connsiteY134" fmla="*/ 2135698 h 2323145"/>
              <a:gd name="connsiteX135" fmla="*/ 4807902 w 11269336"/>
              <a:gd name="connsiteY135" fmla="*/ 2138894 h 2323145"/>
              <a:gd name="connsiteX136" fmla="*/ 4765388 w 11269336"/>
              <a:gd name="connsiteY136" fmla="*/ 2162525 h 2323145"/>
              <a:gd name="connsiteX137" fmla="*/ 4745033 w 11269336"/>
              <a:gd name="connsiteY137" fmla="*/ 2158859 h 2323145"/>
              <a:gd name="connsiteX138" fmla="*/ 4741475 w 11269336"/>
              <a:gd name="connsiteY138" fmla="*/ 2157998 h 2323145"/>
              <a:gd name="connsiteX139" fmla="*/ 4728247 w 11269336"/>
              <a:gd name="connsiteY139" fmla="*/ 2159526 h 2323145"/>
              <a:gd name="connsiteX140" fmla="*/ 4723263 w 11269336"/>
              <a:gd name="connsiteY140" fmla="*/ 2153742 h 2323145"/>
              <a:gd name="connsiteX141" fmla="*/ 4702453 w 11269336"/>
              <a:gd name="connsiteY141" fmla="*/ 2151586 h 2323145"/>
              <a:gd name="connsiteX142" fmla="*/ 4593061 w 11269336"/>
              <a:gd name="connsiteY142" fmla="*/ 2171597 h 2323145"/>
              <a:gd name="connsiteX143" fmla="*/ 4533444 w 11269336"/>
              <a:gd name="connsiteY143" fmla="*/ 2181200 h 2323145"/>
              <a:gd name="connsiteX144" fmla="*/ 4492832 w 11269336"/>
              <a:gd name="connsiteY144" fmla="*/ 2188033 h 2323145"/>
              <a:gd name="connsiteX145" fmla="*/ 4467257 w 11269336"/>
              <a:gd name="connsiteY145" fmla="*/ 2196121 h 2323145"/>
              <a:gd name="connsiteX146" fmla="*/ 4459937 w 11269336"/>
              <a:gd name="connsiteY146" fmla="*/ 2195182 h 2323145"/>
              <a:gd name="connsiteX147" fmla="*/ 4433312 w 11269336"/>
              <a:gd name="connsiteY147" fmla="*/ 2199004 h 2323145"/>
              <a:gd name="connsiteX148" fmla="*/ 4420601 w 11269336"/>
              <a:gd name="connsiteY148" fmla="*/ 2205158 h 2323145"/>
              <a:gd name="connsiteX149" fmla="*/ 4405765 w 11269336"/>
              <a:gd name="connsiteY149" fmla="*/ 2199902 h 2323145"/>
              <a:gd name="connsiteX150" fmla="*/ 4401354 w 11269336"/>
              <a:gd name="connsiteY150" fmla="*/ 2194745 h 2323145"/>
              <a:gd name="connsiteX151" fmla="*/ 4383151 w 11269336"/>
              <a:gd name="connsiteY151" fmla="*/ 2201140 h 2323145"/>
              <a:gd name="connsiteX152" fmla="*/ 4366646 w 11269336"/>
              <a:gd name="connsiteY152" fmla="*/ 2198564 h 2323145"/>
              <a:gd name="connsiteX153" fmla="*/ 4354009 w 11269336"/>
              <a:gd name="connsiteY153" fmla="*/ 2204984 h 2323145"/>
              <a:gd name="connsiteX154" fmla="*/ 4348284 w 11269336"/>
              <a:gd name="connsiteY154" fmla="*/ 2205270 h 2323145"/>
              <a:gd name="connsiteX155" fmla="*/ 4333906 w 11269336"/>
              <a:gd name="connsiteY155" fmla="*/ 2205251 h 2323145"/>
              <a:gd name="connsiteX156" fmla="*/ 4308819 w 11269336"/>
              <a:gd name="connsiteY156" fmla="*/ 2203822 h 2323145"/>
              <a:gd name="connsiteX157" fmla="*/ 4301210 w 11269336"/>
              <a:gd name="connsiteY157" fmla="*/ 2204456 h 2323145"/>
              <a:gd name="connsiteX158" fmla="*/ 4283095 w 11269336"/>
              <a:gd name="connsiteY158" fmla="*/ 2198177 h 2323145"/>
              <a:gd name="connsiteX159" fmla="*/ 4250119 w 11269336"/>
              <a:gd name="connsiteY159" fmla="*/ 2196342 h 2323145"/>
              <a:gd name="connsiteX160" fmla="*/ 4189203 w 11269336"/>
              <a:gd name="connsiteY160" fmla="*/ 2178994 h 2323145"/>
              <a:gd name="connsiteX161" fmla="*/ 4154035 w 11269336"/>
              <a:gd name="connsiteY161" fmla="*/ 2171950 h 2323145"/>
              <a:gd name="connsiteX162" fmla="*/ 4129569 w 11269336"/>
              <a:gd name="connsiteY162" fmla="*/ 2163850 h 2323145"/>
              <a:gd name="connsiteX163" fmla="*/ 4061250 w 11269336"/>
              <a:gd name="connsiteY163" fmla="*/ 2159236 h 2323145"/>
              <a:gd name="connsiteX164" fmla="*/ 3945480 w 11269336"/>
              <a:gd name="connsiteY164" fmla="*/ 2158279 h 2323145"/>
              <a:gd name="connsiteX165" fmla="*/ 3921468 w 11269336"/>
              <a:gd name="connsiteY165" fmla="*/ 2156588 h 2323145"/>
              <a:gd name="connsiteX166" fmla="*/ 3903348 w 11269336"/>
              <a:gd name="connsiteY166" fmla="*/ 2149220 h 2323145"/>
              <a:gd name="connsiteX167" fmla="*/ 3901342 w 11269336"/>
              <a:gd name="connsiteY167" fmla="*/ 2142355 h 2323145"/>
              <a:gd name="connsiteX168" fmla="*/ 3888539 w 11269336"/>
              <a:gd name="connsiteY168" fmla="*/ 2140476 h 2323145"/>
              <a:gd name="connsiteX169" fmla="*/ 3885662 w 11269336"/>
              <a:gd name="connsiteY169" fmla="*/ 2138740 h 2323145"/>
              <a:gd name="connsiteX170" fmla="*/ 3868627 w 11269336"/>
              <a:gd name="connsiteY170" fmla="*/ 2130023 h 2323145"/>
              <a:gd name="connsiteX171" fmla="*/ 3819177 w 11269336"/>
              <a:gd name="connsiteY171" fmla="*/ 2142111 h 2323145"/>
              <a:gd name="connsiteX172" fmla="*/ 3769100 w 11269336"/>
              <a:gd name="connsiteY172" fmla="*/ 2131731 h 2323145"/>
              <a:gd name="connsiteX173" fmla="*/ 3562752 w 11269336"/>
              <a:gd name="connsiteY173" fmla="*/ 2131785 h 2323145"/>
              <a:gd name="connsiteX174" fmla="*/ 3541402 w 11269336"/>
              <a:gd name="connsiteY174" fmla="*/ 2106821 h 2323145"/>
              <a:gd name="connsiteX175" fmla="*/ 3365341 w 11269336"/>
              <a:gd name="connsiteY175" fmla="*/ 2077638 h 2323145"/>
              <a:gd name="connsiteX176" fmla="*/ 3170922 w 11269336"/>
              <a:gd name="connsiteY176" fmla="*/ 2115957 h 2323145"/>
              <a:gd name="connsiteX177" fmla="*/ 3156256 w 11269336"/>
              <a:gd name="connsiteY177" fmla="*/ 2124773 h 2323145"/>
              <a:gd name="connsiteX178" fmla="*/ 3140298 w 11269336"/>
              <a:gd name="connsiteY178" fmla="*/ 2129182 h 2323145"/>
              <a:gd name="connsiteX179" fmla="*/ 3138514 w 11269336"/>
              <a:gd name="connsiteY179" fmla="*/ 2128069 h 2323145"/>
              <a:gd name="connsiteX180" fmla="*/ 3120467 w 11269336"/>
              <a:gd name="connsiteY180" fmla="*/ 2128281 h 2323145"/>
              <a:gd name="connsiteX181" fmla="*/ 3116175 w 11269336"/>
              <a:gd name="connsiteY181" fmla="*/ 2131633 h 2323145"/>
              <a:gd name="connsiteX182" fmla="*/ 3103685 w 11269336"/>
              <a:gd name="connsiteY182" fmla="*/ 2132814 h 2323145"/>
              <a:gd name="connsiteX183" fmla="*/ 3078794 w 11269336"/>
              <a:gd name="connsiteY183" fmla="*/ 2137935 h 2323145"/>
              <a:gd name="connsiteX184" fmla="*/ 3074407 w 11269336"/>
              <a:gd name="connsiteY184" fmla="*/ 2136274 h 2323145"/>
              <a:gd name="connsiteX185" fmla="*/ 3037285 w 11269336"/>
              <a:gd name="connsiteY185" fmla="*/ 2139919 h 2323145"/>
              <a:gd name="connsiteX186" fmla="*/ 3036901 w 11269336"/>
              <a:gd name="connsiteY186" fmla="*/ 2138726 h 2323145"/>
              <a:gd name="connsiteX187" fmla="*/ 3026996 w 11269336"/>
              <a:gd name="connsiteY187" fmla="*/ 2134322 h 2323145"/>
              <a:gd name="connsiteX188" fmla="*/ 3007772 w 11269336"/>
              <a:gd name="connsiteY188" fmla="*/ 2128742 h 2323145"/>
              <a:gd name="connsiteX189" fmla="*/ 2965030 w 11269336"/>
              <a:gd name="connsiteY189" fmla="*/ 2100494 h 2323145"/>
              <a:gd name="connsiteX190" fmla="*/ 2926342 w 11269336"/>
              <a:gd name="connsiteY190" fmla="*/ 2104155 h 2323145"/>
              <a:gd name="connsiteX191" fmla="*/ 2918608 w 11269336"/>
              <a:gd name="connsiteY191" fmla="*/ 2104215 h 2323145"/>
              <a:gd name="connsiteX192" fmla="*/ 2918475 w 11269336"/>
              <a:gd name="connsiteY192" fmla="*/ 2103937 h 2323145"/>
              <a:gd name="connsiteX193" fmla="*/ 2910360 w 11269336"/>
              <a:gd name="connsiteY193" fmla="*/ 2103444 h 2323145"/>
              <a:gd name="connsiteX194" fmla="*/ 2904507 w 11269336"/>
              <a:gd name="connsiteY194" fmla="*/ 2104326 h 2323145"/>
              <a:gd name="connsiteX195" fmla="*/ 2889503 w 11269336"/>
              <a:gd name="connsiteY195" fmla="*/ 2104443 h 2323145"/>
              <a:gd name="connsiteX196" fmla="*/ 2884480 w 11269336"/>
              <a:gd name="connsiteY196" fmla="*/ 2102626 h 2323145"/>
              <a:gd name="connsiteX197" fmla="*/ 2882689 w 11269336"/>
              <a:gd name="connsiteY197" fmla="*/ 2099228 h 2323145"/>
              <a:gd name="connsiteX198" fmla="*/ 2881291 w 11269336"/>
              <a:gd name="connsiteY198" fmla="*/ 2099618 h 2323145"/>
              <a:gd name="connsiteX199" fmla="*/ 2853979 w 11269336"/>
              <a:gd name="connsiteY199" fmla="*/ 2090388 h 2323145"/>
              <a:gd name="connsiteX200" fmla="*/ 2791790 w 11269336"/>
              <a:gd name="connsiteY200" fmla="*/ 2080332 h 2323145"/>
              <a:gd name="connsiteX201" fmla="*/ 2755844 w 11269336"/>
              <a:gd name="connsiteY201" fmla="*/ 2078874 h 2323145"/>
              <a:gd name="connsiteX202" fmla="*/ 2657742 w 11269336"/>
              <a:gd name="connsiteY202" fmla="*/ 2070179 h 2323145"/>
              <a:gd name="connsiteX203" fmla="*/ 2559549 w 11269336"/>
              <a:gd name="connsiteY203" fmla="*/ 2057873 h 2323145"/>
              <a:gd name="connsiteX204" fmla="*/ 2512054 w 11269336"/>
              <a:gd name="connsiteY204" fmla="*/ 2031671 h 2323145"/>
              <a:gd name="connsiteX205" fmla="*/ 2506437 w 11269336"/>
              <a:gd name="connsiteY205" fmla="*/ 2030918 h 2323145"/>
              <a:gd name="connsiteX206" fmla="*/ 2491752 w 11269336"/>
              <a:gd name="connsiteY206" fmla="*/ 2033906 h 2323145"/>
              <a:gd name="connsiteX207" fmla="*/ 2486338 w 11269336"/>
              <a:gd name="connsiteY207" fmla="*/ 2035862 h 2323145"/>
              <a:gd name="connsiteX208" fmla="*/ 2478186 w 11269336"/>
              <a:gd name="connsiteY208" fmla="*/ 2036953 h 2323145"/>
              <a:gd name="connsiteX209" fmla="*/ 2477950 w 11269336"/>
              <a:gd name="connsiteY209" fmla="*/ 2036715 h 2323145"/>
              <a:gd name="connsiteX210" fmla="*/ 2470381 w 11269336"/>
              <a:gd name="connsiteY210" fmla="*/ 2038256 h 2323145"/>
              <a:gd name="connsiteX211" fmla="*/ 2433781 w 11269336"/>
              <a:gd name="connsiteY211" fmla="*/ 2049140 h 2323145"/>
              <a:gd name="connsiteX212" fmla="*/ 2381172 w 11269336"/>
              <a:gd name="connsiteY212" fmla="*/ 2030645 h 2323145"/>
              <a:gd name="connsiteX213" fmla="*/ 2360198 w 11269336"/>
              <a:gd name="connsiteY213" fmla="*/ 2029059 h 2323145"/>
              <a:gd name="connsiteX214" fmla="*/ 2348815 w 11269336"/>
              <a:gd name="connsiteY214" fmla="*/ 2026798 h 2323145"/>
              <a:gd name="connsiteX215" fmla="*/ 2347988 w 11269336"/>
              <a:gd name="connsiteY215" fmla="*/ 2025745 h 2323145"/>
              <a:gd name="connsiteX216" fmla="*/ 2312920 w 11269336"/>
              <a:gd name="connsiteY216" fmla="*/ 2036311 h 2323145"/>
              <a:gd name="connsiteX217" fmla="*/ 2307986 w 11269336"/>
              <a:gd name="connsiteY217" fmla="*/ 2035583 h 2323145"/>
              <a:gd name="connsiteX218" fmla="*/ 2285481 w 11269336"/>
              <a:gd name="connsiteY218" fmla="*/ 2045197 h 2323145"/>
              <a:gd name="connsiteX219" fmla="*/ 2273666 w 11269336"/>
              <a:gd name="connsiteY219" fmla="*/ 2048710 h 2323145"/>
              <a:gd name="connsiteX220" fmla="*/ 2270719 w 11269336"/>
              <a:gd name="connsiteY220" fmla="*/ 2052702 h 2323145"/>
              <a:gd name="connsiteX221" fmla="*/ 2253080 w 11269336"/>
              <a:gd name="connsiteY221" fmla="*/ 2056363 h 2323145"/>
              <a:gd name="connsiteX222" fmla="*/ 2250906 w 11269336"/>
              <a:gd name="connsiteY222" fmla="*/ 2055654 h 2323145"/>
              <a:gd name="connsiteX223" fmla="*/ 2236905 w 11269336"/>
              <a:gd name="connsiteY223" fmla="*/ 2062882 h 2323145"/>
              <a:gd name="connsiteX224" fmla="*/ 2225830 w 11269336"/>
              <a:gd name="connsiteY224" fmla="*/ 2074027 h 2323145"/>
              <a:gd name="connsiteX225" fmla="*/ 2073776 w 11269336"/>
              <a:gd name="connsiteY225" fmla="*/ 2089244 h 2323145"/>
              <a:gd name="connsiteX226" fmla="*/ 1948256 w 11269336"/>
              <a:gd name="connsiteY226" fmla="*/ 2146616 h 2323145"/>
              <a:gd name="connsiteX227" fmla="*/ 1865582 w 11269336"/>
              <a:gd name="connsiteY227" fmla="*/ 2153738 h 2323145"/>
              <a:gd name="connsiteX228" fmla="*/ 1835210 w 11269336"/>
              <a:gd name="connsiteY228" fmla="*/ 2134244 h 2323145"/>
              <a:gd name="connsiteX229" fmla="*/ 1632661 w 11269336"/>
              <a:gd name="connsiteY229" fmla="*/ 2173882 h 2323145"/>
              <a:gd name="connsiteX230" fmla="*/ 1579590 w 11269336"/>
              <a:gd name="connsiteY230" fmla="*/ 2173680 h 2323145"/>
              <a:gd name="connsiteX231" fmla="*/ 1535601 w 11269336"/>
              <a:gd name="connsiteY231" fmla="*/ 2194590 h 2323145"/>
              <a:gd name="connsiteX232" fmla="*/ 1515594 w 11269336"/>
              <a:gd name="connsiteY232" fmla="*/ 2189622 h 2323145"/>
              <a:gd name="connsiteX233" fmla="*/ 1512113 w 11269336"/>
              <a:gd name="connsiteY233" fmla="*/ 2188534 h 2323145"/>
              <a:gd name="connsiteX234" fmla="*/ 1498838 w 11269336"/>
              <a:gd name="connsiteY234" fmla="*/ 2189213 h 2323145"/>
              <a:gd name="connsiteX235" fmla="*/ 1494279 w 11269336"/>
              <a:gd name="connsiteY235" fmla="*/ 2183112 h 2323145"/>
              <a:gd name="connsiteX236" fmla="*/ 1473714 w 11269336"/>
              <a:gd name="connsiteY236" fmla="*/ 2179625 h 2323145"/>
              <a:gd name="connsiteX237" fmla="*/ 1449503 w 11269336"/>
              <a:gd name="connsiteY237" fmla="*/ 2182633 h 2323145"/>
              <a:gd name="connsiteX238" fmla="*/ 1266687 w 11269336"/>
              <a:gd name="connsiteY238" fmla="*/ 2212688 h 2323145"/>
              <a:gd name="connsiteX239" fmla="*/ 1239614 w 11269336"/>
              <a:gd name="connsiteY239" fmla="*/ 2209727 h 2323145"/>
              <a:gd name="connsiteX240" fmla="*/ 1202436 w 11269336"/>
              <a:gd name="connsiteY240" fmla="*/ 2209817 h 2323145"/>
              <a:gd name="connsiteX241" fmla="*/ 1136097 w 11269336"/>
              <a:gd name="connsiteY241" fmla="*/ 2205112 h 2323145"/>
              <a:gd name="connsiteX242" fmla="*/ 988232 w 11269336"/>
              <a:gd name="connsiteY242" fmla="*/ 2235635 h 2323145"/>
              <a:gd name="connsiteX243" fmla="*/ 981959 w 11269336"/>
              <a:gd name="connsiteY243" fmla="*/ 2231607 h 2323145"/>
              <a:gd name="connsiteX244" fmla="*/ 938600 w 11269336"/>
              <a:gd name="connsiteY244" fmla="*/ 2238113 h 2323145"/>
              <a:gd name="connsiteX245" fmla="*/ 791788 w 11269336"/>
              <a:gd name="connsiteY245" fmla="*/ 2293224 h 2323145"/>
              <a:gd name="connsiteX246" fmla="*/ 706914 w 11269336"/>
              <a:gd name="connsiteY246" fmla="*/ 2305046 h 2323145"/>
              <a:gd name="connsiteX247" fmla="*/ 675971 w 11269336"/>
              <a:gd name="connsiteY247" fmla="*/ 2304030 h 2323145"/>
              <a:gd name="connsiteX248" fmla="*/ 624180 w 11269336"/>
              <a:gd name="connsiteY248" fmla="*/ 2302650 h 2323145"/>
              <a:gd name="connsiteX249" fmla="*/ 583453 w 11269336"/>
              <a:gd name="connsiteY249" fmla="*/ 2288788 h 2323145"/>
              <a:gd name="connsiteX250" fmla="*/ 540946 w 11269336"/>
              <a:gd name="connsiteY250" fmla="*/ 2292721 h 2323145"/>
              <a:gd name="connsiteX251" fmla="*/ 533680 w 11269336"/>
              <a:gd name="connsiteY251" fmla="*/ 2310233 h 2323145"/>
              <a:gd name="connsiteX252" fmla="*/ 487366 w 11269336"/>
              <a:gd name="connsiteY252" fmla="*/ 2309053 h 2323145"/>
              <a:gd name="connsiteX253" fmla="*/ 416820 w 11269336"/>
              <a:gd name="connsiteY253" fmla="*/ 2305443 h 2323145"/>
              <a:gd name="connsiteX254" fmla="*/ 376805 w 11269336"/>
              <a:gd name="connsiteY254" fmla="*/ 2307647 h 2323145"/>
              <a:gd name="connsiteX255" fmla="*/ 266777 w 11269336"/>
              <a:gd name="connsiteY255" fmla="*/ 2309012 h 2323145"/>
              <a:gd name="connsiteX256" fmla="*/ 156013 w 11269336"/>
              <a:gd name="connsiteY256" fmla="*/ 2306832 h 2323145"/>
              <a:gd name="connsiteX257" fmla="*/ 87258 w 11269336"/>
              <a:gd name="connsiteY257" fmla="*/ 2285511 h 2323145"/>
              <a:gd name="connsiteX258" fmla="*/ 23798 w 11269336"/>
              <a:gd name="connsiteY258" fmla="*/ 2281822 h 2323145"/>
              <a:gd name="connsiteX259" fmla="*/ 0 w 11269336"/>
              <a:gd name="connsiteY259" fmla="*/ 2285369 h 2323145"/>
              <a:gd name="connsiteX260" fmla="*/ 0 w 11269336"/>
              <a:gd name="connsiteY260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561575 w 11269336"/>
              <a:gd name="connsiteY19" fmla="*/ 559978 h 2323145"/>
              <a:gd name="connsiteX20" fmla="*/ 9162278 w 11269336"/>
              <a:gd name="connsiteY20" fmla="*/ 704724 h 2323145"/>
              <a:gd name="connsiteX21" fmla="*/ 9062863 w 11269336"/>
              <a:gd name="connsiteY21" fmla="*/ 754656 h 2323145"/>
              <a:gd name="connsiteX22" fmla="*/ 8914746 w 11269336"/>
              <a:gd name="connsiteY22" fmla="*/ 826428 h 2323145"/>
              <a:gd name="connsiteX23" fmla="*/ 8917778 w 11269336"/>
              <a:gd name="connsiteY23" fmla="*/ 835198 h 2323145"/>
              <a:gd name="connsiteX24" fmla="*/ 8905560 w 11269336"/>
              <a:gd name="connsiteY24" fmla="*/ 838358 h 2323145"/>
              <a:gd name="connsiteX25" fmla="*/ 8897564 w 11269336"/>
              <a:gd name="connsiteY25" fmla="*/ 834287 h 2323145"/>
              <a:gd name="connsiteX26" fmla="*/ 8878040 w 11269336"/>
              <a:gd name="connsiteY26" fmla="*/ 844150 h 2323145"/>
              <a:gd name="connsiteX27" fmla="*/ 8795998 w 11269336"/>
              <a:gd name="connsiteY27" fmla="*/ 863337 h 2323145"/>
              <a:gd name="connsiteX28" fmla="*/ 8776970 w 11269336"/>
              <a:gd name="connsiteY28" fmla="*/ 885177 h 2323145"/>
              <a:gd name="connsiteX29" fmla="*/ 8755719 w 11269336"/>
              <a:gd name="connsiteY29" fmla="*/ 889754 h 2323145"/>
              <a:gd name="connsiteX30" fmla="*/ 8743257 w 11269336"/>
              <a:gd name="connsiteY30" fmla="*/ 904723 h 2323145"/>
              <a:gd name="connsiteX31" fmla="*/ 8721366 w 11269336"/>
              <a:gd name="connsiteY31" fmla="*/ 904711 h 2323145"/>
              <a:gd name="connsiteX32" fmla="*/ 8678353 w 11269336"/>
              <a:gd name="connsiteY32" fmla="*/ 926318 h 2323145"/>
              <a:gd name="connsiteX33" fmla="*/ 8636849 w 11269336"/>
              <a:gd name="connsiteY33" fmla="*/ 937900 h 2323145"/>
              <a:gd name="connsiteX34" fmla="*/ 8620213 w 11269336"/>
              <a:gd name="connsiteY34" fmla="*/ 943068 h 2323145"/>
              <a:gd name="connsiteX35" fmla="*/ 8612581 w 11269336"/>
              <a:gd name="connsiteY35" fmla="*/ 952695 h 2323145"/>
              <a:gd name="connsiteX36" fmla="*/ 8589038 w 11269336"/>
              <a:gd name="connsiteY36" fmla="*/ 963892 h 2323145"/>
              <a:gd name="connsiteX37" fmla="*/ 8579950 w 11269336"/>
              <a:gd name="connsiteY37" fmla="*/ 960899 h 2323145"/>
              <a:gd name="connsiteX38" fmla="*/ 8579319 w 11269336"/>
              <a:gd name="connsiteY38" fmla="*/ 965630 h 2323145"/>
              <a:gd name="connsiteX39" fmla="*/ 8547429 w 11269336"/>
              <a:gd name="connsiteY39" fmla="*/ 984506 h 2323145"/>
              <a:gd name="connsiteX40" fmla="*/ 8478704 w 11269336"/>
              <a:gd name="connsiteY40" fmla="*/ 1025490 h 2323145"/>
              <a:gd name="connsiteX41" fmla="*/ 8461421 w 11269336"/>
              <a:gd name="connsiteY41" fmla="*/ 1035512 h 2323145"/>
              <a:gd name="connsiteX42" fmla="*/ 8445003 w 11269336"/>
              <a:gd name="connsiteY42" fmla="*/ 1036851 h 2323145"/>
              <a:gd name="connsiteX43" fmla="*/ 8357350 w 11269336"/>
              <a:gd name="connsiteY43" fmla="*/ 1060213 h 2323145"/>
              <a:gd name="connsiteX44" fmla="*/ 8335565 w 11269336"/>
              <a:gd name="connsiteY44" fmla="*/ 1061151 h 2323145"/>
              <a:gd name="connsiteX45" fmla="*/ 8325267 w 11269336"/>
              <a:gd name="connsiteY45" fmla="*/ 1055919 h 2323145"/>
              <a:gd name="connsiteX46" fmla="*/ 8293586 w 11269336"/>
              <a:gd name="connsiteY46" fmla="*/ 1076144 h 2323145"/>
              <a:gd name="connsiteX47" fmla="*/ 8242405 w 11269336"/>
              <a:gd name="connsiteY47" fmla="*/ 1095960 h 2323145"/>
              <a:gd name="connsiteX48" fmla="*/ 8197391 w 11269336"/>
              <a:gd name="connsiteY48" fmla="*/ 1107746 h 2323145"/>
              <a:gd name="connsiteX49" fmla="*/ 8081474 w 11269336"/>
              <a:gd name="connsiteY49" fmla="*/ 1130125 h 2323145"/>
              <a:gd name="connsiteX50" fmla="*/ 8053585 w 11269336"/>
              <a:gd name="connsiteY50" fmla="*/ 1129169 h 2323145"/>
              <a:gd name="connsiteX51" fmla="*/ 8038422 w 11269336"/>
              <a:gd name="connsiteY51" fmla="*/ 1119092 h 2323145"/>
              <a:gd name="connsiteX52" fmla="*/ 8029450 w 11269336"/>
              <a:gd name="connsiteY52" fmla="*/ 1125592 h 2323145"/>
              <a:gd name="connsiteX53" fmla="*/ 7959552 w 11269336"/>
              <a:gd name="connsiteY53" fmla="*/ 1140188 h 2323145"/>
              <a:gd name="connsiteX54" fmla="*/ 7914188 w 11269336"/>
              <a:gd name="connsiteY54" fmla="*/ 1150862 h 2323145"/>
              <a:gd name="connsiteX55" fmla="*/ 7914918 w 11269336"/>
              <a:gd name="connsiteY55" fmla="*/ 1168758 h 2323145"/>
              <a:gd name="connsiteX56" fmla="*/ 7875510 w 11269336"/>
              <a:gd name="connsiteY56" fmla="*/ 1183153 h 2323145"/>
              <a:gd name="connsiteX57" fmla="*/ 7829932 w 11269336"/>
              <a:gd name="connsiteY57" fmla="*/ 1180782 h 2323145"/>
              <a:gd name="connsiteX58" fmla="*/ 7779182 w 11269336"/>
              <a:gd name="connsiteY58" fmla="*/ 1192665 h 2323145"/>
              <a:gd name="connsiteX59" fmla="*/ 7748774 w 11269336"/>
              <a:gd name="connsiteY59" fmla="*/ 1199586 h 2323145"/>
              <a:gd name="connsiteX60" fmla="*/ 7671846 w 11269336"/>
              <a:gd name="connsiteY60" fmla="*/ 1231966 h 2323145"/>
              <a:gd name="connsiteX61" fmla="*/ 7554146 w 11269336"/>
              <a:gd name="connsiteY61" fmla="*/ 1319748 h 2323145"/>
              <a:gd name="connsiteX62" fmla="*/ 7515052 w 11269336"/>
              <a:gd name="connsiteY62" fmla="*/ 1336718 h 2323145"/>
              <a:gd name="connsiteX63" fmla="*/ 7507193 w 11269336"/>
              <a:gd name="connsiteY63" fmla="*/ 1334617 h 2323145"/>
              <a:gd name="connsiteX64" fmla="*/ 7461694 w 11269336"/>
              <a:gd name="connsiteY64" fmla="*/ 1375866 h 2323145"/>
              <a:gd name="connsiteX65" fmla="*/ 7377571 w 11269336"/>
              <a:gd name="connsiteY65" fmla="*/ 1400128 h 2323145"/>
              <a:gd name="connsiteX66" fmla="*/ 7311261 w 11269336"/>
              <a:gd name="connsiteY66" fmla="*/ 1412652 h 2323145"/>
              <a:gd name="connsiteX67" fmla="*/ 7275307 w 11269336"/>
              <a:gd name="connsiteY67" fmla="*/ 1422171 h 2323145"/>
              <a:gd name="connsiteX68" fmla="*/ 7247783 w 11269336"/>
              <a:gd name="connsiteY68" fmla="*/ 1426330 h 2323145"/>
              <a:gd name="connsiteX69" fmla="*/ 7185047 w 11269336"/>
              <a:gd name="connsiteY69" fmla="*/ 1451812 h 2323145"/>
              <a:gd name="connsiteX70" fmla="*/ 7084117 w 11269336"/>
              <a:gd name="connsiteY70" fmla="*/ 1500281 h 2323145"/>
              <a:gd name="connsiteX71" fmla="*/ 7062011 w 11269336"/>
              <a:gd name="connsiteY71" fmla="*/ 1509183 h 2323145"/>
              <a:gd name="connsiteX72" fmla="*/ 7040555 w 11269336"/>
              <a:gd name="connsiteY72" fmla="*/ 1511207 h 2323145"/>
              <a:gd name="connsiteX73" fmla="*/ 7033438 w 11269336"/>
              <a:gd name="connsiteY73" fmla="*/ 1506772 h 2323145"/>
              <a:gd name="connsiteX74" fmla="*/ 7020886 w 11269336"/>
              <a:gd name="connsiteY74" fmla="*/ 1510764 h 2323145"/>
              <a:gd name="connsiteX75" fmla="*/ 7017033 w 11269336"/>
              <a:gd name="connsiteY75" fmla="*/ 1510650 h 2323145"/>
              <a:gd name="connsiteX76" fmla="*/ 6995460 w 11269336"/>
              <a:gd name="connsiteY76" fmla="*/ 1511173 h 2323145"/>
              <a:gd name="connsiteX77" fmla="*/ 6962144 w 11269336"/>
              <a:gd name="connsiteY77" fmla="*/ 1541508 h 2323145"/>
              <a:gd name="connsiteX78" fmla="*/ 6910674 w 11269336"/>
              <a:gd name="connsiteY78" fmla="*/ 1554793 h 2323145"/>
              <a:gd name="connsiteX79" fmla="*/ 6732152 w 11269336"/>
              <a:gd name="connsiteY79" fmla="*/ 1642538 h 2323145"/>
              <a:gd name="connsiteX80" fmla="*/ 6694106 w 11269336"/>
              <a:gd name="connsiteY80" fmla="*/ 1632377 h 2323145"/>
              <a:gd name="connsiteX81" fmla="*/ 6617223 w 11269336"/>
              <a:gd name="connsiteY81" fmla="*/ 1659889 h 2323145"/>
              <a:gd name="connsiteX82" fmla="*/ 6521138 w 11269336"/>
              <a:gd name="connsiteY82" fmla="*/ 1744340 h 2323145"/>
              <a:gd name="connsiteX83" fmla="*/ 6380677 w 11269336"/>
              <a:gd name="connsiteY83" fmla="*/ 1796883 h 2323145"/>
              <a:gd name="connsiteX84" fmla="*/ 6374897 w 11269336"/>
              <a:gd name="connsiteY84" fmla="*/ 1809910 h 2323145"/>
              <a:gd name="connsiteX85" fmla="*/ 6364545 w 11269336"/>
              <a:gd name="connsiteY85" fmla="*/ 1820090 h 2323145"/>
              <a:gd name="connsiteX86" fmla="*/ 6362126 w 11269336"/>
              <a:gd name="connsiteY86" fmla="*/ 1819991 h 2323145"/>
              <a:gd name="connsiteX87" fmla="*/ 6346673 w 11269336"/>
              <a:gd name="connsiteY87" fmla="*/ 1827824 h 2323145"/>
              <a:gd name="connsiteX88" fmla="*/ 6345588 w 11269336"/>
              <a:gd name="connsiteY88" fmla="*/ 1832232 h 2323145"/>
              <a:gd name="connsiteX89" fmla="*/ 6335708 w 11269336"/>
              <a:gd name="connsiteY89" fmla="*/ 1838451 h 2323145"/>
              <a:gd name="connsiteX90" fmla="*/ 6318182 w 11269336"/>
              <a:gd name="connsiteY90" fmla="*/ 1852975 h 2323145"/>
              <a:gd name="connsiteX91" fmla="*/ 6313084 w 11269336"/>
              <a:gd name="connsiteY91" fmla="*/ 1853561 h 2323145"/>
              <a:gd name="connsiteX92" fmla="*/ 6283816 w 11269336"/>
              <a:gd name="connsiteY92" fmla="*/ 1872148 h 2323145"/>
              <a:gd name="connsiteX93" fmla="*/ 6282550 w 11269336"/>
              <a:gd name="connsiteY93" fmla="*/ 1871392 h 2323145"/>
              <a:gd name="connsiteX94" fmla="*/ 6270527 w 11269336"/>
              <a:gd name="connsiteY94" fmla="*/ 1872208 h 2323145"/>
              <a:gd name="connsiteX95" fmla="*/ 6249518 w 11269336"/>
              <a:gd name="connsiteY95" fmla="*/ 1876079 h 2323145"/>
              <a:gd name="connsiteX96" fmla="*/ 6190386 w 11269336"/>
              <a:gd name="connsiteY96" fmla="*/ 1872478 h 2323145"/>
              <a:gd name="connsiteX97" fmla="*/ 6159777 w 11269336"/>
              <a:gd name="connsiteY97" fmla="*/ 1891745 h 2323145"/>
              <a:gd name="connsiteX98" fmla="*/ 6153131 w 11269336"/>
              <a:gd name="connsiteY98" fmla="*/ 1895079 h 2323145"/>
              <a:gd name="connsiteX99" fmla="*/ 6152798 w 11269336"/>
              <a:gd name="connsiteY99" fmla="*/ 1894920 h 2323145"/>
              <a:gd name="connsiteX100" fmla="*/ 6145388 w 11269336"/>
              <a:gd name="connsiteY100" fmla="*/ 1897990 h 2323145"/>
              <a:gd name="connsiteX101" fmla="*/ 6141014 w 11269336"/>
              <a:gd name="connsiteY101" fmla="*/ 1901155 h 2323145"/>
              <a:gd name="connsiteX102" fmla="*/ 6128122 w 11269336"/>
              <a:gd name="connsiteY102" fmla="*/ 1907623 h 2323145"/>
              <a:gd name="connsiteX103" fmla="*/ 6122351 w 11269336"/>
              <a:gd name="connsiteY103" fmla="*/ 1908359 h 2323145"/>
              <a:gd name="connsiteX104" fmla="*/ 6064750 w 11269336"/>
              <a:gd name="connsiteY104" fmla="*/ 1896394 h 2323145"/>
              <a:gd name="connsiteX105" fmla="*/ 5964230 w 11269336"/>
              <a:gd name="connsiteY105" fmla="*/ 1910038 h 2323145"/>
              <a:gd name="connsiteX106" fmla="*/ 5865399 w 11269336"/>
              <a:gd name="connsiteY106" fmla="*/ 1926966 h 2323145"/>
              <a:gd name="connsiteX107" fmla="*/ 5829951 w 11269336"/>
              <a:gd name="connsiteY107" fmla="*/ 1934755 h 2323145"/>
              <a:gd name="connsiteX108" fmla="*/ 5765285 w 11269336"/>
              <a:gd name="connsiteY108" fmla="*/ 1941322 h 2323145"/>
              <a:gd name="connsiteX109" fmla="*/ 5734750 w 11269336"/>
              <a:gd name="connsiteY109" fmla="*/ 1939793 h 2323145"/>
              <a:gd name="connsiteX110" fmla="*/ 5733569 w 11269336"/>
              <a:gd name="connsiteY110" fmla="*/ 1940505 h 2323145"/>
              <a:gd name="connsiteX111" fmla="*/ 5730329 w 11269336"/>
              <a:gd name="connsiteY111" fmla="*/ 1937845 h 2323145"/>
              <a:gd name="connsiteX112" fmla="*/ 5724661 w 11269336"/>
              <a:gd name="connsiteY112" fmla="*/ 1937455 h 2323145"/>
              <a:gd name="connsiteX113" fmla="*/ 5710186 w 11269336"/>
              <a:gd name="connsiteY113" fmla="*/ 1941370 h 2323145"/>
              <a:gd name="connsiteX114" fmla="*/ 5704910 w 11269336"/>
              <a:gd name="connsiteY114" fmla="*/ 1943663 h 2323145"/>
              <a:gd name="connsiteX115" fmla="*/ 5696836 w 11269336"/>
              <a:gd name="connsiteY115" fmla="*/ 1945271 h 2323145"/>
              <a:gd name="connsiteX116" fmla="*/ 5696583 w 11269336"/>
              <a:gd name="connsiteY116" fmla="*/ 1945050 h 2323145"/>
              <a:gd name="connsiteX117" fmla="*/ 5689123 w 11269336"/>
              <a:gd name="connsiteY117" fmla="*/ 1947067 h 2323145"/>
              <a:gd name="connsiteX118" fmla="*/ 5653291 w 11269336"/>
              <a:gd name="connsiteY118" fmla="*/ 1960245 h 2323145"/>
              <a:gd name="connsiteX119" fmla="*/ 5599385 w 11269336"/>
              <a:gd name="connsiteY119" fmla="*/ 1945198 h 2323145"/>
              <a:gd name="connsiteX120" fmla="*/ 5578300 w 11269336"/>
              <a:gd name="connsiteY120" fmla="*/ 1944963 h 2323145"/>
              <a:gd name="connsiteX121" fmla="*/ 5566758 w 11269336"/>
              <a:gd name="connsiteY121" fmla="*/ 1943441 h 2323145"/>
              <a:gd name="connsiteX122" fmla="*/ 5565857 w 11269336"/>
              <a:gd name="connsiteY122" fmla="*/ 1942445 h 2323145"/>
              <a:gd name="connsiteX123" fmla="*/ 5531534 w 11269336"/>
              <a:gd name="connsiteY123" fmla="*/ 1955208 h 2323145"/>
              <a:gd name="connsiteX124" fmla="*/ 5526552 w 11269336"/>
              <a:gd name="connsiteY124" fmla="*/ 1954799 h 2323145"/>
              <a:gd name="connsiteX125" fmla="*/ 5504723 w 11269336"/>
              <a:gd name="connsiteY125" fmla="*/ 1965811 h 2323145"/>
              <a:gd name="connsiteX126" fmla="*/ 5493156 w 11269336"/>
              <a:gd name="connsiteY126" fmla="*/ 1970063 h 2323145"/>
              <a:gd name="connsiteX127" fmla="*/ 5490486 w 11269336"/>
              <a:gd name="connsiteY127" fmla="*/ 1974227 h 2323145"/>
              <a:gd name="connsiteX128" fmla="*/ 5473107 w 11269336"/>
              <a:gd name="connsiteY128" fmla="*/ 1979001 h 2323145"/>
              <a:gd name="connsiteX129" fmla="*/ 5470885 w 11269336"/>
              <a:gd name="connsiteY129" fmla="*/ 1978432 h 2323145"/>
              <a:gd name="connsiteX130" fmla="*/ 5457393 w 11269336"/>
              <a:gd name="connsiteY130" fmla="*/ 1986525 h 2323145"/>
              <a:gd name="connsiteX131" fmla="*/ 5447102 w 11269336"/>
              <a:gd name="connsiteY131" fmla="*/ 1998329 h 2323145"/>
              <a:gd name="connsiteX132" fmla="*/ 5159151 w 11269336"/>
              <a:gd name="connsiteY132" fmla="*/ 2029640 h 2323145"/>
              <a:gd name="connsiteX133" fmla="*/ 5098838 w 11269336"/>
              <a:gd name="connsiteY133" fmla="*/ 2062961 h 2323145"/>
              <a:gd name="connsiteX134" fmla="*/ 4860988 w 11269336"/>
              <a:gd name="connsiteY134" fmla="*/ 2135698 h 2323145"/>
              <a:gd name="connsiteX135" fmla="*/ 4807902 w 11269336"/>
              <a:gd name="connsiteY135" fmla="*/ 2138894 h 2323145"/>
              <a:gd name="connsiteX136" fmla="*/ 4765388 w 11269336"/>
              <a:gd name="connsiteY136" fmla="*/ 2162525 h 2323145"/>
              <a:gd name="connsiteX137" fmla="*/ 4745033 w 11269336"/>
              <a:gd name="connsiteY137" fmla="*/ 2158859 h 2323145"/>
              <a:gd name="connsiteX138" fmla="*/ 4741475 w 11269336"/>
              <a:gd name="connsiteY138" fmla="*/ 2157998 h 2323145"/>
              <a:gd name="connsiteX139" fmla="*/ 4728247 w 11269336"/>
              <a:gd name="connsiteY139" fmla="*/ 2159526 h 2323145"/>
              <a:gd name="connsiteX140" fmla="*/ 4723263 w 11269336"/>
              <a:gd name="connsiteY140" fmla="*/ 2153742 h 2323145"/>
              <a:gd name="connsiteX141" fmla="*/ 4593061 w 11269336"/>
              <a:gd name="connsiteY141" fmla="*/ 2171597 h 2323145"/>
              <a:gd name="connsiteX142" fmla="*/ 4533444 w 11269336"/>
              <a:gd name="connsiteY142" fmla="*/ 2181200 h 2323145"/>
              <a:gd name="connsiteX143" fmla="*/ 4492832 w 11269336"/>
              <a:gd name="connsiteY143" fmla="*/ 2188033 h 2323145"/>
              <a:gd name="connsiteX144" fmla="*/ 4467257 w 11269336"/>
              <a:gd name="connsiteY144" fmla="*/ 2196121 h 2323145"/>
              <a:gd name="connsiteX145" fmla="*/ 4459937 w 11269336"/>
              <a:gd name="connsiteY145" fmla="*/ 2195182 h 2323145"/>
              <a:gd name="connsiteX146" fmla="*/ 4433312 w 11269336"/>
              <a:gd name="connsiteY146" fmla="*/ 2199004 h 2323145"/>
              <a:gd name="connsiteX147" fmla="*/ 4420601 w 11269336"/>
              <a:gd name="connsiteY147" fmla="*/ 2205158 h 2323145"/>
              <a:gd name="connsiteX148" fmla="*/ 4405765 w 11269336"/>
              <a:gd name="connsiteY148" fmla="*/ 2199902 h 2323145"/>
              <a:gd name="connsiteX149" fmla="*/ 4401354 w 11269336"/>
              <a:gd name="connsiteY149" fmla="*/ 2194745 h 2323145"/>
              <a:gd name="connsiteX150" fmla="*/ 4383151 w 11269336"/>
              <a:gd name="connsiteY150" fmla="*/ 2201140 h 2323145"/>
              <a:gd name="connsiteX151" fmla="*/ 4366646 w 11269336"/>
              <a:gd name="connsiteY151" fmla="*/ 2198564 h 2323145"/>
              <a:gd name="connsiteX152" fmla="*/ 4354009 w 11269336"/>
              <a:gd name="connsiteY152" fmla="*/ 2204984 h 2323145"/>
              <a:gd name="connsiteX153" fmla="*/ 4348284 w 11269336"/>
              <a:gd name="connsiteY153" fmla="*/ 2205270 h 2323145"/>
              <a:gd name="connsiteX154" fmla="*/ 4333906 w 11269336"/>
              <a:gd name="connsiteY154" fmla="*/ 2205251 h 2323145"/>
              <a:gd name="connsiteX155" fmla="*/ 4308819 w 11269336"/>
              <a:gd name="connsiteY155" fmla="*/ 2203822 h 2323145"/>
              <a:gd name="connsiteX156" fmla="*/ 4301210 w 11269336"/>
              <a:gd name="connsiteY156" fmla="*/ 2204456 h 2323145"/>
              <a:gd name="connsiteX157" fmla="*/ 4283095 w 11269336"/>
              <a:gd name="connsiteY157" fmla="*/ 2198177 h 2323145"/>
              <a:gd name="connsiteX158" fmla="*/ 4250119 w 11269336"/>
              <a:gd name="connsiteY158" fmla="*/ 2196342 h 2323145"/>
              <a:gd name="connsiteX159" fmla="*/ 4189203 w 11269336"/>
              <a:gd name="connsiteY159" fmla="*/ 2178994 h 2323145"/>
              <a:gd name="connsiteX160" fmla="*/ 4154035 w 11269336"/>
              <a:gd name="connsiteY160" fmla="*/ 2171950 h 2323145"/>
              <a:gd name="connsiteX161" fmla="*/ 4129569 w 11269336"/>
              <a:gd name="connsiteY161" fmla="*/ 2163850 h 2323145"/>
              <a:gd name="connsiteX162" fmla="*/ 4061250 w 11269336"/>
              <a:gd name="connsiteY162" fmla="*/ 2159236 h 2323145"/>
              <a:gd name="connsiteX163" fmla="*/ 3945480 w 11269336"/>
              <a:gd name="connsiteY163" fmla="*/ 2158279 h 2323145"/>
              <a:gd name="connsiteX164" fmla="*/ 3921468 w 11269336"/>
              <a:gd name="connsiteY164" fmla="*/ 2156588 h 2323145"/>
              <a:gd name="connsiteX165" fmla="*/ 3903348 w 11269336"/>
              <a:gd name="connsiteY165" fmla="*/ 2149220 h 2323145"/>
              <a:gd name="connsiteX166" fmla="*/ 3901342 w 11269336"/>
              <a:gd name="connsiteY166" fmla="*/ 2142355 h 2323145"/>
              <a:gd name="connsiteX167" fmla="*/ 3888539 w 11269336"/>
              <a:gd name="connsiteY167" fmla="*/ 2140476 h 2323145"/>
              <a:gd name="connsiteX168" fmla="*/ 3885662 w 11269336"/>
              <a:gd name="connsiteY168" fmla="*/ 2138740 h 2323145"/>
              <a:gd name="connsiteX169" fmla="*/ 3868627 w 11269336"/>
              <a:gd name="connsiteY169" fmla="*/ 2130023 h 2323145"/>
              <a:gd name="connsiteX170" fmla="*/ 3819177 w 11269336"/>
              <a:gd name="connsiteY170" fmla="*/ 2142111 h 2323145"/>
              <a:gd name="connsiteX171" fmla="*/ 3769100 w 11269336"/>
              <a:gd name="connsiteY171" fmla="*/ 2131731 h 2323145"/>
              <a:gd name="connsiteX172" fmla="*/ 3562752 w 11269336"/>
              <a:gd name="connsiteY172" fmla="*/ 2131785 h 2323145"/>
              <a:gd name="connsiteX173" fmla="*/ 3541402 w 11269336"/>
              <a:gd name="connsiteY173" fmla="*/ 2106821 h 2323145"/>
              <a:gd name="connsiteX174" fmla="*/ 3365341 w 11269336"/>
              <a:gd name="connsiteY174" fmla="*/ 2077638 h 2323145"/>
              <a:gd name="connsiteX175" fmla="*/ 3170922 w 11269336"/>
              <a:gd name="connsiteY175" fmla="*/ 2115957 h 2323145"/>
              <a:gd name="connsiteX176" fmla="*/ 3156256 w 11269336"/>
              <a:gd name="connsiteY176" fmla="*/ 2124773 h 2323145"/>
              <a:gd name="connsiteX177" fmla="*/ 3140298 w 11269336"/>
              <a:gd name="connsiteY177" fmla="*/ 2129182 h 2323145"/>
              <a:gd name="connsiteX178" fmla="*/ 3138514 w 11269336"/>
              <a:gd name="connsiteY178" fmla="*/ 2128069 h 2323145"/>
              <a:gd name="connsiteX179" fmla="*/ 3120467 w 11269336"/>
              <a:gd name="connsiteY179" fmla="*/ 2128281 h 2323145"/>
              <a:gd name="connsiteX180" fmla="*/ 3116175 w 11269336"/>
              <a:gd name="connsiteY180" fmla="*/ 2131633 h 2323145"/>
              <a:gd name="connsiteX181" fmla="*/ 3103685 w 11269336"/>
              <a:gd name="connsiteY181" fmla="*/ 2132814 h 2323145"/>
              <a:gd name="connsiteX182" fmla="*/ 3078794 w 11269336"/>
              <a:gd name="connsiteY182" fmla="*/ 2137935 h 2323145"/>
              <a:gd name="connsiteX183" fmla="*/ 3074407 w 11269336"/>
              <a:gd name="connsiteY183" fmla="*/ 2136274 h 2323145"/>
              <a:gd name="connsiteX184" fmla="*/ 3037285 w 11269336"/>
              <a:gd name="connsiteY184" fmla="*/ 2139919 h 2323145"/>
              <a:gd name="connsiteX185" fmla="*/ 3036901 w 11269336"/>
              <a:gd name="connsiteY185" fmla="*/ 2138726 h 2323145"/>
              <a:gd name="connsiteX186" fmla="*/ 3026996 w 11269336"/>
              <a:gd name="connsiteY186" fmla="*/ 2134322 h 2323145"/>
              <a:gd name="connsiteX187" fmla="*/ 3007772 w 11269336"/>
              <a:gd name="connsiteY187" fmla="*/ 2128742 h 2323145"/>
              <a:gd name="connsiteX188" fmla="*/ 2965030 w 11269336"/>
              <a:gd name="connsiteY188" fmla="*/ 2100494 h 2323145"/>
              <a:gd name="connsiteX189" fmla="*/ 2926342 w 11269336"/>
              <a:gd name="connsiteY189" fmla="*/ 2104155 h 2323145"/>
              <a:gd name="connsiteX190" fmla="*/ 2918608 w 11269336"/>
              <a:gd name="connsiteY190" fmla="*/ 2104215 h 2323145"/>
              <a:gd name="connsiteX191" fmla="*/ 2918475 w 11269336"/>
              <a:gd name="connsiteY191" fmla="*/ 2103937 h 2323145"/>
              <a:gd name="connsiteX192" fmla="*/ 2910360 w 11269336"/>
              <a:gd name="connsiteY192" fmla="*/ 2103444 h 2323145"/>
              <a:gd name="connsiteX193" fmla="*/ 2904507 w 11269336"/>
              <a:gd name="connsiteY193" fmla="*/ 2104326 h 2323145"/>
              <a:gd name="connsiteX194" fmla="*/ 2889503 w 11269336"/>
              <a:gd name="connsiteY194" fmla="*/ 2104443 h 2323145"/>
              <a:gd name="connsiteX195" fmla="*/ 2884480 w 11269336"/>
              <a:gd name="connsiteY195" fmla="*/ 2102626 h 2323145"/>
              <a:gd name="connsiteX196" fmla="*/ 2882689 w 11269336"/>
              <a:gd name="connsiteY196" fmla="*/ 2099228 h 2323145"/>
              <a:gd name="connsiteX197" fmla="*/ 2881291 w 11269336"/>
              <a:gd name="connsiteY197" fmla="*/ 2099618 h 2323145"/>
              <a:gd name="connsiteX198" fmla="*/ 2853979 w 11269336"/>
              <a:gd name="connsiteY198" fmla="*/ 2090388 h 2323145"/>
              <a:gd name="connsiteX199" fmla="*/ 2791790 w 11269336"/>
              <a:gd name="connsiteY199" fmla="*/ 2080332 h 2323145"/>
              <a:gd name="connsiteX200" fmla="*/ 2755844 w 11269336"/>
              <a:gd name="connsiteY200" fmla="*/ 2078874 h 2323145"/>
              <a:gd name="connsiteX201" fmla="*/ 2657742 w 11269336"/>
              <a:gd name="connsiteY201" fmla="*/ 2070179 h 2323145"/>
              <a:gd name="connsiteX202" fmla="*/ 2559549 w 11269336"/>
              <a:gd name="connsiteY202" fmla="*/ 2057873 h 2323145"/>
              <a:gd name="connsiteX203" fmla="*/ 2512054 w 11269336"/>
              <a:gd name="connsiteY203" fmla="*/ 2031671 h 2323145"/>
              <a:gd name="connsiteX204" fmla="*/ 2506437 w 11269336"/>
              <a:gd name="connsiteY204" fmla="*/ 2030918 h 2323145"/>
              <a:gd name="connsiteX205" fmla="*/ 2491752 w 11269336"/>
              <a:gd name="connsiteY205" fmla="*/ 2033906 h 2323145"/>
              <a:gd name="connsiteX206" fmla="*/ 2486338 w 11269336"/>
              <a:gd name="connsiteY206" fmla="*/ 2035862 h 2323145"/>
              <a:gd name="connsiteX207" fmla="*/ 2478186 w 11269336"/>
              <a:gd name="connsiteY207" fmla="*/ 2036953 h 2323145"/>
              <a:gd name="connsiteX208" fmla="*/ 2477950 w 11269336"/>
              <a:gd name="connsiteY208" fmla="*/ 2036715 h 2323145"/>
              <a:gd name="connsiteX209" fmla="*/ 2470381 w 11269336"/>
              <a:gd name="connsiteY209" fmla="*/ 2038256 h 2323145"/>
              <a:gd name="connsiteX210" fmla="*/ 2433781 w 11269336"/>
              <a:gd name="connsiteY210" fmla="*/ 2049140 h 2323145"/>
              <a:gd name="connsiteX211" fmla="*/ 2381172 w 11269336"/>
              <a:gd name="connsiteY211" fmla="*/ 2030645 h 2323145"/>
              <a:gd name="connsiteX212" fmla="*/ 2360198 w 11269336"/>
              <a:gd name="connsiteY212" fmla="*/ 2029059 h 2323145"/>
              <a:gd name="connsiteX213" fmla="*/ 2348815 w 11269336"/>
              <a:gd name="connsiteY213" fmla="*/ 2026798 h 2323145"/>
              <a:gd name="connsiteX214" fmla="*/ 2347988 w 11269336"/>
              <a:gd name="connsiteY214" fmla="*/ 2025745 h 2323145"/>
              <a:gd name="connsiteX215" fmla="*/ 2312920 w 11269336"/>
              <a:gd name="connsiteY215" fmla="*/ 2036311 h 2323145"/>
              <a:gd name="connsiteX216" fmla="*/ 2307986 w 11269336"/>
              <a:gd name="connsiteY216" fmla="*/ 2035583 h 2323145"/>
              <a:gd name="connsiteX217" fmla="*/ 2285481 w 11269336"/>
              <a:gd name="connsiteY217" fmla="*/ 2045197 h 2323145"/>
              <a:gd name="connsiteX218" fmla="*/ 2273666 w 11269336"/>
              <a:gd name="connsiteY218" fmla="*/ 2048710 h 2323145"/>
              <a:gd name="connsiteX219" fmla="*/ 2270719 w 11269336"/>
              <a:gd name="connsiteY219" fmla="*/ 2052702 h 2323145"/>
              <a:gd name="connsiteX220" fmla="*/ 2253080 w 11269336"/>
              <a:gd name="connsiteY220" fmla="*/ 2056363 h 2323145"/>
              <a:gd name="connsiteX221" fmla="*/ 2250906 w 11269336"/>
              <a:gd name="connsiteY221" fmla="*/ 2055654 h 2323145"/>
              <a:gd name="connsiteX222" fmla="*/ 2236905 w 11269336"/>
              <a:gd name="connsiteY222" fmla="*/ 2062882 h 2323145"/>
              <a:gd name="connsiteX223" fmla="*/ 2225830 w 11269336"/>
              <a:gd name="connsiteY223" fmla="*/ 2074027 h 2323145"/>
              <a:gd name="connsiteX224" fmla="*/ 2073776 w 11269336"/>
              <a:gd name="connsiteY224" fmla="*/ 2089244 h 2323145"/>
              <a:gd name="connsiteX225" fmla="*/ 1948256 w 11269336"/>
              <a:gd name="connsiteY225" fmla="*/ 2146616 h 2323145"/>
              <a:gd name="connsiteX226" fmla="*/ 1865582 w 11269336"/>
              <a:gd name="connsiteY226" fmla="*/ 2153738 h 2323145"/>
              <a:gd name="connsiteX227" fmla="*/ 1835210 w 11269336"/>
              <a:gd name="connsiteY227" fmla="*/ 2134244 h 2323145"/>
              <a:gd name="connsiteX228" fmla="*/ 1632661 w 11269336"/>
              <a:gd name="connsiteY228" fmla="*/ 2173882 h 2323145"/>
              <a:gd name="connsiteX229" fmla="*/ 1579590 w 11269336"/>
              <a:gd name="connsiteY229" fmla="*/ 2173680 h 2323145"/>
              <a:gd name="connsiteX230" fmla="*/ 1535601 w 11269336"/>
              <a:gd name="connsiteY230" fmla="*/ 2194590 h 2323145"/>
              <a:gd name="connsiteX231" fmla="*/ 1515594 w 11269336"/>
              <a:gd name="connsiteY231" fmla="*/ 2189622 h 2323145"/>
              <a:gd name="connsiteX232" fmla="*/ 1512113 w 11269336"/>
              <a:gd name="connsiteY232" fmla="*/ 2188534 h 2323145"/>
              <a:gd name="connsiteX233" fmla="*/ 1498838 w 11269336"/>
              <a:gd name="connsiteY233" fmla="*/ 2189213 h 2323145"/>
              <a:gd name="connsiteX234" fmla="*/ 1494279 w 11269336"/>
              <a:gd name="connsiteY234" fmla="*/ 2183112 h 2323145"/>
              <a:gd name="connsiteX235" fmla="*/ 1473714 w 11269336"/>
              <a:gd name="connsiteY235" fmla="*/ 2179625 h 2323145"/>
              <a:gd name="connsiteX236" fmla="*/ 1449503 w 11269336"/>
              <a:gd name="connsiteY236" fmla="*/ 2182633 h 2323145"/>
              <a:gd name="connsiteX237" fmla="*/ 1266687 w 11269336"/>
              <a:gd name="connsiteY237" fmla="*/ 2212688 h 2323145"/>
              <a:gd name="connsiteX238" fmla="*/ 1239614 w 11269336"/>
              <a:gd name="connsiteY238" fmla="*/ 2209727 h 2323145"/>
              <a:gd name="connsiteX239" fmla="*/ 1202436 w 11269336"/>
              <a:gd name="connsiteY239" fmla="*/ 2209817 h 2323145"/>
              <a:gd name="connsiteX240" fmla="*/ 1136097 w 11269336"/>
              <a:gd name="connsiteY240" fmla="*/ 2205112 h 2323145"/>
              <a:gd name="connsiteX241" fmla="*/ 988232 w 11269336"/>
              <a:gd name="connsiteY241" fmla="*/ 2235635 h 2323145"/>
              <a:gd name="connsiteX242" fmla="*/ 981959 w 11269336"/>
              <a:gd name="connsiteY242" fmla="*/ 2231607 h 2323145"/>
              <a:gd name="connsiteX243" fmla="*/ 938600 w 11269336"/>
              <a:gd name="connsiteY243" fmla="*/ 2238113 h 2323145"/>
              <a:gd name="connsiteX244" fmla="*/ 791788 w 11269336"/>
              <a:gd name="connsiteY244" fmla="*/ 2293224 h 2323145"/>
              <a:gd name="connsiteX245" fmla="*/ 706914 w 11269336"/>
              <a:gd name="connsiteY245" fmla="*/ 2305046 h 2323145"/>
              <a:gd name="connsiteX246" fmla="*/ 675971 w 11269336"/>
              <a:gd name="connsiteY246" fmla="*/ 2304030 h 2323145"/>
              <a:gd name="connsiteX247" fmla="*/ 624180 w 11269336"/>
              <a:gd name="connsiteY247" fmla="*/ 2302650 h 2323145"/>
              <a:gd name="connsiteX248" fmla="*/ 583453 w 11269336"/>
              <a:gd name="connsiteY248" fmla="*/ 2288788 h 2323145"/>
              <a:gd name="connsiteX249" fmla="*/ 540946 w 11269336"/>
              <a:gd name="connsiteY249" fmla="*/ 2292721 h 2323145"/>
              <a:gd name="connsiteX250" fmla="*/ 533680 w 11269336"/>
              <a:gd name="connsiteY250" fmla="*/ 2310233 h 2323145"/>
              <a:gd name="connsiteX251" fmla="*/ 487366 w 11269336"/>
              <a:gd name="connsiteY251" fmla="*/ 2309053 h 2323145"/>
              <a:gd name="connsiteX252" fmla="*/ 416820 w 11269336"/>
              <a:gd name="connsiteY252" fmla="*/ 2305443 h 2323145"/>
              <a:gd name="connsiteX253" fmla="*/ 376805 w 11269336"/>
              <a:gd name="connsiteY253" fmla="*/ 2307647 h 2323145"/>
              <a:gd name="connsiteX254" fmla="*/ 266777 w 11269336"/>
              <a:gd name="connsiteY254" fmla="*/ 2309012 h 2323145"/>
              <a:gd name="connsiteX255" fmla="*/ 156013 w 11269336"/>
              <a:gd name="connsiteY255" fmla="*/ 2306832 h 2323145"/>
              <a:gd name="connsiteX256" fmla="*/ 87258 w 11269336"/>
              <a:gd name="connsiteY256" fmla="*/ 2285511 h 2323145"/>
              <a:gd name="connsiteX257" fmla="*/ 23798 w 11269336"/>
              <a:gd name="connsiteY257" fmla="*/ 2281822 h 2323145"/>
              <a:gd name="connsiteX258" fmla="*/ 0 w 11269336"/>
              <a:gd name="connsiteY258" fmla="*/ 2285369 h 2323145"/>
              <a:gd name="connsiteX259" fmla="*/ 0 w 11269336"/>
              <a:gd name="connsiteY259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561575 w 11269336"/>
              <a:gd name="connsiteY19" fmla="*/ 559978 h 2323145"/>
              <a:gd name="connsiteX20" fmla="*/ 9162278 w 11269336"/>
              <a:gd name="connsiteY20" fmla="*/ 704724 h 2323145"/>
              <a:gd name="connsiteX21" fmla="*/ 9062863 w 11269336"/>
              <a:gd name="connsiteY21" fmla="*/ 754656 h 2323145"/>
              <a:gd name="connsiteX22" fmla="*/ 8914746 w 11269336"/>
              <a:gd name="connsiteY22" fmla="*/ 826428 h 2323145"/>
              <a:gd name="connsiteX23" fmla="*/ 8917778 w 11269336"/>
              <a:gd name="connsiteY23" fmla="*/ 835198 h 2323145"/>
              <a:gd name="connsiteX24" fmla="*/ 8905560 w 11269336"/>
              <a:gd name="connsiteY24" fmla="*/ 838358 h 2323145"/>
              <a:gd name="connsiteX25" fmla="*/ 8897564 w 11269336"/>
              <a:gd name="connsiteY25" fmla="*/ 834287 h 2323145"/>
              <a:gd name="connsiteX26" fmla="*/ 8878040 w 11269336"/>
              <a:gd name="connsiteY26" fmla="*/ 844150 h 2323145"/>
              <a:gd name="connsiteX27" fmla="*/ 8795998 w 11269336"/>
              <a:gd name="connsiteY27" fmla="*/ 863337 h 2323145"/>
              <a:gd name="connsiteX28" fmla="*/ 8776970 w 11269336"/>
              <a:gd name="connsiteY28" fmla="*/ 885177 h 2323145"/>
              <a:gd name="connsiteX29" fmla="*/ 8755719 w 11269336"/>
              <a:gd name="connsiteY29" fmla="*/ 889754 h 2323145"/>
              <a:gd name="connsiteX30" fmla="*/ 8743257 w 11269336"/>
              <a:gd name="connsiteY30" fmla="*/ 904723 h 2323145"/>
              <a:gd name="connsiteX31" fmla="*/ 8721366 w 11269336"/>
              <a:gd name="connsiteY31" fmla="*/ 904711 h 2323145"/>
              <a:gd name="connsiteX32" fmla="*/ 8678353 w 11269336"/>
              <a:gd name="connsiteY32" fmla="*/ 926318 h 2323145"/>
              <a:gd name="connsiteX33" fmla="*/ 8636849 w 11269336"/>
              <a:gd name="connsiteY33" fmla="*/ 937900 h 2323145"/>
              <a:gd name="connsiteX34" fmla="*/ 8620213 w 11269336"/>
              <a:gd name="connsiteY34" fmla="*/ 943068 h 2323145"/>
              <a:gd name="connsiteX35" fmla="*/ 8612581 w 11269336"/>
              <a:gd name="connsiteY35" fmla="*/ 952695 h 2323145"/>
              <a:gd name="connsiteX36" fmla="*/ 8589038 w 11269336"/>
              <a:gd name="connsiteY36" fmla="*/ 963892 h 2323145"/>
              <a:gd name="connsiteX37" fmla="*/ 8579950 w 11269336"/>
              <a:gd name="connsiteY37" fmla="*/ 960899 h 2323145"/>
              <a:gd name="connsiteX38" fmla="*/ 8579319 w 11269336"/>
              <a:gd name="connsiteY38" fmla="*/ 965630 h 2323145"/>
              <a:gd name="connsiteX39" fmla="*/ 8547429 w 11269336"/>
              <a:gd name="connsiteY39" fmla="*/ 984506 h 2323145"/>
              <a:gd name="connsiteX40" fmla="*/ 8478704 w 11269336"/>
              <a:gd name="connsiteY40" fmla="*/ 1025490 h 2323145"/>
              <a:gd name="connsiteX41" fmla="*/ 8461421 w 11269336"/>
              <a:gd name="connsiteY41" fmla="*/ 1035512 h 2323145"/>
              <a:gd name="connsiteX42" fmla="*/ 8445003 w 11269336"/>
              <a:gd name="connsiteY42" fmla="*/ 1036851 h 2323145"/>
              <a:gd name="connsiteX43" fmla="*/ 8357350 w 11269336"/>
              <a:gd name="connsiteY43" fmla="*/ 1060213 h 2323145"/>
              <a:gd name="connsiteX44" fmla="*/ 8335565 w 11269336"/>
              <a:gd name="connsiteY44" fmla="*/ 1061151 h 2323145"/>
              <a:gd name="connsiteX45" fmla="*/ 8325267 w 11269336"/>
              <a:gd name="connsiteY45" fmla="*/ 1055919 h 2323145"/>
              <a:gd name="connsiteX46" fmla="*/ 8293586 w 11269336"/>
              <a:gd name="connsiteY46" fmla="*/ 1076144 h 2323145"/>
              <a:gd name="connsiteX47" fmla="*/ 8242405 w 11269336"/>
              <a:gd name="connsiteY47" fmla="*/ 1095960 h 2323145"/>
              <a:gd name="connsiteX48" fmla="*/ 8197391 w 11269336"/>
              <a:gd name="connsiteY48" fmla="*/ 1107746 h 2323145"/>
              <a:gd name="connsiteX49" fmla="*/ 8081474 w 11269336"/>
              <a:gd name="connsiteY49" fmla="*/ 1130125 h 2323145"/>
              <a:gd name="connsiteX50" fmla="*/ 8053585 w 11269336"/>
              <a:gd name="connsiteY50" fmla="*/ 1129169 h 2323145"/>
              <a:gd name="connsiteX51" fmla="*/ 8038422 w 11269336"/>
              <a:gd name="connsiteY51" fmla="*/ 1119092 h 2323145"/>
              <a:gd name="connsiteX52" fmla="*/ 8029450 w 11269336"/>
              <a:gd name="connsiteY52" fmla="*/ 1125592 h 2323145"/>
              <a:gd name="connsiteX53" fmla="*/ 7959552 w 11269336"/>
              <a:gd name="connsiteY53" fmla="*/ 1140188 h 2323145"/>
              <a:gd name="connsiteX54" fmla="*/ 7914188 w 11269336"/>
              <a:gd name="connsiteY54" fmla="*/ 1150862 h 2323145"/>
              <a:gd name="connsiteX55" fmla="*/ 7914918 w 11269336"/>
              <a:gd name="connsiteY55" fmla="*/ 1168758 h 2323145"/>
              <a:gd name="connsiteX56" fmla="*/ 7875510 w 11269336"/>
              <a:gd name="connsiteY56" fmla="*/ 1183153 h 2323145"/>
              <a:gd name="connsiteX57" fmla="*/ 7829932 w 11269336"/>
              <a:gd name="connsiteY57" fmla="*/ 1180782 h 2323145"/>
              <a:gd name="connsiteX58" fmla="*/ 7779182 w 11269336"/>
              <a:gd name="connsiteY58" fmla="*/ 1192665 h 2323145"/>
              <a:gd name="connsiteX59" fmla="*/ 7748774 w 11269336"/>
              <a:gd name="connsiteY59" fmla="*/ 1199586 h 2323145"/>
              <a:gd name="connsiteX60" fmla="*/ 7671846 w 11269336"/>
              <a:gd name="connsiteY60" fmla="*/ 1231966 h 2323145"/>
              <a:gd name="connsiteX61" fmla="*/ 7554146 w 11269336"/>
              <a:gd name="connsiteY61" fmla="*/ 1319748 h 2323145"/>
              <a:gd name="connsiteX62" fmla="*/ 7515052 w 11269336"/>
              <a:gd name="connsiteY62" fmla="*/ 1336718 h 2323145"/>
              <a:gd name="connsiteX63" fmla="*/ 7507193 w 11269336"/>
              <a:gd name="connsiteY63" fmla="*/ 1334617 h 2323145"/>
              <a:gd name="connsiteX64" fmla="*/ 7461694 w 11269336"/>
              <a:gd name="connsiteY64" fmla="*/ 1375866 h 2323145"/>
              <a:gd name="connsiteX65" fmla="*/ 7377571 w 11269336"/>
              <a:gd name="connsiteY65" fmla="*/ 1400128 h 2323145"/>
              <a:gd name="connsiteX66" fmla="*/ 7311261 w 11269336"/>
              <a:gd name="connsiteY66" fmla="*/ 1412652 h 2323145"/>
              <a:gd name="connsiteX67" fmla="*/ 7275307 w 11269336"/>
              <a:gd name="connsiteY67" fmla="*/ 1422171 h 2323145"/>
              <a:gd name="connsiteX68" fmla="*/ 7247783 w 11269336"/>
              <a:gd name="connsiteY68" fmla="*/ 1426330 h 2323145"/>
              <a:gd name="connsiteX69" fmla="*/ 7185047 w 11269336"/>
              <a:gd name="connsiteY69" fmla="*/ 1451812 h 2323145"/>
              <a:gd name="connsiteX70" fmla="*/ 7084117 w 11269336"/>
              <a:gd name="connsiteY70" fmla="*/ 1500281 h 2323145"/>
              <a:gd name="connsiteX71" fmla="*/ 7062011 w 11269336"/>
              <a:gd name="connsiteY71" fmla="*/ 1509183 h 2323145"/>
              <a:gd name="connsiteX72" fmla="*/ 7040555 w 11269336"/>
              <a:gd name="connsiteY72" fmla="*/ 1511207 h 2323145"/>
              <a:gd name="connsiteX73" fmla="*/ 7033438 w 11269336"/>
              <a:gd name="connsiteY73" fmla="*/ 1506772 h 2323145"/>
              <a:gd name="connsiteX74" fmla="*/ 7020886 w 11269336"/>
              <a:gd name="connsiteY74" fmla="*/ 1510764 h 2323145"/>
              <a:gd name="connsiteX75" fmla="*/ 7017033 w 11269336"/>
              <a:gd name="connsiteY75" fmla="*/ 1510650 h 2323145"/>
              <a:gd name="connsiteX76" fmla="*/ 6995460 w 11269336"/>
              <a:gd name="connsiteY76" fmla="*/ 1511173 h 2323145"/>
              <a:gd name="connsiteX77" fmla="*/ 6962144 w 11269336"/>
              <a:gd name="connsiteY77" fmla="*/ 1541508 h 2323145"/>
              <a:gd name="connsiteX78" fmla="*/ 6910674 w 11269336"/>
              <a:gd name="connsiteY78" fmla="*/ 1554793 h 2323145"/>
              <a:gd name="connsiteX79" fmla="*/ 6732152 w 11269336"/>
              <a:gd name="connsiteY79" fmla="*/ 1642538 h 2323145"/>
              <a:gd name="connsiteX80" fmla="*/ 6694106 w 11269336"/>
              <a:gd name="connsiteY80" fmla="*/ 1632377 h 2323145"/>
              <a:gd name="connsiteX81" fmla="*/ 6617223 w 11269336"/>
              <a:gd name="connsiteY81" fmla="*/ 1659889 h 2323145"/>
              <a:gd name="connsiteX82" fmla="*/ 6521138 w 11269336"/>
              <a:gd name="connsiteY82" fmla="*/ 1744340 h 2323145"/>
              <a:gd name="connsiteX83" fmla="*/ 6380677 w 11269336"/>
              <a:gd name="connsiteY83" fmla="*/ 1796883 h 2323145"/>
              <a:gd name="connsiteX84" fmla="*/ 6374897 w 11269336"/>
              <a:gd name="connsiteY84" fmla="*/ 1809910 h 2323145"/>
              <a:gd name="connsiteX85" fmla="*/ 6364545 w 11269336"/>
              <a:gd name="connsiteY85" fmla="*/ 1820090 h 2323145"/>
              <a:gd name="connsiteX86" fmla="*/ 6362126 w 11269336"/>
              <a:gd name="connsiteY86" fmla="*/ 1819991 h 2323145"/>
              <a:gd name="connsiteX87" fmla="*/ 6346673 w 11269336"/>
              <a:gd name="connsiteY87" fmla="*/ 1827824 h 2323145"/>
              <a:gd name="connsiteX88" fmla="*/ 6345588 w 11269336"/>
              <a:gd name="connsiteY88" fmla="*/ 1832232 h 2323145"/>
              <a:gd name="connsiteX89" fmla="*/ 6335708 w 11269336"/>
              <a:gd name="connsiteY89" fmla="*/ 1838451 h 2323145"/>
              <a:gd name="connsiteX90" fmla="*/ 6318182 w 11269336"/>
              <a:gd name="connsiteY90" fmla="*/ 1852975 h 2323145"/>
              <a:gd name="connsiteX91" fmla="*/ 6313084 w 11269336"/>
              <a:gd name="connsiteY91" fmla="*/ 1853561 h 2323145"/>
              <a:gd name="connsiteX92" fmla="*/ 6283816 w 11269336"/>
              <a:gd name="connsiteY92" fmla="*/ 1872148 h 2323145"/>
              <a:gd name="connsiteX93" fmla="*/ 6282550 w 11269336"/>
              <a:gd name="connsiteY93" fmla="*/ 1871392 h 2323145"/>
              <a:gd name="connsiteX94" fmla="*/ 6270527 w 11269336"/>
              <a:gd name="connsiteY94" fmla="*/ 1872208 h 2323145"/>
              <a:gd name="connsiteX95" fmla="*/ 6249518 w 11269336"/>
              <a:gd name="connsiteY95" fmla="*/ 1876079 h 2323145"/>
              <a:gd name="connsiteX96" fmla="*/ 6190386 w 11269336"/>
              <a:gd name="connsiteY96" fmla="*/ 1872478 h 2323145"/>
              <a:gd name="connsiteX97" fmla="*/ 6159777 w 11269336"/>
              <a:gd name="connsiteY97" fmla="*/ 1891745 h 2323145"/>
              <a:gd name="connsiteX98" fmla="*/ 6153131 w 11269336"/>
              <a:gd name="connsiteY98" fmla="*/ 1895079 h 2323145"/>
              <a:gd name="connsiteX99" fmla="*/ 6152798 w 11269336"/>
              <a:gd name="connsiteY99" fmla="*/ 1894920 h 2323145"/>
              <a:gd name="connsiteX100" fmla="*/ 6145388 w 11269336"/>
              <a:gd name="connsiteY100" fmla="*/ 1897990 h 2323145"/>
              <a:gd name="connsiteX101" fmla="*/ 6141014 w 11269336"/>
              <a:gd name="connsiteY101" fmla="*/ 1901155 h 2323145"/>
              <a:gd name="connsiteX102" fmla="*/ 6128122 w 11269336"/>
              <a:gd name="connsiteY102" fmla="*/ 1907623 h 2323145"/>
              <a:gd name="connsiteX103" fmla="*/ 6122351 w 11269336"/>
              <a:gd name="connsiteY103" fmla="*/ 1908359 h 2323145"/>
              <a:gd name="connsiteX104" fmla="*/ 6064750 w 11269336"/>
              <a:gd name="connsiteY104" fmla="*/ 1896394 h 2323145"/>
              <a:gd name="connsiteX105" fmla="*/ 5964230 w 11269336"/>
              <a:gd name="connsiteY105" fmla="*/ 1910038 h 2323145"/>
              <a:gd name="connsiteX106" fmla="*/ 5865399 w 11269336"/>
              <a:gd name="connsiteY106" fmla="*/ 1926966 h 2323145"/>
              <a:gd name="connsiteX107" fmla="*/ 5829951 w 11269336"/>
              <a:gd name="connsiteY107" fmla="*/ 1934755 h 2323145"/>
              <a:gd name="connsiteX108" fmla="*/ 5765285 w 11269336"/>
              <a:gd name="connsiteY108" fmla="*/ 1941322 h 2323145"/>
              <a:gd name="connsiteX109" fmla="*/ 5734750 w 11269336"/>
              <a:gd name="connsiteY109" fmla="*/ 1939793 h 2323145"/>
              <a:gd name="connsiteX110" fmla="*/ 5733569 w 11269336"/>
              <a:gd name="connsiteY110" fmla="*/ 1940505 h 2323145"/>
              <a:gd name="connsiteX111" fmla="*/ 5730329 w 11269336"/>
              <a:gd name="connsiteY111" fmla="*/ 1937845 h 2323145"/>
              <a:gd name="connsiteX112" fmla="*/ 5724661 w 11269336"/>
              <a:gd name="connsiteY112" fmla="*/ 1937455 h 2323145"/>
              <a:gd name="connsiteX113" fmla="*/ 5710186 w 11269336"/>
              <a:gd name="connsiteY113" fmla="*/ 1941370 h 2323145"/>
              <a:gd name="connsiteX114" fmla="*/ 5704910 w 11269336"/>
              <a:gd name="connsiteY114" fmla="*/ 1943663 h 2323145"/>
              <a:gd name="connsiteX115" fmla="*/ 5696836 w 11269336"/>
              <a:gd name="connsiteY115" fmla="*/ 1945271 h 2323145"/>
              <a:gd name="connsiteX116" fmla="*/ 5696583 w 11269336"/>
              <a:gd name="connsiteY116" fmla="*/ 1945050 h 2323145"/>
              <a:gd name="connsiteX117" fmla="*/ 5689123 w 11269336"/>
              <a:gd name="connsiteY117" fmla="*/ 1947067 h 2323145"/>
              <a:gd name="connsiteX118" fmla="*/ 5653291 w 11269336"/>
              <a:gd name="connsiteY118" fmla="*/ 1960245 h 2323145"/>
              <a:gd name="connsiteX119" fmla="*/ 5599385 w 11269336"/>
              <a:gd name="connsiteY119" fmla="*/ 1945198 h 2323145"/>
              <a:gd name="connsiteX120" fmla="*/ 5578300 w 11269336"/>
              <a:gd name="connsiteY120" fmla="*/ 1944963 h 2323145"/>
              <a:gd name="connsiteX121" fmla="*/ 5566758 w 11269336"/>
              <a:gd name="connsiteY121" fmla="*/ 1943441 h 2323145"/>
              <a:gd name="connsiteX122" fmla="*/ 5565857 w 11269336"/>
              <a:gd name="connsiteY122" fmla="*/ 1942445 h 2323145"/>
              <a:gd name="connsiteX123" fmla="*/ 5531534 w 11269336"/>
              <a:gd name="connsiteY123" fmla="*/ 1955208 h 2323145"/>
              <a:gd name="connsiteX124" fmla="*/ 5526552 w 11269336"/>
              <a:gd name="connsiteY124" fmla="*/ 1954799 h 2323145"/>
              <a:gd name="connsiteX125" fmla="*/ 5504723 w 11269336"/>
              <a:gd name="connsiteY125" fmla="*/ 1965811 h 2323145"/>
              <a:gd name="connsiteX126" fmla="*/ 5493156 w 11269336"/>
              <a:gd name="connsiteY126" fmla="*/ 1970063 h 2323145"/>
              <a:gd name="connsiteX127" fmla="*/ 5490486 w 11269336"/>
              <a:gd name="connsiteY127" fmla="*/ 1974227 h 2323145"/>
              <a:gd name="connsiteX128" fmla="*/ 5473107 w 11269336"/>
              <a:gd name="connsiteY128" fmla="*/ 1979001 h 2323145"/>
              <a:gd name="connsiteX129" fmla="*/ 5470885 w 11269336"/>
              <a:gd name="connsiteY129" fmla="*/ 1978432 h 2323145"/>
              <a:gd name="connsiteX130" fmla="*/ 5457393 w 11269336"/>
              <a:gd name="connsiteY130" fmla="*/ 1986525 h 2323145"/>
              <a:gd name="connsiteX131" fmla="*/ 5447102 w 11269336"/>
              <a:gd name="connsiteY131" fmla="*/ 1998329 h 2323145"/>
              <a:gd name="connsiteX132" fmla="*/ 5159151 w 11269336"/>
              <a:gd name="connsiteY132" fmla="*/ 2029640 h 2323145"/>
              <a:gd name="connsiteX133" fmla="*/ 5098838 w 11269336"/>
              <a:gd name="connsiteY133" fmla="*/ 2062961 h 2323145"/>
              <a:gd name="connsiteX134" fmla="*/ 4860988 w 11269336"/>
              <a:gd name="connsiteY134" fmla="*/ 2135698 h 2323145"/>
              <a:gd name="connsiteX135" fmla="*/ 4765388 w 11269336"/>
              <a:gd name="connsiteY135" fmla="*/ 2162525 h 2323145"/>
              <a:gd name="connsiteX136" fmla="*/ 4745033 w 11269336"/>
              <a:gd name="connsiteY136" fmla="*/ 2158859 h 2323145"/>
              <a:gd name="connsiteX137" fmla="*/ 4741475 w 11269336"/>
              <a:gd name="connsiteY137" fmla="*/ 2157998 h 2323145"/>
              <a:gd name="connsiteX138" fmla="*/ 4728247 w 11269336"/>
              <a:gd name="connsiteY138" fmla="*/ 2159526 h 2323145"/>
              <a:gd name="connsiteX139" fmla="*/ 4723263 w 11269336"/>
              <a:gd name="connsiteY139" fmla="*/ 2153742 h 2323145"/>
              <a:gd name="connsiteX140" fmla="*/ 4593061 w 11269336"/>
              <a:gd name="connsiteY140" fmla="*/ 2171597 h 2323145"/>
              <a:gd name="connsiteX141" fmla="*/ 4533444 w 11269336"/>
              <a:gd name="connsiteY141" fmla="*/ 2181200 h 2323145"/>
              <a:gd name="connsiteX142" fmla="*/ 4492832 w 11269336"/>
              <a:gd name="connsiteY142" fmla="*/ 2188033 h 2323145"/>
              <a:gd name="connsiteX143" fmla="*/ 4467257 w 11269336"/>
              <a:gd name="connsiteY143" fmla="*/ 2196121 h 2323145"/>
              <a:gd name="connsiteX144" fmla="*/ 4459937 w 11269336"/>
              <a:gd name="connsiteY144" fmla="*/ 2195182 h 2323145"/>
              <a:gd name="connsiteX145" fmla="*/ 4433312 w 11269336"/>
              <a:gd name="connsiteY145" fmla="*/ 2199004 h 2323145"/>
              <a:gd name="connsiteX146" fmla="*/ 4420601 w 11269336"/>
              <a:gd name="connsiteY146" fmla="*/ 2205158 h 2323145"/>
              <a:gd name="connsiteX147" fmla="*/ 4405765 w 11269336"/>
              <a:gd name="connsiteY147" fmla="*/ 2199902 h 2323145"/>
              <a:gd name="connsiteX148" fmla="*/ 4401354 w 11269336"/>
              <a:gd name="connsiteY148" fmla="*/ 2194745 h 2323145"/>
              <a:gd name="connsiteX149" fmla="*/ 4383151 w 11269336"/>
              <a:gd name="connsiteY149" fmla="*/ 2201140 h 2323145"/>
              <a:gd name="connsiteX150" fmla="*/ 4366646 w 11269336"/>
              <a:gd name="connsiteY150" fmla="*/ 2198564 h 2323145"/>
              <a:gd name="connsiteX151" fmla="*/ 4354009 w 11269336"/>
              <a:gd name="connsiteY151" fmla="*/ 2204984 h 2323145"/>
              <a:gd name="connsiteX152" fmla="*/ 4348284 w 11269336"/>
              <a:gd name="connsiteY152" fmla="*/ 2205270 h 2323145"/>
              <a:gd name="connsiteX153" fmla="*/ 4333906 w 11269336"/>
              <a:gd name="connsiteY153" fmla="*/ 2205251 h 2323145"/>
              <a:gd name="connsiteX154" fmla="*/ 4308819 w 11269336"/>
              <a:gd name="connsiteY154" fmla="*/ 2203822 h 2323145"/>
              <a:gd name="connsiteX155" fmla="*/ 4301210 w 11269336"/>
              <a:gd name="connsiteY155" fmla="*/ 2204456 h 2323145"/>
              <a:gd name="connsiteX156" fmla="*/ 4283095 w 11269336"/>
              <a:gd name="connsiteY156" fmla="*/ 2198177 h 2323145"/>
              <a:gd name="connsiteX157" fmla="*/ 4250119 w 11269336"/>
              <a:gd name="connsiteY157" fmla="*/ 2196342 h 2323145"/>
              <a:gd name="connsiteX158" fmla="*/ 4189203 w 11269336"/>
              <a:gd name="connsiteY158" fmla="*/ 2178994 h 2323145"/>
              <a:gd name="connsiteX159" fmla="*/ 4154035 w 11269336"/>
              <a:gd name="connsiteY159" fmla="*/ 2171950 h 2323145"/>
              <a:gd name="connsiteX160" fmla="*/ 4129569 w 11269336"/>
              <a:gd name="connsiteY160" fmla="*/ 2163850 h 2323145"/>
              <a:gd name="connsiteX161" fmla="*/ 4061250 w 11269336"/>
              <a:gd name="connsiteY161" fmla="*/ 2159236 h 2323145"/>
              <a:gd name="connsiteX162" fmla="*/ 3945480 w 11269336"/>
              <a:gd name="connsiteY162" fmla="*/ 2158279 h 2323145"/>
              <a:gd name="connsiteX163" fmla="*/ 3921468 w 11269336"/>
              <a:gd name="connsiteY163" fmla="*/ 2156588 h 2323145"/>
              <a:gd name="connsiteX164" fmla="*/ 3903348 w 11269336"/>
              <a:gd name="connsiteY164" fmla="*/ 2149220 h 2323145"/>
              <a:gd name="connsiteX165" fmla="*/ 3901342 w 11269336"/>
              <a:gd name="connsiteY165" fmla="*/ 2142355 h 2323145"/>
              <a:gd name="connsiteX166" fmla="*/ 3888539 w 11269336"/>
              <a:gd name="connsiteY166" fmla="*/ 2140476 h 2323145"/>
              <a:gd name="connsiteX167" fmla="*/ 3885662 w 11269336"/>
              <a:gd name="connsiteY167" fmla="*/ 2138740 h 2323145"/>
              <a:gd name="connsiteX168" fmla="*/ 3868627 w 11269336"/>
              <a:gd name="connsiteY168" fmla="*/ 2130023 h 2323145"/>
              <a:gd name="connsiteX169" fmla="*/ 3819177 w 11269336"/>
              <a:gd name="connsiteY169" fmla="*/ 2142111 h 2323145"/>
              <a:gd name="connsiteX170" fmla="*/ 3769100 w 11269336"/>
              <a:gd name="connsiteY170" fmla="*/ 2131731 h 2323145"/>
              <a:gd name="connsiteX171" fmla="*/ 3562752 w 11269336"/>
              <a:gd name="connsiteY171" fmla="*/ 2131785 h 2323145"/>
              <a:gd name="connsiteX172" fmla="*/ 3541402 w 11269336"/>
              <a:gd name="connsiteY172" fmla="*/ 2106821 h 2323145"/>
              <a:gd name="connsiteX173" fmla="*/ 3365341 w 11269336"/>
              <a:gd name="connsiteY173" fmla="*/ 2077638 h 2323145"/>
              <a:gd name="connsiteX174" fmla="*/ 3170922 w 11269336"/>
              <a:gd name="connsiteY174" fmla="*/ 2115957 h 2323145"/>
              <a:gd name="connsiteX175" fmla="*/ 3156256 w 11269336"/>
              <a:gd name="connsiteY175" fmla="*/ 2124773 h 2323145"/>
              <a:gd name="connsiteX176" fmla="*/ 3140298 w 11269336"/>
              <a:gd name="connsiteY176" fmla="*/ 2129182 h 2323145"/>
              <a:gd name="connsiteX177" fmla="*/ 3138514 w 11269336"/>
              <a:gd name="connsiteY177" fmla="*/ 2128069 h 2323145"/>
              <a:gd name="connsiteX178" fmla="*/ 3120467 w 11269336"/>
              <a:gd name="connsiteY178" fmla="*/ 2128281 h 2323145"/>
              <a:gd name="connsiteX179" fmla="*/ 3116175 w 11269336"/>
              <a:gd name="connsiteY179" fmla="*/ 2131633 h 2323145"/>
              <a:gd name="connsiteX180" fmla="*/ 3103685 w 11269336"/>
              <a:gd name="connsiteY180" fmla="*/ 2132814 h 2323145"/>
              <a:gd name="connsiteX181" fmla="*/ 3078794 w 11269336"/>
              <a:gd name="connsiteY181" fmla="*/ 2137935 h 2323145"/>
              <a:gd name="connsiteX182" fmla="*/ 3074407 w 11269336"/>
              <a:gd name="connsiteY182" fmla="*/ 2136274 h 2323145"/>
              <a:gd name="connsiteX183" fmla="*/ 3037285 w 11269336"/>
              <a:gd name="connsiteY183" fmla="*/ 2139919 h 2323145"/>
              <a:gd name="connsiteX184" fmla="*/ 3036901 w 11269336"/>
              <a:gd name="connsiteY184" fmla="*/ 2138726 h 2323145"/>
              <a:gd name="connsiteX185" fmla="*/ 3026996 w 11269336"/>
              <a:gd name="connsiteY185" fmla="*/ 2134322 h 2323145"/>
              <a:gd name="connsiteX186" fmla="*/ 3007772 w 11269336"/>
              <a:gd name="connsiteY186" fmla="*/ 2128742 h 2323145"/>
              <a:gd name="connsiteX187" fmla="*/ 2965030 w 11269336"/>
              <a:gd name="connsiteY187" fmla="*/ 2100494 h 2323145"/>
              <a:gd name="connsiteX188" fmla="*/ 2926342 w 11269336"/>
              <a:gd name="connsiteY188" fmla="*/ 2104155 h 2323145"/>
              <a:gd name="connsiteX189" fmla="*/ 2918608 w 11269336"/>
              <a:gd name="connsiteY189" fmla="*/ 2104215 h 2323145"/>
              <a:gd name="connsiteX190" fmla="*/ 2918475 w 11269336"/>
              <a:gd name="connsiteY190" fmla="*/ 2103937 h 2323145"/>
              <a:gd name="connsiteX191" fmla="*/ 2910360 w 11269336"/>
              <a:gd name="connsiteY191" fmla="*/ 2103444 h 2323145"/>
              <a:gd name="connsiteX192" fmla="*/ 2904507 w 11269336"/>
              <a:gd name="connsiteY192" fmla="*/ 2104326 h 2323145"/>
              <a:gd name="connsiteX193" fmla="*/ 2889503 w 11269336"/>
              <a:gd name="connsiteY193" fmla="*/ 2104443 h 2323145"/>
              <a:gd name="connsiteX194" fmla="*/ 2884480 w 11269336"/>
              <a:gd name="connsiteY194" fmla="*/ 2102626 h 2323145"/>
              <a:gd name="connsiteX195" fmla="*/ 2882689 w 11269336"/>
              <a:gd name="connsiteY195" fmla="*/ 2099228 h 2323145"/>
              <a:gd name="connsiteX196" fmla="*/ 2881291 w 11269336"/>
              <a:gd name="connsiteY196" fmla="*/ 2099618 h 2323145"/>
              <a:gd name="connsiteX197" fmla="*/ 2853979 w 11269336"/>
              <a:gd name="connsiteY197" fmla="*/ 2090388 h 2323145"/>
              <a:gd name="connsiteX198" fmla="*/ 2791790 w 11269336"/>
              <a:gd name="connsiteY198" fmla="*/ 2080332 h 2323145"/>
              <a:gd name="connsiteX199" fmla="*/ 2755844 w 11269336"/>
              <a:gd name="connsiteY199" fmla="*/ 2078874 h 2323145"/>
              <a:gd name="connsiteX200" fmla="*/ 2657742 w 11269336"/>
              <a:gd name="connsiteY200" fmla="*/ 2070179 h 2323145"/>
              <a:gd name="connsiteX201" fmla="*/ 2559549 w 11269336"/>
              <a:gd name="connsiteY201" fmla="*/ 2057873 h 2323145"/>
              <a:gd name="connsiteX202" fmla="*/ 2512054 w 11269336"/>
              <a:gd name="connsiteY202" fmla="*/ 2031671 h 2323145"/>
              <a:gd name="connsiteX203" fmla="*/ 2506437 w 11269336"/>
              <a:gd name="connsiteY203" fmla="*/ 2030918 h 2323145"/>
              <a:gd name="connsiteX204" fmla="*/ 2491752 w 11269336"/>
              <a:gd name="connsiteY204" fmla="*/ 2033906 h 2323145"/>
              <a:gd name="connsiteX205" fmla="*/ 2486338 w 11269336"/>
              <a:gd name="connsiteY205" fmla="*/ 2035862 h 2323145"/>
              <a:gd name="connsiteX206" fmla="*/ 2478186 w 11269336"/>
              <a:gd name="connsiteY206" fmla="*/ 2036953 h 2323145"/>
              <a:gd name="connsiteX207" fmla="*/ 2477950 w 11269336"/>
              <a:gd name="connsiteY207" fmla="*/ 2036715 h 2323145"/>
              <a:gd name="connsiteX208" fmla="*/ 2470381 w 11269336"/>
              <a:gd name="connsiteY208" fmla="*/ 2038256 h 2323145"/>
              <a:gd name="connsiteX209" fmla="*/ 2433781 w 11269336"/>
              <a:gd name="connsiteY209" fmla="*/ 2049140 h 2323145"/>
              <a:gd name="connsiteX210" fmla="*/ 2381172 w 11269336"/>
              <a:gd name="connsiteY210" fmla="*/ 2030645 h 2323145"/>
              <a:gd name="connsiteX211" fmla="*/ 2360198 w 11269336"/>
              <a:gd name="connsiteY211" fmla="*/ 2029059 h 2323145"/>
              <a:gd name="connsiteX212" fmla="*/ 2348815 w 11269336"/>
              <a:gd name="connsiteY212" fmla="*/ 2026798 h 2323145"/>
              <a:gd name="connsiteX213" fmla="*/ 2347988 w 11269336"/>
              <a:gd name="connsiteY213" fmla="*/ 2025745 h 2323145"/>
              <a:gd name="connsiteX214" fmla="*/ 2312920 w 11269336"/>
              <a:gd name="connsiteY214" fmla="*/ 2036311 h 2323145"/>
              <a:gd name="connsiteX215" fmla="*/ 2307986 w 11269336"/>
              <a:gd name="connsiteY215" fmla="*/ 2035583 h 2323145"/>
              <a:gd name="connsiteX216" fmla="*/ 2285481 w 11269336"/>
              <a:gd name="connsiteY216" fmla="*/ 2045197 h 2323145"/>
              <a:gd name="connsiteX217" fmla="*/ 2273666 w 11269336"/>
              <a:gd name="connsiteY217" fmla="*/ 2048710 h 2323145"/>
              <a:gd name="connsiteX218" fmla="*/ 2270719 w 11269336"/>
              <a:gd name="connsiteY218" fmla="*/ 2052702 h 2323145"/>
              <a:gd name="connsiteX219" fmla="*/ 2253080 w 11269336"/>
              <a:gd name="connsiteY219" fmla="*/ 2056363 h 2323145"/>
              <a:gd name="connsiteX220" fmla="*/ 2250906 w 11269336"/>
              <a:gd name="connsiteY220" fmla="*/ 2055654 h 2323145"/>
              <a:gd name="connsiteX221" fmla="*/ 2236905 w 11269336"/>
              <a:gd name="connsiteY221" fmla="*/ 2062882 h 2323145"/>
              <a:gd name="connsiteX222" fmla="*/ 2225830 w 11269336"/>
              <a:gd name="connsiteY222" fmla="*/ 2074027 h 2323145"/>
              <a:gd name="connsiteX223" fmla="*/ 2073776 w 11269336"/>
              <a:gd name="connsiteY223" fmla="*/ 2089244 h 2323145"/>
              <a:gd name="connsiteX224" fmla="*/ 1948256 w 11269336"/>
              <a:gd name="connsiteY224" fmla="*/ 2146616 h 2323145"/>
              <a:gd name="connsiteX225" fmla="*/ 1865582 w 11269336"/>
              <a:gd name="connsiteY225" fmla="*/ 2153738 h 2323145"/>
              <a:gd name="connsiteX226" fmla="*/ 1835210 w 11269336"/>
              <a:gd name="connsiteY226" fmla="*/ 2134244 h 2323145"/>
              <a:gd name="connsiteX227" fmla="*/ 1632661 w 11269336"/>
              <a:gd name="connsiteY227" fmla="*/ 2173882 h 2323145"/>
              <a:gd name="connsiteX228" fmla="*/ 1579590 w 11269336"/>
              <a:gd name="connsiteY228" fmla="*/ 2173680 h 2323145"/>
              <a:gd name="connsiteX229" fmla="*/ 1535601 w 11269336"/>
              <a:gd name="connsiteY229" fmla="*/ 2194590 h 2323145"/>
              <a:gd name="connsiteX230" fmla="*/ 1515594 w 11269336"/>
              <a:gd name="connsiteY230" fmla="*/ 2189622 h 2323145"/>
              <a:gd name="connsiteX231" fmla="*/ 1512113 w 11269336"/>
              <a:gd name="connsiteY231" fmla="*/ 2188534 h 2323145"/>
              <a:gd name="connsiteX232" fmla="*/ 1498838 w 11269336"/>
              <a:gd name="connsiteY232" fmla="*/ 2189213 h 2323145"/>
              <a:gd name="connsiteX233" fmla="*/ 1494279 w 11269336"/>
              <a:gd name="connsiteY233" fmla="*/ 2183112 h 2323145"/>
              <a:gd name="connsiteX234" fmla="*/ 1473714 w 11269336"/>
              <a:gd name="connsiteY234" fmla="*/ 2179625 h 2323145"/>
              <a:gd name="connsiteX235" fmla="*/ 1449503 w 11269336"/>
              <a:gd name="connsiteY235" fmla="*/ 2182633 h 2323145"/>
              <a:gd name="connsiteX236" fmla="*/ 1266687 w 11269336"/>
              <a:gd name="connsiteY236" fmla="*/ 2212688 h 2323145"/>
              <a:gd name="connsiteX237" fmla="*/ 1239614 w 11269336"/>
              <a:gd name="connsiteY237" fmla="*/ 2209727 h 2323145"/>
              <a:gd name="connsiteX238" fmla="*/ 1202436 w 11269336"/>
              <a:gd name="connsiteY238" fmla="*/ 2209817 h 2323145"/>
              <a:gd name="connsiteX239" fmla="*/ 1136097 w 11269336"/>
              <a:gd name="connsiteY239" fmla="*/ 2205112 h 2323145"/>
              <a:gd name="connsiteX240" fmla="*/ 988232 w 11269336"/>
              <a:gd name="connsiteY240" fmla="*/ 2235635 h 2323145"/>
              <a:gd name="connsiteX241" fmla="*/ 981959 w 11269336"/>
              <a:gd name="connsiteY241" fmla="*/ 2231607 h 2323145"/>
              <a:gd name="connsiteX242" fmla="*/ 938600 w 11269336"/>
              <a:gd name="connsiteY242" fmla="*/ 2238113 h 2323145"/>
              <a:gd name="connsiteX243" fmla="*/ 791788 w 11269336"/>
              <a:gd name="connsiteY243" fmla="*/ 2293224 h 2323145"/>
              <a:gd name="connsiteX244" fmla="*/ 706914 w 11269336"/>
              <a:gd name="connsiteY244" fmla="*/ 2305046 h 2323145"/>
              <a:gd name="connsiteX245" fmla="*/ 675971 w 11269336"/>
              <a:gd name="connsiteY245" fmla="*/ 2304030 h 2323145"/>
              <a:gd name="connsiteX246" fmla="*/ 624180 w 11269336"/>
              <a:gd name="connsiteY246" fmla="*/ 2302650 h 2323145"/>
              <a:gd name="connsiteX247" fmla="*/ 583453 w 11269336"/>
              <a:gd name="connsiteY247" fmla="*/ 2288788 h 2323145"/>
              <a:gd name="connsiteX248" fmla="*/ 540946 w 11269336"/>
              <a:gd name="connsiteY248" fmla="*/ 2292721 h 2323145"/>
              <a:gd name="connsiteX249" fmla="*/ 533680 w 11269336"/>
              <a:gd name="connsiteY249" fmla="*/ 2310233 h 2323145"/>
              <a:gd name="connsiteX250" fmla="*/ 487366 w 11269336"/>
              <a:gd name="connsiteY250" fmla="*/ 2309053 h 2323145"/>
              <a:gd name="connsiteX251" fmla="*/ 416820 w 11269336"/>
              <a:gd name="connsiteY251" fmla="*/ 2305443 h 2323145"/>
              <a:gd name="connsiteX252" fmla="*/ 376805 w 11269336"/>
              <a:gd name="connsiteY252" fmla="*/ 2307647 h 2323145"/>
              <a:gd name="connsiteX253" fmla="*/ 266777 w 11269336"/>
              <a:gd name="connsiteY253" fmla="*/ 2309012 h 2323145"/>
              <a:gd name="connsiteX254" fmla="*/ 156013 w 11269336"/>
              <a:gd name="connsiteY254" fmla="*/ 2306832 h 2323145"/>
              <a:gd name="connsiteX255" fmla="*/ 87258 w 11269336"/>
              <a:gd name="connsiteY255" fmla="*/ 2285511 h 2323145"/>
              <a:gd name="connsiteX256" fmla="*/ 23798 w 11269336"/>
              <a:gd name="connsiteY256" fmla="*/ 2281822 h 2323145"/>
              <a:gd name="connsiteX257" fmla="*/ 0 w 11269336"/>
              <a:gd name="connsiteY257" fmla="*/ 2285369 h 2323145"/>
              <a:gd name="connsiteX258" fmla="*/ 0 w 11269336"/>
              <a:gd name="connsiteY258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561575 w 11269336"/>
              <a:gd name="connsiteY19" fmla="*/ 559978 h 2323145"/>
              <a:gd name="connsiteX20" fmla="*/ 9162278 w 11269336"/>
              <a:gd name="connsiteY20" fmla="*/ 704724 h 2323145"/>
              <a:gd name="connsiteX21" fmla="*/ 9062863 w 11269336"/>
              <a:gd name="connsiteY21" fmla="*/ 754656 h 2323145"/>
              <a:gd name="connsiteX22" fmla="*/ 8914746 w 11269336"/>
              <a:gd name="connsiteY22" fmla="*/ 826428 h 2323145"/>
              <a:gd name="connsiteX23" fmla="*/ 8917778 w 11269336"/>
              <a:gd name="connsiteY23" fmla="*/ 835198 h 2323145"/>
              <a:gd name="connsiteX24" fmla="*/ 8905560 w 11269336"/>
              <a:gd name="connsiteY24" fmla="*/ 838358 h 2323145"/>
              <a:gd name="connsiteX25" fmla="*/ 8897564 w 11269336"/>
              <a:gd name="connsiteY25" fmla="*/ 834287 h 2323145"/>
              <a:gd name="connsiteX26" fmla="*/ 8878040 w 11269336"/>
              <a:gd name="connsiteY26" fmla="*/ 844150 h 2323145"/>
              <a:gd name="connsiteX27" fmla="*/ 8795998 w 11269336"/>
              <a:gd name="connsiteY27" fmla="*/ 863337 h 2323145"/>
              <a:gd name="connsiteX28" fmla="*/ 8776970 w 11269336"/>
              <a:gd name="connsiteY28" fmla="*/ 885177 h 2323145"/>
              <a:gd name="connsiteX29" fmla="*/ 8755719 w 11269336"/>
              <a:gd name="connsiteY29" fmla="*/ 889754 h 2323145"/>
              <a:gd name="connsiteX30" fmla="*/ 8743257 w 11269336"/>
              <a:gd name="connsiteY30" fmla="*/ 904723 h 2323145"/>
              <a:gd name="connsiteX31" fmla="*/ 8721366 w 11269336"/>
              <a:gd name="connsiteY31" fmla="*/ 904711 h 2323145"/>
              <a:gd name="connsiteX32" fmla="*/ 8678353 w 11269336"/>
              <a:gd name="connsiteY32" fmla="*/ 926318 h 2323145"/>
              <a:gd name="connsiteX33" fmla="*/ 8636849 w 11269336"/>
              <a:gd name="connsiteY33" fmla="*/ 937900 h 2323145"/>
              <a:gd name="connsiteX34" fmla="*/ 8620213 w 11269336"/>
              <a:gd name="connsiteY34" fmla="*/ 943068 h 2323145"/>
              <a:gd name="connsiteX35" fmla="*/ 8612581 w 11269336"/>
              <a:gd name="connsiteY35" fmla="*/ 952695 h 2323145"/>
              <a:gd name="connsiteX36" fmla="*/ 8589038 w 11269336"/>
              <a:gd name="connsiteY36" fmla="*/ 963892 h 2323145"/>
              <a:gd name="connsiteX37" fmla="*/ 8579950 w 11269336"/>
              <a:gd name="connsiteY37" fmla="*/ 960899 h 2323145"/>
              <a:gd name="connsiteX38" fmla="*/ 8579319 w 11269336"/>
              <a:gd name="connsiteY38" fmla="*/ 965630 h 2323145"/>
              <a:gd name="connsiteX39" fmla="*/ 8547429 w 11269336"/>
              <a:gd name="connsiteY39" fmla="*/ 984506 h 2323145"/>
              <a:gd name="connsiteX40" fmla="*/ 8478704 w 11269336"/>
              <a:gd name="connsiteY40" fmla="*/ 1025490 h 2323145"/>
              <a:gd name="connsiteX41" fmla="*/ 8461421 w 11269336"/>
              <a:gd name="connsiteY41" fmla="*/ 1035512 h 2323145"/>
              <a:gd name="connsiteX42" fmla="*/ 8445003 w 11269336"/>
              <a:gd name="connsiteY42" fmla="*/ 1036851 h 2323145"/>
              <a:gd name="connsiteX43" fmla="*/ 8357350 w 11269336"/>
              <a:gd name="connsiteY43" fmla="*/ 1060213 h 2323145"/>
              <a:gd name="connsiteX44" fmla="*/ 8335565 w 11269336"/>
              <a:gd name="connsiteY44" fmla="*/ 1061151 h 2323145"/>
              <a:gd name="connsiteX45" fmla="*/ 8325267 w 11269336"/>
              <a:gd name="connsiteY45" fmla="*/ 1055919 h 2323145"/>
              <a:gd name="connsiteX46" fmla="*/ 8293586 w 11269336"/>
              <a:gd name="connsiteY46" fmla="*/ 1076144 h 2323145"/>
              <a:gd name="connsiteX47" fmla="*/ 8242405 w 11269336"/>
              <a:gd name="connsiteY47" fmla="*/ 1095960 h 2323145"/>
              <a:gd name="connsiteX48" fmla="*/ 8197391 w 11269336"/>
              <a:gd name="connsiteY48" fmla="*/ 1107746 h 2323145"/>
              <a:gd name="connsiteX49" fmla="*/ 8081474 w 11269336"/>
              <a:gd name="connsiteY49" fmla="*/ 1130125 h 2323145"/>
              <a:gd name="connsiteX50" fmla="*/ 8053585 w 11269336"/>
              <a:gd name="connsiteY50" fmla="*/ 1129169 h 2323145"/>
              <a:gd name="connsiteX51" fmla="*/ 8038422 w 11269336"/>
              <a:gd name="connsiteY51" fmla="*/ 1119092 h 2323145"/>
              <a:gd name="connsiteX52" fmla="*/ 8029450 w 11269336"/>
              <a:gd name="connsiteY52" fmla="*/ 1125592 h 2323145"/>
              <a:gd name="connsiteX53" fmla="*/ 7959552 w 11269336"/>
              <a:gd name="connsiteY53" fmla="*/ 1140188 h 2323145"/>
              <a:gd name="connsiteX54" fmla="*/ 7914188 w 11269336"/>
              <a:gd name="connsiteY54" fmla="*/ 1150862 h 2323145"/>
              <a:gd name="connsiteX55" fmla="*/ 7914918 w 11269336"/>
              <a:gd name="connsiteY55" fmla="*/ 1168758 h 2323145"/>
              <a:gd name="connsiteX56" fmla="*/ 7875510 w 11269336"/>
              <a:gd name="connsiteY56" fmla="*/ 1183153 h 2323145"/>
              <a:gd name="connsiteX57" fmla="*/ 7829932 w 11269336"/>
              <a:gd name="connsiteY57" fmla="*/ 1180782 h 2323145"/>
              <a:gd name="connsiteX58" fmla="*/ 7779182 w 11269336"/>
              <a:gd name="connsiteY58" fmla="*/ 1192665 h 2323145"/>
              <a:gd name="connsiteX59" fmla="*/ 7748774 w 11269336"/>
              <a:gd name="connsiteY59" fmla="*/ 1199586 h 2323145"/>
              <a:gd name="connsiteX60" fmla="*/ 7671846 w 11269336"/>
              <a:gd name="connsiteY60" fmla="*/ 1231966 h 2323145"/>
              <a:gd name="connsiteX61" fmla="*/ 7554146 w 11269336"/>
              <a:gd name="connsiteY61" fmla="*/ 1319748 h 2323145"/>
              <a:gd name="connsiteX62" fmla="*/ 7515052 w 11269336"/>
              <a:gd name="connsiteY62" fmla="*/ 1336718 h 2323145"/>
              <a:gd name="connsiteX63" fmla="*/ 7507193 w 11269336"/>
              <a:gd name="connsiteY63" fmla="*/ 1334617 h 2323145"/>
              <a:gd name="connsiteX64" fmla="*/ 7461694 w 11269336"/>
              <a:gd name="connsiteY64" fmla="*/ 1375866 h 2323145"/>
              <a:gd name="connsiteX65" fmla="*/ 7377571 w 11269336"/>
              <a:gd name="connsiteY65" fmla="*/ 1400128 h 2323145"/>
              <a:gd name="connsiteX66" fmla="*/ 7311261 w 11269336"/>
              <a:gd name="connsiteY66" fmla="*/ 1412652 h 2323145"/>
              <a:gd name="connsiteX67" fmla="*/ 7275307 w 11269336"/>
              <a:gd name="connsiteY67" fmla="*/ 1422171 h 2323145"/>
              <a:gd name="connsiteX68" fmla="*/ 7247783 w 11269336"/>
              <a:gd name="connsiteY68" fmla="*/ 1426330 h 2323145"/>
              <a:gd name="connsiteX69" fmla="*/ 7185047 w 11269336"/>
              <a:gd name="connsiteY69" fmla="*/ 1451812 h 2323145"/>
              <a:gd name="connsiteX70" fmla="*/ 7084117 w 11269336"/>
              <a:gd name="connsiteY70" fmla="*/ 1500281 h 2323145"/>
              <a:gd name="connsiteX71" fmla="*/ 7062011 w 11269336"/>
              <a:gd name="connsiteY71" fmla="*/ 1509183 h 2323145"/>
              <a:gd name="connsiteX72" fmla="*/ 7040555 w 11269336"/>
              <a:gd name="connsiteY72" fmla="*/ 1511207 h 2323145"/>
              <a:gd name="connsiteX73" fmla="*/ 7033438 w 11269336"/>
              <a:gd name="connsiteY73" fmla="*/ 1506772 h 2323145"/>
              <a:gd name="connsiteX74" fmla="*/ 7020886 w 11269336"/>
              <a:gd name="connsiteY74" fmla="*/ 1510764 h 2323145"/>
              <a:gd name="connsiteX75" fmla="*/ 7017033 w 11269336"/>
              <a:gd name="connsiteY75" fmla="*/ 1510650 h 2323145"/>
              <a:gd name="connsiteX76" fmla="*/ 6995460 w 11269336"/>
              <a:gd name="connsiteY76" fmla="*/ 1511173 h 2323145"/>
              <a:gd name="connsiteX77" fmla="*/ 6962144 w 11269336"/>
              <a:gd name="connsiteY77" fmla="*/ 1541508 h 2323145"/>
              <a:gd name="connsiteX78" fmla="*/ 6910674 w 11269336"/>
              <a:gd name="connsiteY78" fmla="*/ 1554793 h 2323145"/>
              <a:gd name="connsiteX79" fmla="*/ 6732152 w 11269336"/>
              <a:gd name="connsiteY79" fmla="*/ 1642538 h 2323145"/>
              <a:gd name="connsiteX80" fmla="*/ 6694106 w 11269336"/>
              <a:gd name="connsiteY80" fmla="*/ 1632377 h 2323145"/>
              <a:gd name="connsiteX81" fmla="*/ 6617223 w 11269336"/>
              <a:gd name="connsiteY81" fmla="*/ 1659889 h 2323145"/>
              <a:gd name="connsiteX82" fmla="*/ 6521138 w 11269336"/>
              <a:gd name="connsiteY82" fmla="*/ 1744340 h 2323145"/>
              <a:gd name="connsiteX83" fmla="*/ 6380677 w 11269336"/>
              <a:gd name="connsiteY83" fmla="*/ 1796883 h 2323145"/>
              <a:gd name="connsiteX84" fmla="*/ 6374897 w 11269336"/>
              <a:gd name="connsiteY84" fmla="*/ 1809910 h 2323145"/>
              <a:gd name="connsiteX85" fmla="*/ 6364545 w 11269336"/>
              <a:gd name="connsiteY85" fmla="*/ 1820090 h 2323145"/>
              <a:gd name="connsiteX86" fmla="*/ 6362126 w 11269336"/>
              <a:gd name="connsiteY86" fmla="*/ 1819991 h 2323145"/>
              <a:gd name="connsiteX87" fmla="*/ 6346673 w 11269336"/>
              <a:gd name="connsiteY87" fmla="*/ 1827824 h 2323145"/>
              <a:gd name="connsiteX88" fmla="*/ 6345588 w 11269336"/>
              <a:gd name="connsiteY88" fmla="*/ 1832232 h 2323145"/>
              <a:gd name="connsiteX89" fmla="*/ 6335708 w 11269336"/>
              <a:gd name="connsiteY89" fmla="*/ 1838451 h 2323145"/>
              <a:gd name="connsiteX90" fmla="*/ 6318182 w 11269336"/>
              <a:gd name="connsiteY90" fmla="*/ 1852975 h 2323145"/>
              <a:gd name="connsiteX91" fmla="*/ 6313084 w 11269336"/>
              <a:gd name="connsiteY91" fmla="*/ 1853561 h 2323145"/>
              <a:gd name="connsiteX92" fmla="*/ 6283816 w 11269336"/>
              <a:gd name="connsiteY92" fmla="*/ 1872148 h 2323145"/>
              <a:gd name="connsiteX93" fmla="*/ 6282550 w 11269336"/>
              <a:gd name="connsiteY93" fmla="*/ 1871392 h 2323145"/>
              <a:gd name="connsiteX94" fmla="*/ 6270527 w 11269336"/>
              <a:gd name="connsiteY94" fmla="*/ 1872208 h 2323145"/>
              <a:gd name="connsiteX95" fmla="*/ 6249518 w 11269336"/>
              <a:gd name="connsiteY95" fmla="*/ 1876079 h 2323145"/>
              <a:gd name="connsiteX96" fmla="*/ 6190386 w 11269336"/>
              <a:gd name="connsiteY96" fmla="*/ 1872478 h 2323145"/>
              <a:gd name="connsiteX97" fmla="*/ 6159777 w 11269336"/>
              <a:gd name="connsiteY97" fmla="*/ 1891745 h 2323145"/>
              <a:gd name="connsiteX98" fmla="*/ 6153131 w 11269336"/>
              <a:gd name="connsiteY98" fmla="*/ 1895079 h 2323145"/>
              <a:gd name="connsiteX99" fmla="*/ 6152798 w 11269336"/>
              <a:gd name="connsiteY99" fmla="*/ 1894920 h 2323145"/>
              <a:gd name="connsiteX100" fmla="*/ 6145388 w 11269336"/>
              <a:gd name="connsiteY100" fmla="*/ 1897990 h 2323145"/>
              <a:gd name="connsiteX101" fmla="*/ 6141014 w 11269336"/>
              <a:gd name="connsiteY101" fmla="*/ 1901155 h 2323145"/>
              <a:gd name="connsiteX102" fmla="*/ 6128122 w 11269336"/>
              <a:gd name="connsiteY102" fmla="*/ 1907623 h 2323145"/>
              <a:gd name="connsiteX103" fmla="*/ 6122351 w 11269336"/>
              <a:gd name="connsiteY103" fmla="*/ 1908359 h 2323145"/>
              <a:gd name="connsiteX104" fmla="*/ 6064750 w 11269336"/>
              <a:gd name="connsiteY104" fmla="*/ 1896394 h 2323145"/>
              <a:gd name="connsiteX105" fmla="*/ 5964230 w 11269336"/>
              <a:gd name="connsiteY105" fmla="*/ 1910038 h 2323145"/>
              <a:gd name="connsiteX106" fmla="*/ 5865399 w 11269336"/>
              <a:gd name="connsiteY106" fmla="*/ 1926966 h 2323145"/>
              <a:gd name="connsiteX107" fmla="*/ 5829951 w 11269336"/>
              <a:gd name="connsiteY107" fmla="*/ 1934755 h 2323145"/>
              <a:gd name="connsiteX108" fmla="*/ 5765285 w 11269336"/>
              <a:gd name="connsiteY108" fmla="*/ 1941322 h 2323145"/>
              <a:gd name="connsiteX109" fmla="*/ 5734750 w 11269336"/>
              <a:gd name="connsiteY109" fmla="*/ 1939793 h 2323145"/>
              <a:gd name="connsiteX110" fmla="*/ 5733569 w 11269336"/>
              <a:gd name="connsiteY110" fmla="*/ 1940505 h 2323145"/>
              <a:gd name="connsiteX111" fmla="*/ 5730329 w 11269336"/>
              <a:gd name="connsiteY111" fmla="*/ 1937845 h 2323145"/>
              <a:gd name="connsiteX112" fmla="*/ 5724661 w 11269336"/>
              <a:gd name="connsiteY112" fmla="*/ 1937455 h 2323145"/>
              <a:gd name="connsiteX113" fmla="*/ 5710186 w 11269336"/>
              <a:gd name="connsiteY113" fmla="*/ 1941370 h 2323145"/>
              <a:gd name="connsiteX114" fmla="*/ 5704910 w 11269336"/>
              <a:gd name="connsiteY114" fmla="*/ 1943663 h 2323145"/>
              <a:gd name="connsiteX115" fmla="*/ 5696836 w 11269336"/>
              <a:gd name="connsiteY115" fmla="*/ 1945271 h 2323145"/>
              <a:gd name="connsiteX116" fmla="*/ 5696583 w 11269336"/>
              <a:gd name="connsiteY116" fmla="*/ 1945050 h 2323145"/>
              <a:gd name="connsiteX117" fmla="*/ 5689123 w 11269336"/>
              <a:gd name="connsiteY117" fmla="*/ 1947067 h 2323145"/>
              <a:gd name="connsiteX118" fmla="*/ 5653291 w 11269336"/>
              <a:gd name="connsiteY118" fmla="*/ 1960245 h 2323145"/>
              <a:gd name="connsiteX119" fmla="*/ 5599385 w 11269336"/>
              <a:gd name="connsiteY119" fmla="*/ 1945198 h 2323145"/>
              <a:gd name="connsiteX120" fmla="*/ 5578300 w 11269336"/>
              <a:gd name="connsiteY120" fmla="*/ 1944963 h 2323145"/>
              <a:gd name="connsiteX121" fmla="*/ 5566758 w 11269336"/>
              <a:gd name="connsiteY121" fmla="*/ 1943441 h 2323145"/>
              <a:gd name="connsiteX122" fmla="*/ 5565857 w 11269336"/>
              <a:gd name="connsiteY122" fmla="*/ 1942445 h 2323145"/>
              <a:gd name="connsiteX123" fmla="*/ 5531534 w 11269336"/>
              <a:gd name="connsiteY123" fmla="*/ 1955208 h 2323145"/>
              <a:gd name="connsiteX124" fmla="*/ 5526552 w 11269336"/>
              <a:gd name="connsiteY124" fmla="*/ 1954799 h 2323145"/>
              <a:gd name="connsiteX125" fmla="*/ 5504723 w 11269336"/>
              <a:gd name="connsiteY125" fmla="*/ 1965811 h 2323145"/>
              <a:gd name="connsiteX126" fmla="*/ 5493156 w 11269336"/>
              <a:gd name="connsiteY126" fmla="*/ 1970063 h 2323145"/>
              <a:gd name="connsiteX127" fmla="*/ 5490486 w 11269336"/>
              <a:gd name="connsiteY127" fmla="*/ 1974227 h 2323145"/>
              <a:gd name="connsiteX128" fmla="*/ 5473107 w 11269336"/>
              <a:gd name="connsiteY128" fmla="*/ 1979001 h 2323145"/>
              <a:gd name="connsiteX129" fmla="*/ 5470885 w 11269336"/>
              <a:gd name="connsiteY129" fmla="*/ 1978432 h 2323145"/>
              <a:gd name="connsiteX130" fmla="*/ 5457393 w 11269336"/>
              <a:gd name="connsiteY130" fmla="*/ 1986525 h 2323145"/>
              <a:gd name="connsiteX131" fmla="*/ 5447102 w 11269336"/>
              <a:gd name="connsiteY131" fmla="*/ 1998329 h 2323145"/>
              <a:gd name="connsiteX132" fmla="*/ 5159151 w 11269336"/>
              <a:gd name="connsiteY132" fmla="*/ 2029640 h 2323145"/>
              <a:gd name="connsiteX133" fmla="*/ 5098838 w 11269336"/>
              <a:gd name="connsiteY133" fmla="*/ 2062961 h 2323145"/>
              <a:gd name="connsiteX134" fmla="*/ 4860988 w 11269336"/>
              <a:gd name="connsiteY134" fmla="*/ 2135698 h 2323145"/>
              <a:gd name="connsiteX135" fmla="*/ 4765388 w 11269336"/>
              <a:gd name="connsiteY135" fmla="*/ 2162525 h 2323145"/>
              <a:gd name="connsiteX136" fmla="*/ 4745033 w 11269336"/>
              <a:gd name="connsiteY136" fmla="*/ 2158859 h 2323145"/>
              <a:gd name="connsiteX137" fmla="*/ 4741475 w 11269336"/>
              <a:gd name="connsiteY137" fmla="*/ 2157998 h 2323145"/>
              <a:gd name="connsiteX138" fmla="*/ 4728247 w 11269336"/>
              <a:gd name="connsiteY138" fmla="*/ 2159526 h 2323145"/>
              <a:gd name="connsiteX139" fmla="*/ 4723263 w 11269336"/>
              <a:gd name="connsiteY139" fmla="*/ 2153742 h 2323145"/>
              <a:gd name="connsiteX140" fmla="*/ 4593061 w 11269336"/>
              <a:gd name="connsiteY140" fmla="*/ 2171597 h 2323145"/>
              <a:gd name="connsiteX141" fmla="*/ 4533444 w 11269336"/>
              <a:gd name="connsiteY141" fmla="*/ 2181200 h 2323145"/>
              <a:gd name="connsiteX142" fmla="*/ 4492832 w 11269336"/>
              <a:gd name="connsiteY142" fmla="*/ 2188033 h 2323145"/>
              <a:gd name="connsiteX143" fmla="*/ 4467257 w 11269336"/>
              <a:gd name="connsiteY143" fmla="*/ 2196121 h 2323145"/>
              <a:gd name="connsiteX144" fmla="*/ 4459937 w 11269336"/>
              <a:gd name="connsiteY144" fmla="*/ 2195182 h 2323145"/>
              <a:gd name="connsiteX145" fmla="*/ 4433312 w 11269336"/>
              <a:gd name="connsiteY145" fmla="*/ 2199004 h 2323145"/>
              <a:gd name="connsiteX146" fmla="*/ 4420601 w 11269336"/>
              <a:gd name="connsiteY146" fmla="*/ 2205158 h 2323145"/>
              <a:gd name="connsiteX147" fmla="*/ 4405765 w 11269336"/>
              <a:gd name="connsiteY147" fmla="*/ 2199902 h 2323145"/>
              <a:gd name="connsiteX148" fmla="*/ 4401354 w 11269336"/>
              <a:gd name="connsiteY148" fmla="*/ 2194745 h 2323145"/>
              <a:gd name="connsiteX149" fmla="*/ 4366646 w 11269336"/>
              <a:gd name="connsiteY149" fmla="*/ 2198564 h 2323145"/>
              <a:gd name="connsiteX150" fmla="*/ 4354009 w 11269336"/>
              <a:gd name="connsiteY150" fmla="*/ 2204984 h 2323145"/>
              <a:gd name="connsiteX151" fmla="*/ 4348284 w 11269336"/>
              <a:gd name="connsiteY151" fmla="*/ 2205270 h 2323145"/>
              <a:gd name="connsiteX152" fmla="*/ 4333906 w 11269336"/>
              <a:gd name="connsiteY152" fmla="*/ 2205251 h 2323145"/>
              <a:gd name="connsiteX153" fmla="*/ 4308819 w 11269336"/>
              <a:gd name="connsiteY153" fmla="*/ 2203822 h 2323145"/>
              <a:gd name="connsiteX154" fmla="*/ 4301210 w 11269336"/>
              <a:gd name="connsiteY154" fmla="*/ 2204456 h 2323145"/>
              <a:gd name="connsiteX155" fmla="*/ 4283095 w 11269336"/>
              <a:gd name="connsiteY155" fmla="*/ 2198177 h 2323145"/>
              <a:gd name="connsiteX156" fmla="*/ 4250119 w 11269336"/>
              <a:gd name="connsiteY156" fmla="*/ 2196342 h 2323145"/>
              <a:gd name="connsiteX157" fmla="*/ 4189203 w 11269336"/>
              <a:gd name="connsiteY157" fmla="*/ 2178994 h 2323145"/>
              <a:gd name="connsiteX158" fmla="*/ 4154035 w 11269336"/>
              <a:gd name="connsiteY158" fmla="*/ 2171950 h 2323145"/>
              <a:gd name="connsiteX159" fmla="*/ 4129569 w 11269336"/>
              <a:gd name="connsiteY159" fmla="*/ 2163850 h 2323145"/>
              <a:gd name="connsiteX160" fmla="*/ 4061250 w 11269336"/>
              <a:gd name="connsiteY160" fmla="*/ 2159236 h 2323145"/>
              <a:gd name="connsiteX161" fmla="*/ 3945480 w 11269336"/>
              <a:gd name="connsiteY161" fmla="*/ 2158279 h 2323145"/>
              <a:gd name="connsiteX162" fmla="*/ 3921468 w 11269336"/>
              <a:gd name="connsiteY162" fmla="*/ 2156588 h 2323145"/>
              <a:gd name="connsiteX163" fmla="*/ 3903348 w 11269336"/>
              <a:gd name="connsiteY163" fmla="*/ 2149220 h 2323145"/>
              <a:gd name="connsiteX164" fmla="*/ 3901342 w 11269336"/>
              <a:gd name="connsiteY164" fmla="*/ 2142355 h 2323145"/>
              <a:gd name="connsiteX165" fmla="*/ 3888539 w 11269336"/>
              <a:gd name="connsiteY165" fmla="*/ 2140476 h 2323145"/>
              <a:gd name="connsiteX166" fmla="*/ 3885662 w 11269336"/>
              <a:gd name="connsiteY166" fmla="*/ 2138740 h 2323145"/>
              <a:gd name="connsiteX167" fmla="*/ 3868627 w 11269336"/>
              <a:gd name="connsiteY167" fmla="*/ 2130023 h 2323145"/>
              <a:gd name="connsiteX168" fmla="*/ 3819177 w 11269336"/>
              <a:gd name="connsiteY168" fmla="*/ 2142111 h 2323145"/>
              <a:gd name="connsiteX169" fmla="*/ 3769100 w 11269336"/>
              <a:gd name="connsiteY169" fmla="*/ 2131731 h 2323145"/>
              <a:gd name="connsiteX170" fmla="*/ 3562752 w 11269336"/>
              <a:gd name="connsiteY170" fmla="*/ 2131785 h 2323145"/>
              <a:gd name="connsiteX171" fmla="*/ 3541402 w 11269336"/>
              <a:gd name="connsiteY171" fmla="*/ 2106821 h 2323145"/>
              <a:gd name="connsiteX172" fmla="*/ 3365341 w 11269336"/>
              <a:gd name="connsiteY172" fmla="*/ 2077638 h 2323145"/>
              <a:gd name="connsiteX173" fmla="*/ 3170922 w 11269336"/>
              <a:gd name="connsiteY173" fmla="*/ 2115957 h 2323145"/>
              <a:gd name="connsiteX174" fmla="*/ 3156256 w 11269336"/>
              <a:gd name="connsiteY174" fmla="*/ 2124773 h 2323145"/>
              <a:gd name="connsiteX175" fmla="*/ 3140298 w 11269336"/>
              <a:gd name="connsiteY175" fmla="*/ 2129182 h 2323145"/>
              <a:gd name="connsiteX176" fmla="*/ 3138514 w 11269336"/>
              <a:gd name="connsiteY176" fmla="*/ 2128069 h 2323145"/>
              <a:gd name="connsiteX177" fmla="*/ 3120467 w 11269336"/>
              <a:gd name="connsiteY177" fmla="*/ 2128281 h 2323145"/>
              <a:gd name="connsiteX178" fmla="*/ 3116175 w 11269336"/>
              <a:gd name="connsiteY178" fmla="*/ 2131633 h 2323145"/>
              <a:gd name="connsiteX179" fmla="*/ 3103685 w 11269336"/>
              <a:gd name="connsiteY179" fmla="*/ 2132814 h 2323145"/>
              <a:gd name="connsiteX180" fmla="*/ 3078794 w 11269336"/>
              <a:gd name="connsiteY180" fmla="*/ 2137935 h 2323145"/>
              <a:gd name="connsiteX181" fmla="*/ 3074407 w 11269336"/>
              <a:gd name="connsiteY181" fmla="*/ 2136274 h 2323145"/>
              <a:gd name="connsiteX182" fmla="*/ 3037285 w 11269336"/>
              <a:gd name="connsiteY182" fmla="*/ 2139919 h 2323145"/>
              <a:gd name="connsiteX183" fmla="*/ 3036901 w 11269336"/>
              <a:gd name="connsiteY183" fmla="*/ 2138726 h 2323145"/>
              <a:gd name="connsiteX184" fmla="*/ 3026996 w 11269336"/>
              <a:gd name="connsiteY184" fmla="*/ 2134322 h 2323145"/>
              <a:gd name="connsiteX185" fmla="*/ 3007772 w 11269336"/>
              <a:gd name="connsiteY185" fmla="*/ 2128742 h 2323145"/>
              <a:gd name="connsiteX186" fmla="*/ 2965030 w 11269336"/>
              <a:gd name="connsiteY186" fmla="*/ 2100494 h 2323145"/>
              <a:gd name="connsiteX187" fmla="*/ 2926342 w 11269336"/>
              <a:gd name="connsiteY187" fmla="*/ 2104155 h 2323145"/>
              <a:gd name="connsiteX188" fmla="*/ 2918608 w 11269336"/>
              <a:gd name="connsiteY188" fmla="*/ 2104215 h 2323145"/>
              <a:gd name="connsiteX189" fmla="*/ 2918475 w 11269336"/>
              <a:gd name="connsiteY189" fmla="*/ 2103937 h 2323145"/>
              <a:gd name="connsiteX190" fmla="*/ 2910360 w 11269336"/>
              <a:gd name="connsiteY190" fmla="*/ 2103444 h 2323145"/>
              <a:gd name="connsiteX191" fmla="*/ 2904507 w 11269336"/>
              <a:gd name="connsiteY191" fmla="*/ 2104326 h 2323145"/>
              <a:gd name="connsiteX192" fmla="*/ 2889503 w 11269336"/>
              <a:gd name="connsiteY192" fmla="*/ 2104443 h 2323145"/>
              <a:gd name="connsiteX193" fmla="*/ 2884480 w 11269336"/>
              <a:gd name="connsiteY193" fmla="*/ 2102626 h 2323145"/>
              <a:gd name="connsiteX194" fmla="*/ 2882689 w 11269336"/>
              <a:gd name="connsiteY194" fmla="*/ 2099228 h 2323145"/>
              <a:gd name="connsiteX195" fmla="*/ 2881291 w 11269336"/>
              <a:gd name="connsiteY195" fmla="*/ 2099618 h 2323145"/>
              <a:gd name="connsiteX196" fmla="*/ 2853979 w 11269336"/>
              <a:gd name="connsiteY196" fmla="*/ 2090388 h 2323145"/>
              <a:gd name="connsiteX197" fmla="*/ 2791790 w 11269336"/>
              <a:gd name="connsiteY197" fmla="*/ 2080332 h 2323145"/>
              <a:gd name="connsiteX198" fmla="*/ 2755844 w 11269336"/>
              <a:gd name="connsiteY198" fmla="*/ 2078874 h 2323145"/>
              <a:gd name="connsiteX199" fmla="*/ 2657742 w 11269336"/>
              <a:gd name="connsiteY199" fmla="*/ 2070179 h 2323145"/>
              <a:gd name="connsiteX200" fmla="*/ 2559549 w 11269336"/>
              <a:gd name="connsiteY200" fmla="*/ 2057873 h 2323145"/>
              <a:gd name="connsiteX201" fmla="*/ 2512054 w 11269336"/>
              <a:gd name="connsiteY201" fmla="*/ 2031671 h 2323145"/>
              <a:gd name="connsiteX202" fmla="*/ 2506437 w 11269336"/>
              <a:gd name="connsiteY202" fmla="*/ 2030918 h 2323145"/>
              <a:gd name="connsiteX203" fmla="*/ 2491752 w 11269336"/>
              <a:gd name="connsiteY203" fmla="*/ 2033906 h 2323145"/>
              <a:gd name="connsiteX204" fmla="*/ 2486338 w 11269336"/>
              <a:gd name="connsiteY204" fmla="*/ 2035862 h 2323145"/>
              <a:gd name="connsiteX205" fmla="*/ 2478186 w 11269336"/>
              <a:gd name="connsiteY205" fmla="*/ 2036953 h 2323145"/>
              <a:gd name="connsiteX206" fmla="*/ 2477950 w 11269336"/>
              <a:gd name="connsiteY206" fmla="*/ 2036715 h 2323145"/>
              <a:gd name="connsiteX207" fmla="*/ 2470381 w 11269336"/>
              <a:gd name="connsiteY207" fmla="*/ 2038256 h 2323145"/>
              <a:gd name="connsiteX208" fmla="*/ 2433781 w 11269336"/>
              <a:gd name="connsiteY208" fmla="*/ 2049140 h 2323145"/>
              <a:gd name="connsiteX209" fmla="*/ 2381172 w 11269336"/>
              <a:gd name="connsiteY209" fmla="*/ 2030645 h 2323145"/>
              <a:gd name="connsiteX210" fmla="*/ 2360198 w 11269336"/>
              <a:gd name="connsiteY210" fmla="*/ 2029059 h 2323145"/>
              <a:gd name="connsiteX211" fmla="*/ 2348815 w 11269336"/>
              <a:gd name="connsiteY211" fmla="*/ 2026798 h 2323145"/>
              <a:gd name="connsiteX212" fmla="*/ 2347988 w 11269336"/>
              <a:gd name="connsiteY212" fmla="*/ 2025745 h 2323145"/>
              <a:gd name="connsiteX213" fmla="*/ 2312920 w 11269336"/>
              <a:gd name="connsiteY213" fmla="*/ 2036311 h 2323145"/>
              <a:gd name="connsiteX214" fmla="*/ 2307986 w 11269336"/>
              <a:gd name="connsiteY214" fmla="*/ 2035583 h 2323145"/>
              <a:gd name="connsiteX215" fmla="*/ 2285481 w 11269336"/>
              <a:gd name="connsiteY215" fmla="*/ 2045197 h 2323145"/>
              <a:gd name="connsiteX216" fmla="*/ 2273666 w 11269336"/>
              <a:gd name="connsiteY216" fmla="*/ 2048710 h 2323145"/>
              <a:gd name="connsiteX217" fmla="*/ 2270719 w 11269336"/>
              <a:gd name="connsiteY217" fmla="*/ 2052702 h 2323145"/>
              <a:gd name="connsiteX218" fmla="*/ 2253080 w 11269336"/>
              <a:gd name="connsiteY218" fmla="*/ 2056363 h 2323145"/>
              <a:gd name="connsiteX219" fmla="*/ 2250906 w 11269336"/>
              <a:gd name="connsiteY219" fmla="*/ 2055654 h 2323145"/>
              <a:gd name="connsiteX220" fmla="*/ 2236905 w 11269336"/>
              <a:gd name="connsiteY220" fmla="*/ 2062882 h 2323145"/>
              <a:gd name="connsiteX221" fmla="*/ 2225830 w 11269336"/>
              <a:gd name="connsiteY221" fmla="*/ 2074027 h 2323145"/>
              <a:gd name="connsiteX222" fmla="*/ 2073776 w 11269336"/>
              <a:gd name="connsiteY222" fmla="*/ 2089244 h 2323145"/>
              <a:gd name="connsiteX223" fmla="*/ 1948256 w 11269336"/>
              <a:gd name="connsiteY223" fmla="*/ 2146616 h 2323145"/>
              <a:gd name="connsiteX224" fmla="*/ 1865582 w 11269336"/>
              <a:gd name="connsiteY224" fmla="*/ 2153738 h 2323145"/>
              <a:gd name="connsiteX225" fmla="*/ 1835210 w 11269336"/>
              <a:gd name="connsiteY225" fmla="*/ 2134244 h 2323145"/>
              <a:gd name="connsiteX226" fmla="*/ 1632661 w 11269336"/>
              <a:gd name="connsiteY226" fmla="*/ 2173882 h 2323145"/>
              <a:gd name="connsiteX227" fmla="*/ 1579590 w 11269336"/>
              <a:gd name="connsiteY227" fmla="*/ 2173680 h 2323145"/>
              <a:gd name="connsiteX228" fmla="*/ 1535601 w 11269336"/>
              <a:gd name="connsiteY228" fmla="*/ 2194590 h 2323145"/>
              <a:gd name="connsiteX229" fmla="*/ 1515594 w 11269336"/>
              <a:gd name="connsiteY229" fmla="*/ 2189622 h 2323145"/>
              <a:gd name="connsiteX230" fmla="*/ 1512113 w 11269336"/>
              <a:gd name="connsiteY230" fmla="*/ 2188534 h 2323145"/>
              <a:gd name="connsiteX231" fmla="*/ 1498838 w 11269336"/>
              <a:gd name="connsiteY231" fmla="*/ 2189213 h 2323145"/>
              <a:gd name="connsiteX232" fmla="*/ 1494279 w 11269336"/>
              <a:gd name="connsiteY232" fmla="*/ 2183112 h 2323145"/>
              <a:gd name="connsiteX233" fmla="*/ 1473714 w 11269336"/>
              <a:gd name="connsiteY233" fmla="*/ 2179625 h 2323145"/>
              <a:gd name="connsiteX234" fmla="*/ 1449503 w 11269336"/>
              <a:gd name="connsiteY234" fmla="*/ 2182633 h 2323145"/>
              <a:gd name="connsiteX235" fmla="*/ 1266687 w 11269336"/>
              <a:gd name="connsiteY235" fmla="*/ 2212688 h 2323145"/>
              <a:gd name="connsiteX236" fmla="*/ 1239614 w 11269336"/>
              <a:gd name="connsiteY236" fmla="*/ 2209727 h 2323145"/>
              <a:gd name="connsiteX237" fmla="*/ 1202436 w 11269336"/>
              <a:gd name="connsiteY237" fmla="*/ 2209817 h 2323145"/>
              <a:gd name="connsiteX238" fmla="*/ 1136097 w 11269336"/>
              <a:gd name="connsiteY238" fmla="*/ 2205112 h 2323145"/>
              <a:gd name="connsiteX239" fmla="*/ 988232 w 11269336"/>
              <a:gd name="connsiteY239" fmla="*/ 2235635 h 2323145"/>
              <a:gd name="connsiteX240" fmla="*/ 981959 w 11269336"/>
              <a:gd name="connsiteY240" fmla="*/ 2231607 h 2323145"/>
              <a:gd name="connsiteX241" fmla="*/ 938600 w 11269336"/>
              <a:gd name="connsiteY241" fmla="*/ 2238113 h 2323145"/>
              <a:gd name="connsiteX242" fmla="*/ 791788 w 11269336"/>
              <a:gd name="connsiteY242" fmla="*/ 2293224 h 2323145"/>
              <a:gd name="connsiteX243" fmla="*/ 706914 w 11269336"/>
              <a:gd name="connsiteY243" fmla="*/ 2305046 h 2323145"/>
              <a:gd name="connsiteX244" fmla="*/ 675971 w 11269336"/>
              <a:gd name="connsiteY244" fmla="*/ 2304030 h 2323145"/>
              <a:gd name="connsiteX245" fmla="*/ 624180 w 11269336"/>
              <a:gd name="connsiteY245" fmla="*/ 2302650 h 2323145"/>
              <a:gd name="connsiteX246" fmla="*/ 583453 w 11269336"/>
              <a:gd name="connsiteY246" fmla="*/ 2288788 h 2323145"/>
              <a:gd name="connsiteX247" fmla="*/ 540946 w 11269336"/>
              <a:gd name="connsiteY247" fmla="*/ 2292721 h 2323145"/>
              <a:gd name="connsiteX248" fmla="*/ 533680 w 11269336"/>
              <a:gd name="connsiteY248" fmla="*/ 2310233 h 2323145"/>
              <a:gd name="connsiteX249" fmla="*/ 487366 w 11269336"/>
              <a:gd name="connsiteY249" fmla="*/ 2309053 h 2323145"/>
              <a:gd name="connsiteX250" fmla="*/ 416820 w 11269336"/>
              <a:gd name="connsiteY250" fmla="*/ 2305443 h 2323145"/>
              <a:gd name="connsiteX251" fmla="*/ 376805 w 11269336"/>
              <a:gd name="connsiteY251" fmla="*/ 2307647 h 2323145"/>
              <a:gd name="connsiteX252" fmla="*/ 266777 w 11269336"/>
              <a:gd name="connsiteY252" fmla="*/ 2309012 h 2323145"/>
              <a:gd name="connsiteX253" fmla="*/ 156013 w 11269336"/>
              <a:gd name="connsiteY253" fmla="*/ 2306832 h 2323145"/>
              <a:gd name="connsiteX254" fmla="*/ 87258 w 11269336"/>
              <a:gd name="connsiteY254" fmla="*/ 2285511 h 2323145"/>
              <a:gd name="connsiteX255" fmla="*/ 23798 w 11269336"/>
              <a:gd name="connsiteY255" fmla="*/ 2281822 h 2323145"/>
              <a:gd name="connsiteX256" fmla="*/ 0 w 11269336"/>
              <a:gd name="connsiteY256" fmla="*/ 2285369 h 2323145"/>
              <a:gd name="connsiteX257" fmla="*/ 0 w 11269336"/>
              <a:gd name="connsiteY257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561575 w 11269336"/>
              <a:gd name="connsiteY19" fmla="*/ 559978 h 2323145"/>
              <a:gd name="connsiteX20" fmla="*/ 9162278 w 11269336"/>
              <a:gd name="connsiteY20" fmla="*/ 704724 h 2323145"/>
              <a:gd name="connsiteX21" fmla="*/ 9062863 w 11269336"/>
              <a:gd name="connsiteY21" fmla="*/ 754656 h 2323145"/>
              <a:gd name="connsiteX22" fmla="*/ 8914746 w 11269336"/>
              <a:gd name="connsiteY22" fmla="*/ 826428 h 2323145"/>
              <a:gd name="connsiteX23" fmla="*/ 8917778 w 11269336"/>
              <a:gd name="connsiteY23" fmla="*/ 835198 h 2323145"/>
              <a:gd name="connsiteX24" fmla="*/ 8905560 w 11269336"/>
              <a:gd name="connsiteY24" fmla="*/ 838358 h 2323145"/>
              <a:gd name="connsiteX25" fmla="*/ 8897564 w 11269336"/>
              <a:gd name="connsiteY25" fmla="*/ 834287 h 2323145"/>
              <a:gd name="connsiteX26" fmla="*/ 8878040 w 11269336"/>
              <a:gd name="connsiteY26" fmla="*/ 844150 h 2323145"/>
              <a:gd name="connsiteX27" fmla="*/ 8795998 w 11269336"/>
              <a:gd name="connsiteY27" fmla="*/ 863337 h 2323145"/>
              <a:gd name="connsiteX28" fmla="*/ 8776970 w 11269336"/>
              <a:gd name="connsiteY28" fmla="*/ 885177 h 2323145"/>
              <a:gd name="connsiteX29" fmla="*/ 8755719 w 11269336"/>
              <a:gd name="connsiteY29" fmla="*/ 889754 h 2323145"/>
              <a:gd name="connsiteX30" fmla="*/ 8743257 w 11269336"/>
              <a:gd name="connsiteY30" fmla="*/ 904723 h 2323145"/>
              <a:gd name="connsiteX31" fmla="*/ 8721366 w 11269336"/>
              <a:gd name="connsiteY31" fmla="*/ 904711 h 2323145"/>
              <a:gd name="connsiteX32" fmla="*/ 8678353 w 11269336"/>
              <a:gd name="connsiteY32" fmla="*/ 926318 h 2323145"/>
              <a:gd name="connsiteX33" fmla="*/ 8636849 w 11269336"/>
              <a:gd name="connsiteY33" fmla="*/ 937900 h 2323145"/>
              <a:gd name="connsiteX34" fmla="*/ 8620213 w 11269336"/>
              <a:gd name="connsiteY34" fmla="*/ 943068 h 2323145"/>
              <a:gd name="connsiteX35" fmla="*/ 8612581 w 11269336"/>
              <a:gd name="connsiteY35" fmla="*/ 952695 h 2323145"/>
              <a:gd name="connsiteX36" fmla="*/ 8589038 w 11269336"/>
              <a:gd name="connsiteY36" fmla="*/ 963892 h 2323145"/>
              <a:gd name="connsiteX37" fmla="*/ 8579950 w 11269336"/>
              <a:gd name="connsiteY37" fmla="*/ 960899 h 2323145"/>
              <a:gd name="connsiteX38" fmla="*/ 8579319 w 11269336"/>
              <a:gd name="connsiteY38" fmla="*/ 965630 h 2323145"/>
              <a:gd name="connsiteX39" fmla="*/ 8547429 w 11269336"/>
              <a:gd name="connsiteY39" fmla="*/ 984506 h 2323145"/>
              <a:gd name="connsiteX40" fmla="*/ 8478704 w 11269336"/>
              <a:gd name="connsiteY40" fmla="*/ 1025490 h 2323145"/>
              <a:gd name="connsiteX41" fmla="*/ 8461421 w 11269336"/>
              <a:gd name="connsiteY41" fmla="*/ 1035512 h 2323145"/>
              <a:gd name="connsiteX42" fmla="*/ 8445003 w 11269336"/>
              <a:gd name="connsiteY42" fmla="*/ 1036851 h 2323145"/>
              <a:gd name="connsiteX43" fmla="*/ 8357350 w 11269336"/>
              <a:gd name="connsiteY43" fmla="*/ 1060213 h 2323145"/>
              <a:gd name="connsiteX44" fmla="*/ 8335565 w 11269336"/>
              <a:gd name="connsiteY44" fmla="*/ 1061151 h 2323145"/>
              <a:gd name="connsiteX45" fmla="*/ 8325267 w 11269336"/>
              <a:gd name="connsiteY45" fmla="*/ 1055919 h 2323145"/>
              <a:gd name="connsiteX46" fmla="*/ 8293586 w 11269336"/>
              <a:gd name="connsiteY46" fmla="*/ 1076144 h 2323145"/>
              <a:gd name="connsiteX47" fmla="*/ 8242405 w 11269336"/>
              <a:gd name="connsiteY47" fmla="*/ 1095960 h 2323145"/>
              <a:gd name="connsiteX48" fmla="*/ 8197391 w 11269336"/>
              <a:gd name="connsiteY48" fmla="*/ 1107746 h 2323145"/>
              <a:gd name="connsiteX49" fmla="*/ 8081474 w 11269336"/>
              <a:gd name="connsiteY49" fmla="*/ 1130125 h 2323145"/>
              <a:gd name="connsiteX50" fmla="*/ 8053585 w 11269336"/>
              <a:gd name="connsiteY50" fmla="*/ 1129169 h 2323145"/>
              <a:gd name="connsiteX51" fmla="*/ 8038422 w 11269336"/>
              <a:gd name="connsiteY51" fmla="*/ 1119092 h 2323145"/>
              <a:gd name="connsiteX52" fmla="*/ 8029450 w 11269336"/>
              <a:gd name="connsiteY52" fmla="*/ 1125592 h 2323145"/>
              <a:gd name="connsiteX53" fmla="*/ 7959552 w 11269336"/>
              <a:gd name="connsiteY53" fmla="*/ 1140188 h 2323145"/>
              <a:gd name="connsiteX54" fmla="*/ 7914188 w 11269336"/>
              <a:gd name="connsiteY54" fmla="*/ 1150862 h 2323145"/>
              <a:gd name="connsiteX55" fmla="*/ 7914918 w 11269336"/>
              <a:gd name="connsiteY55" fmla="*/ 1168758 h 2323145"/>
              <a:gd name="connsiteX56" fmla="*/ 7875510 w 11269336"/>
              <a:gd name="connsiteY56" fmla="*/ 1183153 h 2323145"/>
              <a:gd name="connsiteX57" fmla="*/ 7829932 w 11269336"/>
              <a:gd name="connsiteY57" fmla="*/ 1180782 h 2323145"/>
              <a:gd name="connsiteX58" fmla="*/ 7779182 w 11269336"/>
              <a:gd name="connsiteY58" fmla="*/ 1192665 h 2323145"/>
              <a:gd name="connsiteX59" fmla="*/ 7748774 w 11269336"/>
              <a:gd name="connsiteY59" fmla="*/ 1199586 h 2323145"/>
              <a:gd name="connsiteX60" fmla="*/ 7671846 w 11269336"/>
              <a:gd name="connsiteY60" fmla="*/ 1231966 h 2323145"/>
              <a:gd name="connsiteX61" fmla="*/ 7554146 w 11269336"/>
              <a:gd name="connsiteY61" fmla="*/ 1319748 h 2323145"/>
              <a:gd name="connsiteX62" fmla="*/ 7515052 w 11269336"/>
              <a:gd name="connsiteY62" fmla="*/ 1336718 h 2323145"/>
              <a:gd name="connsiteX63" fmla="*/ 7507193 w 11269336"/>
              <a:gd name="connsiteY63" fmla="*/ 1334617 h 2323145"/>
              <a:gd name="connsiteX64" fmla="*/ 7461694 w 11269336"/>
              <a:gd name="connsiteY64" fmla="*/ 1375866 h 2323145"/>
              <a:gd name="connsiteX65" fmla="*/ 7377571 w 11269336"/>
              <a:gd name="connsiteY65" fmla="*/ 1400128 h 2323145"/>
              <a:gd name="connsiteX66" fmla="*/ 7311261 w 11269336"/>
              <a:gd name="connsiteY66" fmla="*/ 1412652 h 2323145"/>
              <a:gd name="connsiteX67" fmla="*/ 7275307 w 11269336"/>
              <a:gd name="connsiteY67" fmla="*/ 1422171 h 2323145"/>
              <a:gd name="connsiteX68" fmla="*/ 7247783 w 11269336"/>
              <a:gd name="connsiteY68" fmla="*/ 1426330 h 2323145"/>
              <a:gd name="connsiteX69" fmla="*/ 7185047 w 11269336"/>
              <a:gd name="connsiteY69" fmla="*/ 1451812 h 2323145"/>
              <a:gd name="connsiteX70" fmla="*/ 7084117 w 11269336"/>
              <a:gd name="connsiteY70" fmla="*/ 1500281 h 2323145"/>
              <a:gd name="connsiteX71" fmla="*/ 7062011 w 11269336"/>
              <a:gd name="connsiteY71" fmla="*/ 1509183 h 2323145"/>
              <a:gd name="connsiteX72" fmla="*/ 7040555 w 11269336"/>
              <a:gd name="connsiteY72" fmla="*/ 1511207 h 2323145"/>
              <a:gd name="connsiteX73" fmla="*/ 7033438 w 11269336"/>
              <a:gd name="connsiteY73" fmla="*/ 1506772 h 2323145"/>
              <a:gd name="connsiteX74" fmla="*/ 7020886 w 11269336"/>
              <a:gd name="connsiteY74" fmla="*/ 1510764 h 2323145"/>
              <a:gd name="connsiteX75" fmla="*/ 7017033 w 11269336"/>
              <a:gd name="connsiteY75" fmla="*/ 1510650 h 2323145"/>
              <a:gd name="connsiteX76" fmla="*/ 6995460 w 11269336"/>
              <a:gd name="connsiteY76" fmla="*/ 1511173 h 2323145"/>
              <a:gd name="connsiteX77" fmla="*/ 6962144 w 11269336"/>
              <a:gd name="connsiteY77" fmla="*/ 1541508 h 2323145"/>
              <a:gd name="connsiteX78" fmla="*/ 6910674 w 11269336"/>
              <a:gd name="connsiteY78" fmla="*/ 1554793 h 2323145"/>
              <a:gd name="connsiteX79" fmla="*/ 6732152 w 11269336"/>
              <a:gd name="connsiteY79" fmla="*/ 1642538 h 2323145"/>
              <a:gd name="connsiteX80" fmla="*/ 6694106 w 11269336"/>
              <a:gd name="connsiteY80" fmla="*/ 1632377 h 2323145"/>
              <a:gd name="connsiteX81" fmla="*/ 6617223 w 11269336"/>
              <a:gd name="connsiteY81" fmla="*/ 1659889 h 2323145"/>
              <a:gd name="connsiteX82" fmla="*/ 6521138 w 11269336"/>
              <a:gd name="connsiteY82" fmla="*/ 1744340 h 2323145"/>
              <a:gd name="connsiteX83" fmla="*/ 6380677 w 11269336"/>
              <a:gd name="connsiteY83" fmla="*/ 1796883 h 2323145"/>
              <a:gd name="connsiteX84" fmla="*/ 6374897 w 11269336"/>
              <a:gd name="connsiteY84" fmla="*/ 1809910 h 2323145"/>
              <a:gd name="connsiteX85" fmla="*/ 6364545 w 11269336"/>
              <a:gd name="connsiteY85" fmla="*/ 1820090 h 2323145"/>
              <a:gd name="connsiteX86" fmla="*/ 6362126 w 11269336"/>
              <a:gd name="connsiteY86" fmla="*/ 1819991 h 2323145"/>
              <a:gd name="connsiteX87" fmla="*/ 6346673 w 11269336"/>
              <a:gd name="connsiteY87" fmla="*/ 1827824 h 2323145"/>
              <a:gd name="connsiteX88" fmla="*/ 6345588 w 11269336"/>
              <a:gd name="connsiteY88" fmla="*/ 1832232 h 2323145"/>
              <a:gd name="connsiteX89" fmla="*/ 6335708 w 11269336"/>
              <a:gd name="connsiteY89" fmla="*/ 1838451 h 2323145"/>
              <a:gd name="connsiteX90" fmla="*/ 6318182 w 11269336"/>
              <a:gd name="connsiteY90" fmla="*/ 1852975 h 2323145"/>
              <a:gd name="connsiteX91" fmla="*/ 6313084 w 11269336"/>
              <a:gd name="connsiteY91" fmla="*/ 1853561 h 2323145"/>
              <a:gd name="connsiteX92" fmla="*/ 6283816 w 11269336"/>
              <a:gd name="connsiteY92" fmla="*/ 1872148 h 2323145"/>
              <a:gd name="connsiteX93" fmla="*/ 6282550 w 11269336"/>
              <a:gd name="connsiteY93" fmla="*/ 1871392 h 2323145"/>
              <a:gd name="connsiteX94" fmla="*/ 6270527 w 11269336"/>
              <a:gd name="connsiteY94" fmla="*/ 1872208 h 2323145"/>
              <a:gd name="connsiteX95" fmla="*/ 6249518 w 11269336"/>
              <a:gd name="connsiteY95" fmla="*/ 1876079 h 2323145"/>
              <a:gd name="connsiteX96" fmla="*/ 6190386 w 11269336"/>
              <a:gd name="connsiteY96" fmla="*/ 1872478 h 2323145"/>
              <a:gd name="connsiteX97" fmla="*/ 6159777 w 11269336"/>
              <a:gd name="connsiteY97" fmla="*/ 1891745 h 2323145"/>
              <a:gd name="connsiteX98" fmla="*/ 6153131 w 11269336"/>
              <a:gd name="connsiteY98" fmla="*/ 1895079 h 2323145"/>
              <a:gd name="connsiteX99" fmla="*/ 6152798 w 11269336"/>
              <a:gd name="connsiteY99" fmla="*/ 1894920 h 2323145"/>
              <a:gd name="connsiteX100" fmla="*/ 6145388 w 11269336"/>
              <a:gd name="connsiteY100" fmla="*/ 1897990 h 2323145"/>
              <a:gd name="connsiteX101" fmla="*/ 6141014 w 11269336"/>
              <a:gd name="connsiteY101" fmla="*/ 1901155 h 2323145"/>
              <a:gd name="connsiteX102" fmla="*/ 6128122 w 11269336"/>
              <a:gd name="connsiteY102" fmla="*/ 1907623 h 2323145"/>
              <a:gd name="connsiteX103" fmla="*/ 6122351 w 11269336"/>
              <a:gd name="connsiteY103" fmla="*/ 1908359 h 2323145"/>
              <a:gd name="connsiteX104" fmla="*/ 6064750 w 11269336"/>
              <a:gd name="connsiteY104" fmla="*/ 1896394 h 2323145"/>
              <a:gd name="connsiteX105" fmla="*/ 5964230 w 11269336"/>
              <a:gd name="connsiteY105" fmla="*/ 1910038 h 2323145"/>
              <a:gd name="connsiteX106" fmla="*/ 5865399 w 11269336"/>
              <a:gd name="connsiteY106" fmla="*/ 1926966 h 2323145"/>
              <a:gd name="connsiteX107" fmla="*/ 5829951 w 11269336"/>
              <a:gd name="connsiteY107" fmla="*/ 1934755 h 2323145"/>
              <a:gd name="connsiteX108" fmla="*/ 5765285 w 11269336"/>
              <a:gd name="connsiteY108" fmla="*/ 1941322 h 2323145"/>
              <a:gd name="connsiteX109" fmla="*/ 5734750 w 11269336"/>
              <a:gd name="connsiteY109" fmla="*/ 1939793 h 2323145"/>
              <a:gd name="connsiteX110" fmla="*/ 5733569 w 11269336"/>
              <a:gd name="connsiteY110" fmla="*/ 1940505 h 2323145"/>
              <a:gd name="connsiteX111" fmla="*/ 5730329 w 11269336"/>
              <a:gd name="connsiteY111" fmla="*/ 1937845 h 2323145"/>
              <a:gd name="connsiteX112" fmla="*/ 5724661 w 11269336"/>
              <a:gd name="connsiteY112" fmla="*/ 1937455 h 2323145"/>
              <a:gd name="connsiteX113" fmla="*/ 5710186 w 11269336"/>
              <a:gd name="connsiteY113" fmla="*/ 1941370 h 2323145"/>
              <a:gd name="connsiteX114" fmla="*/ 5704910 w 11269336"/>
              <a:gd name="connsiteY114" fmla="*/ 1943663 h 2323145"/>
              <a:gd name="connsiteX115" fmla="*/ 5696836 w 11269336"/>
              <a:gd name="connsiteY115" fmla="*/ 1945271 h 2323145"/>
              <a:gd name="connsiteX116" fmla="*/ 5696583 w 11269336"/>
              <a:gd name="connsiteY116" fmla="*/ 1945050 h 2323145"/>
              <a:gd name="connsiteX117" fmla="*/ 5689123 w 11269336"/>
              <a:gd name="connsiteY117" fmla="*/ 1947067 h 2323145"/>
              <a:gd name="connsiteX118" fmla="*/ 5653291 w 11269336"/>
              <a:gd name="connsiteY118" fmla="*/ 1960245 h 2323145"/>
              <a:gd name="connsiteX119" fmla="*/ 5599385 w 11269336"/>
              <a:gd name="connsiteY119" fmla="*/ 1945198 h 2323145"/>
              <a:gd name="connsiteX120" fmla="*/ 5578300 w 11269336"/>
              <a:gd name="connsiteY120" fmla="*/ 1944963 h 2323145"/>
              <a:gd name="connsiteX121" fmla="*/ 5566758 w 11269336"/>
              <a:gd name="connsiteY121" fmla="*/ 1943441 h 2323145"/>
              <a:gd name="connsiteX122" fmla="*/ 5565857 w 11269336"/>
              <a:gd name="connsiteY122" fmla="*/ 1942445 h 2323145"/>
              <a:gd name="connsiteX123" fmla="*/ 5531534 w 11269336"/>
              <a:gd name="connsiteY123" fmla="*/ 1955208 h 2323145"/>
              <a:gd name="connsiteX124" fmla="*/ 5526552 w 11269336"/>
              <a:gd name="connsiteY124" fmla="*/ 1954799 h 2323145"/>
              <a:gd name="connsiteX125" fmla="*/ 5504723 w 11269336"/>
              <a:gd name="connsiteY125" fmla="*/ 1965811 h 2323145"/>
              <a:gd name="connsiteX126" fmla="*/ 5493156 w 11269336"/>
              <a:gd name="connsiteY126" fmla="*/ 1970063 h 2323145"/>
              <a:gd name="connsiteX127" fmla="*/ 5490486 w 11269336"/>
              <a:gd name="connsiteY127" fmla="*/ 1974227 h 2323145"/>
              <a:gd name="connsiteX128" fmla="*/ 5473107 w 11269336"/>
              <a:gd name="connsiteY128" fmla="*/ 1979001 h 2323145"/>
              <a:gd name="connsiteX129" fmla="*/ 5470885 w 11269336"/>
              <a:gd name="connsiteY129" fmla="*/ 1978432 h 2323145"/>
              <a:gd name="connsiteX130" fmla="*/ 5457393 w 11269336"/>
              <a:gd name="connsiteY130" fmla="*/ 1986525 h 2323145"/>
              <a:gd name="connsiteX131" fmla="*/ 5447102 w 11269336"/>
              <a:gd name="connsiteY131" fmla="*/ 1998329 h 2323145"/>
              <a:gd name="connsiteX132" fmla="*/ 5159151 w 11269336"/>
              <a:gd name="connsiteY132" fmla="*/ 2029640 h 2323145"/>
              <a:gd name="connsiteX133" fmla="*/ 5098838 w 11269336"/>
              <a:gd name="connsiteY133" fmla="*/ 2062961 h 2323145"/>
              <a:gd name="connsiteX134" fmla="*/ 4860988 w 11269336"/>
              <a:gd name="connsiteY134" fmla="*/ 2135698 h 2323145"/>
              <a:gd name="connsiteX135" fmla="*/ 4765388 w 11269336"/>
              <a:gd name="connsiteY135" fmla="*/ 2162525 h 2323145"/>
              <a:gd name="connsiteX136" fmla="*/ 4745033 w 11269336"/>
              <a:gd name="connsiteY136" fmla="*/ 2158859 h 2323145"/>
              <a:gd name="connsiteX137" fmla="*/ 4741475 w 11269336"/>
              <a:gd name="connsiteY137" fmla="*/ 2157998 h 2323145"/>
              <a:gd name="connsiteX138" fmla="*/ 4728247 w 11269336"/>
              <a:gd name="connsiteY138" fmla="*/ 2159526 h 2323145"/>
              <a:gd name="connsiteX139" fmla="*/ 4723263 w 11269336"/>
              <a:gd name="connsiteY139" fmla="*/ 2153742 h 2323145"/>
              <a:gd name="connsiteX140" fmla="*/ 4593061 w 11269336"/>
              <a:gd name="connsiteY140" fmla="*/ 2171597 h 2323145"/>
              <a:gd name="connsiteX141" fmla="*/ 4533444 w 11269336"/>
              <a:gd name="connsiteY141" fmla="*/ 2181200 h 2323145"/>
              <a:gd name="connsiteX142" fmla="*/ 4492832 w 11269336"/>
              <a:gd name="connsiteY142" fmla="*/ 2188033 h 2323145"/>
              <a:gd name="connsiteX143" fmla="*/ 4467257 w 11269336"/>
              <a:gd name="connsiteY143" fmla="*/ 2196121 h 2323145"/>
              <a:gd name="connsiteX144" fmla="*/ 4459937 w 11269336"/>
              <a:gd name="connsiteY144" fmla="*/ 2195182 h 2323145"/>
              <a:gd name="connsiteX145" fmla="*/ 4433312 w 11269336"/>
              <a:gd name="connsiteY145" fmla="*/ 2199004 h 2323145"/>
              <a:gd name="connsiteX146" fmla="*/ 4405765 w 11269336"/>
              <a:gd name="connsiteY146" fmla="*/ 2199902 h 2323145"/>
              <a:gd name="connsiteX147" fmla="*/ 4401354 w 11269336"/>
              <a:gd name="connsiteY147" fmla="*/ 2194745 h 2323145"/>
              <a:gd name="connsiteX148" fmla="*/ 4366646 w 11269336"/>
              <a:gd name="connsiteY148" fmla="*/ 2198564 h 2323145"/>
              <a:gd name="connsiteX149" fmla="*/ 4354009 w 11269336"/>
              <a:gd name="connsiteY149" fmla="*/ 2204984 h 2323145"/>
              <a:gd name="connsiteX150" fmla="*/ 4348284 w 11269336"/>
              <a:gd name="connsiteY150" fmla="*/ 2205270 h 2323145"/>
              <a:gd name="connsiteX151" fmla="*/ 4333906 w 11269336"/>
              <a:gd name="connsiteY151" fmla="*/ 2205251 h 2323145"/>
              <a:gd name="connsiteX152" fmla="*/ 4308819 w 11269336"/>
              <a:gd name="connsiteY152" fmla="*/ 2203822 h 2323145"/>
              <a:gd name="connsiteX153" fmla="*/ 4301210 w 11269336"/>
              <a:gd name="connsiteY153" fmla="*/ 2204456 h 2323145"/>
              <a:gd name="connsiteX154" fmla="*/ 4283095 w 11269336"/>
              <a:gd name="connsiteY154" fmla="*/ 2198177 h 2323145"/>
              <a:gd name="connsiteX155" fmla="*/ 4250119 w 11269336"/>
              <a:gd name="connsiteY155" fmla="*/ 2196342 h 2323145"/>
              <a:gd name="connsiteX156" fmla="*/ 4189203 w 11269336"/>
              <a:gd name="connsiteY156" fmla="*/ 2178994 h 2323145"/>
              <a:gd name="connsiteX157" fmla="*/ 4154035 w 11269336"/>
              <a:gd name="connsiteY157" fmla="*/ 2171950 h 2323145"/>
              <a:gd name="connsiteX158" fmla="*/ 4129569 w 11269336"/>
              <a:gd name="connsiteY158" fmla="*/ 2163850 h 2323145"/>
              <a:gd name="connsiteX159" fmla="*/ 4061250 w 11269336"/>
              <a:gd name="connsiteY159" fmla="*/ 2159236 h 2323145"/>
              <a:gd name="connsiteX160" fmla="*/ 3945480 w 11269336"/>
              <a:gd name="connsiteY160" fmla="*/ 2158279 h 2323145"/>
              <a:gd name="connsiteX161" fmla="*/ 3921468 w 11269336"/>
              <a:gd name="connsiteY161" fmla="*/ 2156588 h 2323145"/>
              <a:gd name="connsiteX162" fmla="*/ 3903348 w 11269336"/>
              <a:gd name="connsiteY162" fmla="*/ 2149220 h 2323145"/>
              <a:gd name="connsiteX163" fmla="*/ 3901342 w 11269336"/>
              <a:gd name="connsiteY163" fmla="*/ 2142355 h 2323145"/>
              <a:gd name="connsiteX164" fmla="*/ 3888539 w 11269336"/>
              <a:gd name="connsiteY164" fmla="*/ 2140476 h 2323145"/>
              <a:gd name="connsiteX165" fmla="*/ 3885662 w 11269336"/>
              <a:gd name="connsiteY165" fmla="*/ 2138740 h 2323145"/>
              <a:gd name="connsiteX166" fmla="*/ 3868627 w 11269336"/>
              <a:gd name="connsiteY166" fmla="*/ 2130023 h 2323145"/>
              <a:gd name="connsiteX167" fmla="*/ 3819177 w 11269336"/>
              <a:gd name="connsiteY167" fmla="*/ 2142111 h 2323145"/>
              <a:gd name="connsiteX168" fmla="*/ 3769100 w 11269336"/>
              <a:gd name="connsiteY168" fmla="*/ 2131731 h 2323145"/>
              <a:gd name="connsiteX169" fmla="*/ 3562752 w 11269336"/>
              <a:gd name="connsiteY169" fmla="*/ 2131785 h 2323145"/>
              <a:gd name="connsiteX170" fmla="*/ 3541402 w 11269336"/>
              <a:gd name="connsiteY170" fmla="*/ 2106821 h 2323145"/>
              <a:gd name="connsiteX171" fmla="*/ 3365341 w 11269336"/>
              <a:gd name="connsiteY171" fmla="*/ 2077638 h 2323145"/>
              <a:gd name="connsiteX172" fmla="*/ 3170922 w 11269336"/>
              <a:gd name="connsiteY172" fmla="*/ 2115957 h 2323145"/>
              <a:gd name="connsiteX173" fmla="*/ 3156256 w 11269336"/>
              <a:gd name="connsiteY173" fmla="*/ 2124773 h 2323145"/>
              <a:gd name="connsiteX174" fmla="*/ 3140298 w 11269336"/>
              <a:gd name="connsiteY174" fmla="*/ 2129182 h 2323145"/>
              <a:gd name="connsiteX175" fmla="*/ 3138514 w 11269336"/>
              <a:gd name="connsiteY175" fmla="*/ 2128069 h 2323145"/>
              <a:gd name="connsiteX176" fmla="*/ 3120467 w 11269336"/>
              <a:gd name="connsiteY176" fmla="*/ 2128281 h 2323145"/>
              <a:gd name="connsiteX177" fmla="*/ 3116175 w 11269336"/>
              <a:gd name="connsiteY177" fmla="*/ 2131633 h 2323145"/>
              <a:gd name="connsiteX178" fmla="*/ 3103685 w 11269336"/>
              <a:gd name="connsiteY178" fmla="*/ 2132814 h 2323145"/>
              <a:gd name="connsiteX179" fmla="*/ 3078794 w 11269336"/>
              <a:gd name="connsiteY179" fmla="*/ 2137935 h 2323145"/>
              <a:gd name="connsiteX180" fmla="*/ 3074407 w 11269336"/>
              <a:gd name="connsiteY180" fmla="*/ 2136274 h 2323145"/>
              <a:gd name="connsiteX181" fmla="*/ 3037285 w 11269336"/>
              <a:gd name="connsiteY181" fmla="*/ 2139919 h 2323145"/>
              <a:gd name="connsiteX182" fmla="*/ 3036901 w 11269336"/>
              <a:gd name="connsiteY182" fmla="*/ 2138726 h 2323145"/>
              <a:gd name="connsiteX183" fmla="*/ 3026996 w 11269336"/>
              <a:gd name="connsiteY183" fmla="*/ 2134322 h 2323145"/>
              <a:gd name="connsiteX184" fmla="*/ 3007772 w 11269336"/>
              <a:gd name="connsiteY184" fmla="*/ 2128742 h 2323145"/>
              <a:gd name="connsiteX185" fmla="*/ 2965030 w 11269336"/>
              <a:gd name="connsiteY185" fmla="*/ 2100494 h 2323145"/>
              <a:gd name="connsiteX186" fmla="*/ 2926342 w 11269336"/>
              <a:gd name="connsiteY186" fmla="*/ 2104155 h 2323145"/>
              <a:gd name="connsiteX187" fmla="*/ 2918608 w 11269336"/>
              <a:gd name="connsiteY187" fmla="*/ 2104215 h 2323145"/>
              <a:gd name="connsiteX188" fmla="*/ 2918475 w 11269336"/>
              <a:gd name="connsiteY188" fmla="*/ 2103937 h 2323145"/>
              <a:gd name="connsiteX189" fmla="*/ 2910360 w 11269336"/>
              <a:gd name="connsiteY189" fmla="*/ 2103444 h 2323145"/>
              <a:gd name="connsiteX190" fmla="*/ 2904507 w 11269336"/>
              <a:gd name="connsiteY190" fmla="*/ 2104326 h 2323145"/>
              <a:gd name="connsiteX191" fmla="*/ 2889503 w 11269336"/>
              <a:gd name="connsiteY191" fmla="*/ 2104443 h 2323145"/>
              <a:gd name="connsiteX192" fmla="*/ 2884480 w 11269336"/>
              <a:gd name="connsiteY192" fmla="*/ 2102626 h 2323145"/>
              <a:gd name="connsiteX193" fmla="*/ 2882689 w 11269336"/>
              <a:gd name="connsiteY193" fmla="*/ 2099228 h 2323145"/>
              <a:gd name="connsiteX194" fmla="*/ 2881291 w 11269336"/>
              <a:gd name="connsiteY194" fmla="*/ 2099618 h 2323145"/>
              <a:gd name="connsiteX195" fmla="*/ 2853979 w 11269336"/>
              <a:gd name="connsiteY195" fmla="*/ 2090388 h 2323145"/>
              <a:gd name="connsiteX196" fmla="*/ 2791790 w 11269336"/>
              <a:gd name="connsiteY196" fmla="*/ 2080332 h 2323145"/>
              <a:gd name="connsiteX197" fmla="*/ 2755844 w 11269336"/>
              <a:gd name="connsiteY197" fmla="*/ 2078874 h 2323145"/>
              <a:gd name="connsiteX198" fmla="*/ 2657742 w 11269336"/>
              <a:gd name="connsiteY198" fmla="*/ 2070179 h 2323145"/>
              <a:gd name="connsiteX199" fmla="*/ 2559549 w 11269336"/>
              <a:gd name="connsiteY199" fmla="*/ 2057873 h 2323145"/>
              <a:gd name="connsiteX200" fmla="*/ 2512054 w 11269336"/>
              <a:gd name="connsiteY200" fmla="*/ 2031671 h 2323145"/>
              <a:gd name="connsiteX201" fmla="*/ 2506437 w 11269336"/>
              <a:gd name="connsiteY201" fmla="*/ 2030918 h 2323145"/>
              <a:gd name="connsiteX202" fmla="*/ 2491752 w 11269336"/>
              <a:gd name="connsiteY202" fmla="*/ 2033906 h 2323145"/>
              <a:gd name="connsiteX203" fmla="*/ 2486338 w 11269336"/>
              <a:gd name="connsiteY203" fmla="*/ 2035862 h 2323145"/>
              <a:gd name="connsiteX204" fmla="*/ 2478186 w 11269336"/>
              <a:gd name="connsiteY204" fmla="*/ 2036953 h 2323145"/>
              <a:gd name="connsiteX205" fmla="*/ 2477950 w 11269336"/>
              <a:gd name="connsiteY205" fmla="*/ 2036715 h 2323145"/>
              <a:gd name="connsiteX206" fmla="*/ 2470381 w 11269336"/>
              <a:gd name="connsiteY206" fmla="*/ 2038256 h 2323145"/>
              <a:gd name="connsiteX207" fmla="*/ 2433781 w 11269336"/>
              <a:gd name="connsiteY207" fmla="*/ 2049140 h 2323145"/>
              <a:gd name="connsiteX208" fmla="*/ 2381172 w 11269336"/>
              <a:gd name="connsiteY208" fmla="*/ 2030645 h 2323145"/>
              <a:gd name="connsiteX209" fmla="*/ 2360198 w 11269336"/>
              <a:gd name="connsiteY209" fmla="*/ 2029059 h 2323145"/>
              <a:gd name="connsiteX210" fmla="*/ 2348815 w 11269336"/>
              <a:gd name="connsiteY210" fmla="*/ 2026798 h 2323145"/>
              <a:gd name="connsiteX211" fmla="*/ 2347988 w 11269336"/>
              <a:gd name="connsiteY211" fmla="*/ 2025745 h 2323145"/>
              <a:gd name="connsiteX212" fmla="*/ 2312920 w 11269336"/>
              <a:gd name="connsiteY212" fmla="*/ 2036311 h 2323145"/>
              <a:gd name="connsiteX213" fmla="*/ 2307986 w 11269336"/>
              <a:gd name="connsiteY213" fmla="*/ 2035583 h 2323145"/>
              <a:gd name="connsiteX214" fmla="*/ 2285481 w 11269336"/>
              <a:gd name="connsiteY214" fmla="*/ 2045197 h 2323145"/>
              <a:gd name="connsiteX215" fmla="*/ 2273666 w 11269336"/>
              <a:gd name="connsiteY215" fmla="*/ 2048710 h 2323145"/>
              <a:gd name="connsiteX216" fmla="*/ 2270719 w 11269336"/>
              <a:gd name="connsiteY216" fmla="*/ 2052702 h 2323145"/>
              <a:gd name="connsiteX217" fmla="*/ 2253080 w 11269336"/>
              <a:gd name="connsiteY217" fmla="*/ 2056363 h 2323145"/>
              <a:gd name="connsiteX218" fmla="*/ 2250906 w 11269336"/>
              <a:gd name="connsiteY218" fmla="*/ 2055654 h 2323145"/>
              <a:gd name="connsiteX219" fmla="*/ 2236905 w 11269336"/>
              <a:gd name="connsiteY219" fmla="*/ 2062882 h 2323145"/>
              <a:gd name="connsiteX220" fmla="*/ 2225830 w 11269336"/>
              <a:gd name="connsiteY220" fmla="*/ 2074027 h 2323145"/>
              <a:gd name="connsiteX221" fmla="*/ 2073776 w 11269336"/>
              <a:gd name="connsiteY221" fmla="*/ 2089244 h 2323145"/>
              <a:gd name="connsiteX222" fmla="*/ 1948256 w 11269336"/>
              <a:gd name="connsiteY222" fmla="*/ 2146616 h 2323145"/>
              <a:gd name="connsiteX223" fmla="*/ 1865582 w 11269336"/>
              <a:gd name="connsiteY223" fmla="*/ 2153738 h 2323145"/>
              <a:gd name="connsiteX224" fmla="*/ 1835210 w 11269336"/>
              <a:gd name="connsiteY224" fmla="*/ 2134244 h 2323145"/>
              <a:gd name="connsiteX225" fmla="*/ 1632661 w 11269336"/>
              <a:gd name="connsiteY225" fmla="*/ 2173882 h 2323145"/>
              <a:gd name="connsiteX226" fmla="*/ 1579590 w 11269336"/>
              <a:gd name="connsiteY226" fmla="*/ 2173680 h 2323145"/>
              <a:gd name="connsiteX227" fmla="*/ 1535601 w 11269336"/>
              <a:gd name="connsiteY227" fmla="*/ 2194590 h 2323145"/>
              <a:gd name="connsiteX228" fmla="*/ 1515594 w 11269336"/>
              <a:gd name="connsiteY228" fmla="*/ 2189622 h 2323145"/>
              <a:gd name="connsiteX229" fmla="*/ 1512113 w 11269336"/>
              <a:gd name="connsiteY229" fmla="*/ 2188534 h 2323145"/>
              <a:gd name="connsiteX230" fmla="*/ 1498838 w 11269336"/>
              <a:gd name="connsiteY230" fmla="*/ 2189213 h 2323145"/>
              <a:gd name="connsiteX231" fmla="*/ 1494279 w 11269336"/>
              <a:gd name="connsiteY231" fmla="*/ 2183112 h 2323145"/>
              <a:gd name="connsiteX232" fmla="*/ 1473714 w 11269336"/>
              <a:gd name="connsiteY232" fmla="*/ 2179625 h 2323145"/>
              <a:gd name="connsiteX233" fmla="*/ 1449503 w 11269336"/>
              <a:gd name="connsiteY233" fmla="*/ 2182633 h 2323145"/>
              <a:gd name="connsiteX234" fmla="*/ 1266687 w 11269336"/>
              <a:gd name="connsiteY234" fmla="*/ 2212688 h 2323145"/>
              <a:gd name="connsiteX235" fmla="*/ 1239614 w 11269336"/>
              <a:gd name="connsiteY235" fmla="*/ 2209727 h 2323145"/>
              <a:gd name="connsiteX236" fmla="*/ 1202436 w 11269336"/>
              <a:gd name="connsiteY236" fmla="*/ 2209817 h 2323145"/>
              <a:gd name="connsiteX237" fmla="*/ 1136097 w 11269336"/>
              <a:gd name="connsiteY237" fmla="*/ 2205112 h 2323145"/>
              <a:gd name="connsiteX238" fmla="*/ 988232 w 11269336"/>
              <a:gd name="connsiteY238" fmla="*/ 2235635 h 2323145"/>
              <a:gd name="connsiteX239" fmla="*/ 981959 w 11269336"/>
              <a:gd name="connsiteY239" fmla="*/ 2231607 h 2323145"/>
              <a:gd name="connsiteX240" fmla="*/ 938600 w 11269336"/>
              <a:gd name="connsiteY240" fmla="*/ 2238113 h 2323145"/>
              <a:gd name="connsiteX241" fmla="*/ 791788 w 11269336"/>
              <a:gd name="connsiteY241" fmla="*/ 2293224 h 2323145"/>
              <a:gd name="connsiteX242" fmla="*/ 706914 w 11269336"/>
              <a:gd name="connsiteY242" fmla="*/ 2305046 h 2323145"/>
              <a:gd name="connsiteX243" fmla="*/ 675971 w 11269336"/>
              <a:gd name="connsiteY243" fmla="*/ 2304030 h 2323145"/>
              <a:gd name="connsiteX244" fmla="*/ 624180 w 11269336"/>
              <a:gd name="connsiteY244" fmla="*/ 2302650 h 2323145"/>
              <a:gd name="connsiteX245" fmla="*/ 583453 w 11269336"/>
              <a:gd name="connsiteY245" fmla="*/ 2288788 h 2323145"/>
              <a:gd name="connsiteX246" fmla="*/ 540946 w 11269336"/>
              <a:gd name="connsiteY246" fmla="*/ 2292721 h 2323145"/>
              <a:gd name="connsiteX247" fmla="*/ 533680 w 11269336"/>
              <a:gd name="connsiteY247" fmla="*/ 2310233 h 2323145"/>
              <a:gd name="connsiteX248" fmla="*/ 487366 w 11269336"/>
              <a:gd name="connsiteY248" fmla="*/ 2309053 h 2323145"/>
              <a:gd name="connsiteX249" fmla="*/ 416820 w 11269336"/>
              <a:gd name="connsiteY249" fmla="*/ 2305443 h 2323145"/>
              <a:gd name="connsiteX250" fmla="*/ 376805 w 11269336"/>
              <a:gd name="connsiteY250" fmla="*/ 2307647 h 2323145"/>
              <a:gd name="connsiteX251" fmla="*/ 266777 w 11269336"/>
              <a:gd name="connsiteY251" fmla="*/ 2309012 h 2323145"/>
              <a:gd name="connsiteX252" fmla="*/ 156013 w 11269336"/>
              <a:gd name="connsiteY252" fmla="*/ 2306832 h 2323145"/>
              <a:gd name="connsiteX253" fmla="*/ 87258 w 11269336"/>
              <a:gd name="connsiteY253" fmla="*/ 2285511 h 2323145"/>
              <a:gd name="connsiteX254" fmla="*/ 23798 w 11269336"/>
              <a:gd name="connsiteY254" fmla="*/ 2281822 h 2323145"/>
              <a:gd name="connsiteX255" fmla="*/ 0 w 11269336"/>
              <a:gd name="connsiteY255" fmla="*/ 2285369 h 2323145"/>
              <a:gd name="connsiteX256" fmla="*/ 0 w 11269336"/>
              <a:gd name="connsiteY256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561575 w 11269336"/>
              <a:gd name="connsiteY19" fmla="*/ 559978 h 2323145"/>
              <a:gd name="connsiteX20" fmla="*/ 9162278 w 11269336"/>
              <a:gd name="connsiteY20" fmla="*/ 704724 h 2323145"/>
              <a:gd name="connsiteX21" fmla="*/ 9062863 w 11269336"/>
              <a:gd name="connsiteY21" fmla="*/ 754656 h 2323145"/>
              <a:gd name="connsiteX22" fmla="*/ 8914746 w 11269336"/>
              <a:gd name="connsiteY22" fmla="*/ 826428 h 2323145"/>
              <a:gd name="connsiteX23" fmla="*/ 8917778 w 11269336"/>
              <a:gd name="connsiteY23" fmla="*/ 835198 h 2323145"/>
              <a:gd name="connsiteX24" fmla="*/ 8905560 w 11269336"/>
              <a:gd name="connsiteY24" fmla="*/ 838358 h 2323145"/>
              <a:gd name="connsiteX25" fmla="*/ 8897564 w 11269336"/>
              <a:gd name="connsiteY25" fmla="*/ 834287 h 2323145"/>
              <a:gd name="connsiteX26" fmla="*/ 8878040 w 11269336"/>
              <a:gd name="connsiteY26" fmla="*/ 844150 h 2323145"/>
              <a:gd name="connsiteX27" fmla="*/ 8795998 w 11269336"/>
              <a:gd name="connsiteY27" fmla="*/ 863337 h 2323145"/>
              <a:gd name="connsiteX28" fmla="*/ 8776970 w 11269336"/>
              <a:gd name="connsiteY28" fmla="*/ 885177 h 2323145"/>
              <a:gd name="connsiteX29" fmla="*/ 8755719 w 11269336"/>
              <a:gd name="connsiteY29" fmla="*/ 889754 h 2323145"/>
              <a:gd name="connsiteX30" fmla="*/ 8743257 w 11269336"/>
              <a:gd name="connsiteY30" fmla="*/ 904723 h 2323145"/>
              <a:gd name="connsiteX31" fmla="*/ 8721366 w 11269336"/>
              <a:gd name="connsiteY31" fmla="*/ 904711 h 2323145"/>
              <a:gd name="connsiteX32" fmla="*/ 8678353 w 11269336"/>
              <a:gd name="connsiteY32" fmla="*/ 926318 h 2323145"/>
              <a:gd name="connsiteX33" fmla="*/ 8636849 w 11269336"/>
              <a:gd name="connsiteY33" fmla="*/ 937900 h 2323145"/>
              <a:gd name="connsiteX34" fmla="*/ 8620213 w 11269336"/>
              <a:gd name="connsiteY34" fmla="*/ 943068 h 2323145"/>
              <a:gd name="connsiteX35" fmla="*/ 8612581 w 11269336"/>
              <a:gd name="connsiteY35" fmla="*/ 952695 h 2323145"/>
              <a:gd name="connsiteX36" fmla="*/ 8589038 w 11269336"/>
              <a:gd name="connsiteY36" fmla="*/ 963892 h 2323145"/>
              <a:gd name="connsiteX37" fmla="*/ 8579950 w 11269336"/>
              <a:gd name="connsiteY37" fmla="*/ 960899 h 2323145"/>
              <a:gd name="connsiteX38" fmla="*/ 8579319 w 11269336"/>
              <a:gd name="connsiteY38" fmla="*/ 965630 h 2323145"/>
              <a:gd name="connsiteX39" fmla="*/ 8547429 w 11269336"/>
              <a:gd name="connsiteY39" fmla="*/ 984506 h 2323145"/>
              <a:gd name="connsiteX40" fmla="*/ 8478704 w 11269336"/>
              <a:gd name="connsiteY40" fmla="*/ 1025490 h 2323145"/>
              <a:gd name="connsiteX41" fmla="*/ 8461421 w 11269336"/>
              <a:gd name="connsiteY41" fmla="*/ 1035512 h 2323145"/>
              <a:gd name="connsiteX42" fmla="*/ 8445003 w 11269336"/>
              <a:gd name="connsiteY42" fmla="*/ 1036851 h 2323145"/>
              <a:gd name="connsiteX43" fmla="*/ 8357350 w 11269336"/>
              <a:gd name="connsiteY43" fmla="*/ 1060213 h 2323145"/>
              <a:gd name="connsiteX44" fmla="*/ 8335565 w 11269336"/>
              <a:gd name="connsiteY44" fmla="*/ 1061151 h 2323145"/>
              <a:gd name="connsiteX45" fmla="*/ 8325267 w 11269336"/>
              <a:gd name="connsiteY45" fmla="*/ 1055919 h 2323145"/>
              <a:gd name="connsiteX46" fmla="*/ 8293586 w 11269336"/>
              <a:gd name="connsiteY46" fmla="*/ 1076144 h 2323145"/>
              <a:gd name="connsiteX47" fmla="*/ 8242405 w 11269336"/>
              <a:gd name="connsiteY47" fmla="*/ 1095960 h 2323145"/>
              <a:gd name="connsiteX48" fmla="*/ 8197391 w 11269336"/>
              <a:gd name="connsiteY48" fmla="*/ 1107746 h 2323145"/>
              <a:gd name="connsiteX49" fmla="*/ 8081474 w 11269336"/>
              <a:gd name="connsiteY49" fmla="*/ 1130125 h 2323145"/>
              <a:gd name="connsiteX50" fmla="*/ 8053585 w 11269336"/>
              <a:gd name="connsiteY50" fmla="*/ 1129169 h 2323145"/>
              <a:gd name="connsiteX51" fmla="*/ 8038422 w 11269336"/>
              <a:gd name="connsiteY51" fmla="*/ 1119092 h 2323145"/>
              <a:gd name="connsiteX52" fmla="*/ 8029450 w 11269336"/>
              <a:gd name="connsiteY52" fmla="*/ 1125592 h 2323145"/>
              <a:gd name="connsiteX53" fmla="*/ 7959552 w 11269336"/>
              <a:gd name="connsiteY53" fmla="*/ 1140188 h 2323145"/>
              <a:gd name="connsiteX54" fmla="*/ 7914188 w 11269336"/>
              <a:gd name="connsiteY54" fmla="*/ 1150862 h 2323145"/>
              <a:gd name="connsiteX55" fmla="*/ 7914918 w 11269336"/>
              <a:gd name="connsiteY55" fmla="*/ 1168758 h 2323145"/>
              <a:gd name="connsiteX56" fmla="*/ 7875510 w 11269336"/>
              <a:gd name="connsiteY56" fmla="*/ 1183153 h 2323145"/>
              <a:gd name="connsiteX57" fmla="*/ 7829932 w 11269336"/>
              <a:gd name="connsiteY57" fmla="*/ 1180782 h 2323145"/>
              <a:gd name="connsiteX58" fmla="*/ 7779182 w 11269336"/>
              <a:gd name="connsiteY58" fmla="*/ 1192665 h 2323145"/>
              <a:gd name="connsiteX59" fmla="*/ 7748774 w 11269336"/>
              <a:gd name="connsiteY59" fmla="*/ 1199586 h 2323145"/>
              <a:gd name="connsiteX60" fmla="*/ 7671846 w 11269336"/>
              <a:gd name="connsiteY60" fmla="*/ 1231966 h 2323145"/>
              <a:gd name="connsiteX61" fmla="*/ 7554146 w 11269336"/>
              <a:gd name="connsiteY61" fmla="*/ 1319748 h 2323145"/>
              <a:gd name="connsiteX62" fmla="*/ 7515052 w 11269336"/>
              <a:gd name="connsiteY62" fmla="*/ 1336718 h 2323145"/>
              <a:gd name="connsiteX63" fmla="*/ 7507193 w 11269336"/>
              <a:gd name="connsiteY63" fmla="*/ 1334617 h 2323145"/>
              <a:gd name="connsiteX64" fmla="*/ 7461694 w 11269336"/>
              <a:gd name="connsiteY64" fmla="*/ 1375866 h 2323145"/>
              <a:gd name="connsiteX65" fmla="*/ 7377571 w 11269336"/>
              <a:gd name="connsiteY65" fmla="*/ 1400128 h 2323145"/>
              <a:gd name="connsiteX66" fmla="*/ 7311261 w 11269336"/>
              <a:gd name="connsiteY66" fmla="*/ 1412652 h 2323145"/>
              <a:gd name="connsiteX67" fmla="*/ 7275307 w 11269336"/>
              <a:gd name="connsiteY67" fmla="*/ 1422171 h 2323145"/>
              <a:gd name="connsiteX68" fmla="*/ 7247783 w 11269336"/>
              <a:gd name="connsiteY68" fmla="*/ 1426330 h 2323145"/>
              <a:gd name="connsiteX69" fmla="*/ 7185047 w 11269336"/>
              <a:gd name="connsiteY69" fmla="*/ 1451812 h 2323145"/>
              <a:gd name="connsiteX70" fmla="*/ 7084117 w 11269336"/>
              <a:gd name="connsiteY70" fmla="*/ 1500281 h 2323145"/>
              <a:gd name="connsiteX71" fmla="*/ 7062011 w 11269336"/>
              <a:gd name="connsiteY71" fmla="*/ 1509183 h 2323145"/>
              <a:gd name="connsiteX72" fmla="*/ 7040555 w 11269336"/>
              <a:gd name="connsiteY72" fmla="*/ 1511207 h 2323145"/>
              <a:gd name="connsiteX73" fmla="*/ 7033438 w 11269336"/>
              <a:gd name="connsiteY73" fmla="*/ 1506772 h 2323145"/>
              <a:gd name="connsiteX74" fmla="*/ 7020886 w 11269336"/>
              <a:gd name="connsiteY74" fmla="*/ 1510764 h 2323145"/>
              <a:gd name="connsiteX75" fmla="*/ 7017033 w 11269336"/>
              <a:gd name="connsiteY75" fmla="*/ 1510650 h 2323145"/>
              <a:gd name="connsiteX76" fmla="*/ 6995460 w 11269336"/>
              <a:gd name="connsiteY76" fmla="*/ 1511173 h 2323145"/>
              <a:gd name="connsiteX77" fmla="*/ 6962144 w 11269336"/>
              <a:gd name="connsiteY77" fmla="*/ 1541508 h 2323145"/>
              <a:gd name="connsiteX78" fmla="*/ 6910674 w 11269336"/>
              <a:gd name="connsiteY78" fmla="*/ 1554793 h 2323145"/>
              <a:gd name="connsiteX79" fmla="*/ 6732152 w 11269336"/>
              <a:gd name="connsiteY79" fmla="*/ 1642538 h 2323145"/>
              <a:gd name="connsiteX80" fmla="*/ 6694106 w 11269336"/>
              <a:gd name="connsiteY80" fmla="*/ 1632377 h 2323145"/>
              <a:gd name="connsiteX81" fmla="*/ 6617223 w 11269336"/>
              <a:gd name="connsiteY81" fmla="*/ 1659889 h 2323145"/>
              <a:gd name="connsiteX82" fmla="*/ 6521138 w 11269336"/>
              <a:gd name="connsiteY82" fmla="*/ 1744340 h 2323145"/>
              <a:gd name="connsiteX83" fmla="*/ 6380677 w 11269336"/>
              <a:gd name="connsiteY83" fmla="*/ 1796883 h 2323145"/>
              <a:gd name="connsiteX84" fmla="*/ 6374897 w 11269336"/>
              <a:gd name="connsiteY84" fmla="*/ 1809910 h 2323145"/>
              <a:gd name="connsiteX85" fmla="*/ 6364545 w 11269336"/>
              <a:gd name="connsiteY85" fmla="*/ 1820090 h 2323145"/>
              <a:gd name="connsiteX86" fmla="*/ 6362126 w 11269336"/>
              <a:gd name="connsiteY86" fmla="*/ 1819991 h 2323145"/>
              <a:gd name="connsiteX87" fmla="*/ 6346673 w 11269336"/>
              <a:gd name="connsiteY87" fmla="*/ 1827824 h 2323145"/>
              <a:gd name="connsiteX88" fmla="*/ 6345588 w 11269336"/>
              <a:gd name="connsiteY88" fmla="*/ 1832232 h 2323145"/>
              <a:gd name="connsiteX89" fmla="*/ 6335708 w 11269336"/>
              <a:gd name="connsiteY89" fmla="*/ 1838451 h 2323145"/>
              <a:gd name="connsiteX90" fmla="*/ 6318182 w 11269336"/>
              <a:gd name="connsiteY90" fmla="*/ 1852975 h 2323145"/>
              <a:gd name="connsiteX91" fmla="*/ 6313084 w 11269336"/>
              <a:gd name="connsiteY91" fmla="*/ 1853561 h 2323145"/>
              <a:gd name="connsiteX92" fmla="*/ 6283816 w 11269336"/>
              <a:gd name="connsiteY92" fmla="*/ 1872148 h 2323145"/>
              <a:gd name="connsiteX93" fmla="*/ 6282550 w 11269336"/>
              <a:gd name="connsiteY93" fmla="*/ 1871392 h 2323145"/>
              <a:gd name="connsiteX94" fmla="*/ 6270527 w 11269336"/>
              <a:gd name="connsiteY94" fmla="*/ 1872208 h 2323145"/>
              <a:gd name="connsiteX95" fmla="*/ 6249518 w 11269336"/>
              <a:gd name="connsiteY95" fmla="*/ 1876079 h 2323145"/>
              <a:gd name="connsiteX96" fmla="*/ 6190386 w 11269336"/>
              <a:gd name="connsiteY96" fmla="*/ 1872478 h 2323145"/>
              <a:gd name="connsiteX97" fmla="*/ 6159777 w 11269336"/>
              <a:gd name="connsiteY97" fmla="*/ 1891745 h 2323145"/>
              <a:gd name="connsiteX98" fmla="*/ 6153131 w 11269336"/>
              <a:gd name="connsiteY98" fmla="*/ 1895079 h 2323145"/>
              <a:gd name="connsiteX99" fmla="*/ 6152798 w 11269336"/>
              <a:gd name="connsiteY99" fmla="*/ 1894920 h 2323145"/>
              <a:gd name="connsiteX100" fmla="*/ 6145388 w 11269336"/>
              <a:gd name="connsiteY100" fmla="*/ 1897990 h 2323145"/>
              <a:gd name="connsiteX101" fmla="*/ 6141014 w 11269336"/>
              <a:gd name="connsiteY101" fmla="*/ 1901155 h 2323145"/>
              <a:gd name="connsiteX102" fmla="*/ 6128122 w 11269336"/>
              <a:gd name="connsiteY102" fmla="*/ 1907623 h 2323145"/>
              <a:gd name="connsiteX103" fmla="*/ 6122351 w 11269336"/>
              <a:gd name="connsiteY103" fmla="*/ 1908359 h 2323145"/>
              <a:gd name="connsiteX104" fmla="*/ 6064750 w 11269336"/>
              <a:gd name="connsiteY104" fmla="*/ 1896394 h 2323145"/>
              <a:gd name="connsiteX105" fmla="*/ 5964230 w 11269336"/>
              <a:gd name="connsiteY105" fmla="*/ 1910038 h 2323145"/>
              <a:gd name="connsiteX106" fmla="*/ 5865399 w 11269336"/>
              <a:gd name="connsiteY106" fmla="*/ 1926966 h 2323145"/>
              <a:gd name="connsiteX107" fmla="*/ 5829951 w 11269336"/>
              <a:gd name="connsiteY107" fmla="*/ 1934755 h 2323145"/>
              <a:gd name="connsiteX108" fmla="*/ 5765285 w 11269336"/>
              <a:gd name="connsiteY108" fmla="*/ 1941322 h 2323145"/>
              <a:gd name="connsiteX109" fmla="*/ 5734750 w 11269336"/>
              <a:gd name="connsiteY109" fmla="*/ 1939793 h 2323145"/>
              <a:gd name="connsiteX110" fmla="*/ 5733569 w 11269336"/>
              <a:gd name="connsiteY110" fmla="*/ 1940505 h 2323145"/>
              <a:gd name="connsiteX111" fmla="*/ 5730329 w 11269336"/>
              <a:gd name="connsiteY111" fmla="*/ 1937845 h 2323145"/>
              <a:gd name="connsiteX112" fmla="*/ 5724661 w 11269336"/>
              <a:gd name="connsiteY112" fmla="*/ 1937455 h 2323145"/>
              <a:gd name="connsiteX113" fmla="*/ 5710186 w 11269336"/>
              <a:gd name="connsiteY113" fmla="*/ 1941370 h 2323145"/>
              <a:gd name="connsiteX114" fmla="*/ 5704910 w 11269336"/>
              <a:gd name="connsiteY114" fmla="*/ 1943663 h 2323145"/>
              <a:gd name="connsiteX115" fmla="*/ 5696836 w 11269336"/>
              <a:gd name="connsiteY115" fmla="*/ 1945271 h 2323145"/>
              <a:gd name="connsiteX116" fmla="*/ 5696583 w 11269336"/>
              <a:gd name="connsiteY116" fmla="*/ 1945050 h 2323145"/>
              <a:gd name="connsiteX117" fmla="*/ 5689123 w 11269336"/>
              <a:gd name="connsiteY117" fmla="*/ 1947067 h 2323145"/>
              <a:gd name="connsiteX118" fmla="*/ 5653291 w 11269336"/>
              <a:gd name="connsiteY118" fmla="*/ 1960245 h 2323145"/>
              <a:gd name="connsiteX119" fmla="*/ 5599385 w 11269336"/>
              <a:gd name="connsiteY119" fmla="*/ 1945198 h 2323145"/>
              <a:gd name="connsiteX120" fmla="*/ 5578300 w 11269336"/>
              <a:gd name="connsiteY120" fmla="*/ 1944963 h 2323145"/>
              <a:gd name="connsiteX121" fmla="*/ 5566758 w 11269336"/>
              <a:gd name="connsiteY121" fmla="*/ 1943441 h 2323145"/>
              <a:gd name="connsiteX122" fmla="*/ 5565857 w 11269336"/>
              <a:gd name="connsiteY122" fmla="*/ 1942445 h 2323145"/>
              <a:gd name="connsiteX123" fmla="*/ 5531534 w 11269336"/>
              <a:gd name="connsiteY123" fmla="*/ 1955208 h 2323145"/>
              <a:gd name="connsiteX124" fmla="*/ 5526552 w 11269336"/>
              <a:gd name="connsiteY124" fmla="*/ 1954799 h 2323145"/>
              <a:gd name="connsiteX125" fmla="*/ 5504723 w 11269336"/>
              <a:gd name="connsiteY125" fmla="*/ 1965811 h 2323145"/>
              <a:gd name="connsiteX126" fmla="*/ 5493156 w 11269336"/>
              <a:gd name="connsiteY126" fmla="*/ 1970063 h 2323145"/>
              <a:gd name="connsiteX127" fmla="*/ 5490486 w 11269336"/>
              <a:gd name="connsiteY127" fmla="*/ 1974227 h 2323145"/>
              <a:gd name="connsiteX128" fmla="*/ 5473107 w 11269336"/>
              <a:gd name="connsiteY128" fmla="*/ 1979001 h 2323145"/>
              <a:gd name="connsiteX129" fmla="*/ 5470885 w 11269336"/>
              <a:gd name="connsiteY129" fmla="*/ 1978432 h 2323145"/>
              <a:gd name="connsiteX130" fmla="*/ 5457393 w 11269336"/>
              <a:gd name="connsiteY130" fmla="*/ 1986525 h 2323145"/>
              <a:gd name="connsiteX131" fmla="*/ 5447102 w 11269336"/>
              <a:gd name="connsiteY131" fmla="*/ 1998329 h 2323145"/>
              <a:gd name="connsiteX132" fmla="*/ 5159151 w 11269336"/>
              <a:gd name="connsiteY132" fmla="*/ 2029640 h 2323145"/>
              <a:gd name="connsiteX133" fmla="*/ 5098838 w 11269336"/>
              <a:gd name="connsiteY133" fmla="*/ 2062961 h 2323145"/>
              <a:gd name="connsiteX134" fmla="*/ 4860988 w 11269336"/>
              <a:gd name="connsiteY134" fmla="*/ 2135698 h 2323145"/>
              <a:gd name="connsiteX135" fmla="*/ 4765388 w 11269336"/>
              <a:gd name="connsiteY135" fmla="*/ 2162525 h 2323145"/>
              <a:gd name="connsiteX136" fmla="*/ 4745033 w 11269336"/>
              <a:gd name="connsiteY136" fmla="*/ 2158859 h 2323145"/>
              <a:gd name="connsiteX137" fmla="*/ 4741475 w 11269336"/>
              <a:gd name="connsiteY137" fmla="*/ 2157998 h 2323145"/>
              <a:gd name="connsiteX138" fmla="*/ 4728247 w 11269336"/>
              <a:gd name="connsiteY138" fmla="*/ 2159526 h 2323145"/>
              <a:gd name="connsiteX139" fmla="*/ 4723263 w 11269336"/>
              <a:gd name="connsiteY139" fmla="*/ 2153742 h 2323145"/>
              <a:gd name="connsiteX140" fmla="*/ 4593061 w 11269336"/>
              <a:gd name="connsiteY140" fmla="*/ 2171597 h 2323145"/>
              <a:gd name="connsiteX141" fmla="*/ 4533444 w 11269336"/>
              <a:gd name="connsiteY141" fmla="*/ 2181200 h 2323145"/>
              <a:gd name="connsiteX142" fmla="*/ 4492832 w 11269336"/>
              <a:gd name="connsiteY142" fmla="*/ 2188033 h 2323145"/>
              <a:gd name="connsiteX143" fmla="*/ 4467257 w 11269336"/>
              <a:gd name="connsiteY143" fmla="*/ 2196121 h 2323145"/>
              <a:gd name="connsiteX144" fmla="*/ 4459937 w 11269336"/>
              <a:gd name="connsiteY144" fmla="*/ 2195182 h 2323145"/>
              <a:gd name="connsiteX145" fmla="*/ 4405765 w 11269336"/>
              <a:gd name="connsiteY145" fmla="*/ 2199902 h 2323145"/>
              <a:gd name="connsiteX146" fmla="*/ 4401354 w 11269336"/>
              <a:gd name="connsiteY146" fmla="*/ 2194745 h 2323145"/>
              <a:gd name="connsiteX147" fmla="*/ 4366646 w 11269336"/>
              <a:gd name="connsiteY147" fmla="*/ 2198564 h 2323145"/>
              <a:gd name="connsiteX148" fmla="*/ 4354009 w 11269336"/>
              <a:gd name="connsiteY148" fmla="*/ 2204984 h 2323145"/>
              <a:gd name="connsiteX149" fmla="*/ 4348284 w 11269336"/>
              <a:gd name="connsiteY149" fmla="*/ 2205270 h 2323145"/>
              <a:gd name="connsiteX150" fmla="*/ 4333906 w 11269336"/>
              <a:gd name="connsiteY150" fmla="*/ 2205251 h 2323145"/>
              <a:gd name="connsiteX151" fmla="*/ 4308819 w 11269336"/>
              <a:gd name="connsiteY151" fmla="*/ 2203822 h 2323145"/>
              <a:gd name="connsiteX152" fmla="*/ 4301210 w 11269336"/>
              <a:gd name="connsiteY152" fmla="*/ 2204456 h 2323145"/>
              <a:gd name="connsiteX153" fmla="*/ 4283095 w 11269336"/>
              <a:gd name="connsiteY153" fmla="*/ 2198177 h 2323145"/>
              <a:gd name="connsiteX154" fmla="*/ 4250119 w 11269336"/>
              <a:gd name="connsiteY154" fmla="*/ 2196342 h 2323145"/>
              <a:gd name="connsiteX155" fmla="*/ 4189203 w 11269336"/>
              <a:gd name="connsiteY155" fmla="*/ 2178994 h 2323145"/>
              <a:gd name="connsiteX156" fmla="*/ 4154035 w 11269336"/>
              <a:gd name="connsiteY156" fmla="*/ 2171950 h 2323145"/>
              <a:gd name="connsiteX157" fmla="*/ 4129569 w 11269336"/>
              <a:gd name="connsiteY157" fmla="*/ 2163850 h 2323145"/>
              <a:gd name="connsiteX158" fmla="*/ 4061250 w 11269336"/>
              <a:gd name="connsiteY158" fmla="*/ 2159236 h 2323145"/>
              <a:gd name="connsiteX159" fmla="*/ 3945480 w 11269336"/>
              <a:gd name="connsiteY159" fmla="*/ 2158279 h 2323145"/>
              <a:gd name="connsiteX160" fmla="*/ 3921468 w 11269336"/>
              <a:gd name="connsiteY160" fmla="*/ 2156588 h 2323145"/>
              <a:gd name="connsiteX161" fmla="*/ 3903348 w 11269336"/>
              <a:gd name="connsiteY161" fmla="*/ 2149220 h 2323145"/>
              <a:gd name="connsiteX162" fmla="*/ 3901342 w 11269336"/>
              <a:gd name="connsiteY162" fmla="*/ 2142355 h 2323145"/>
              <a:gd name="connsiteX163" fmla="*/ 3888539 w 11269336"/>
              <a:gd name="connsiteY163" fmla="*/ 2140476 h 2323145"/>
              <a:gd name="connsiteX164" fmla="*/ 3885662 w 11269336"/>
              <a:gd name="connsiteY164" fmla="*/ 2138740 h 2323145"/>
              <a:gd name="connsiteX165" fmla="*/ 3868627 w 11269336"/>
              <a:gd name="connsiteY165" fmla="*/ 2130023 h 2323145"/>
              <a:gd name="connsiteX166" fmla="*/ 3819177 w 11269336"/>
              <a:gd name="connsiteY166" fmla="*/ 2142111 h 2323145"/>
              <a:gd name="connsiteX167" fmla="*/ 3769100 w 11269336"/>
              <a:gd name="connsiteY167" fmla="*/ 2131731 h 2323145"/>
              <a:gd name="connsiteX168" fmla="*/ 3562752 w 11269336"/>
              <a:gd name="connsiteY168" fmla="*/ 2131785 h 2323145"/>
              <a:gd name="connsiteX169" fmla="*/ 3541402 w 11269336"/>
              <a:gd name="connsiteY169" fmla="*/ 2106821 h 2323145"/>
              <a:gd name="connsiteX170" fmla="*/ 3365341 w 11269336"/>
              <a:gd name="connsiteY170" fmla="*/ 2077638 h 2323145"/>
              <a:gd name="connsiteX171" fmla="*/ 3170922 w 11269336"/>
              <a:gd name="connsiteY171" fmla="*/ 2115957 h 2323145"/>
              <a:gd name="connsiteX172" fmla="*/ 3156256 w 11269336"/>
              <a:gd name="connsiteY172" fmla="*/ 2124773 h 2323145"/>
              <a:gd name="connsiteX173" fmla="*/ 3140298 w 11269336"/>
              <a:gd name="connsiteY173" fmla="*/ 2129182 h 2323145"/>
              <a:gd name="connsiteX174" fmla="*/ 3138514 w 11269336"/>
              <a:gd name="connsiteY174" fmla="*/ 2128069 h 2323145"/>
              <a:gd name="connsiteX175" fmla="*/ 3120467 w 11269336"/>
              <a:gd name="connsiteY175" fmla="*/ 2128281 h 2323145"/>
              <a:gd name="connsiteX176" fmla="*/ 3116175 w 11269336"/>
              <a:gd name="connsiteY176" fmla="*/ 2131633 h 2323145"/>
              <a:gd name="connsiteX177" fmla="*/ 3103685 w 11269336"/>
              <a:gd name="connsiteY177" fmla="*/ 2132814 h 2323145"/>
              <a:gd name="connsiteX178" fmla="*/ 3078794 w 11269336"/>
              <a:gd name="connsiteY178" fmla="*/ 2137935 h 2323145"/>
              <a:gd name="connsiteX179" fmla="*/ 3074407 w 11269336"/>
              <a:gd name="connsiteY179" fmla="*/ 2136274 h 2323145"/>
              <a:gd name="connsiteX180" fmla="*/ 3037285 w 11269336"/>
              <a:gd name="connsiteY180" fmla="*/ 2139919 h 2323145"/>
              <a:gd name="connsiteX181" fmla="*/ 3036901 w 11269336"/>
              <a:gd name="connsiteY181" fmla="*/ 2138726 h 2323145"/>
              <a:gd name="connsiteX182" fmla="*/ 3026996 w 11269336"/>
              <a:gd name="connsiteY182" fmla="*/ 2134322 h 2323145"/>
              <a:gd name="connsiteX183" fmla="*/ 3007772 w 11269336"/>
              <a:gd name="connsiteY183" fmla="*/ 2128742 h 2323145"/>
              <a:gd name="connsiteX184" fmla="*/ 2965030 w 11269336"/>
              <a:gd name="connsiteY184" fmla="*/ 2100494 h 2323145"/>
              <a:gd name="connsiteX185" fmla="*/ 2926342 w 11269336"/>
              <a:gd name="connsiteY185" fmla="*/ 2104155 h 2323145"/>
              <a:gd name="connsiteX186" fmla="*/ 2918608 w 11269336"/>
              <a:gd name="connsiteY186" fmla="*/ 2104215 h 2323145"/>
              <a:gd name="connsiteX187" fmla="*/ 2918475 w 11269336"/>
              <a:gd name="connsiteY187" fmla="*/ 2103937 h 2323145"/>
              <a:gd name="connsiteX188" fmla="*/ 2910360 w 11269336"/>
              <a:gd name="connsiteY188" fmla="*/ 2103444 h 2323145"/>
              <a:gd name="connsiteX189" fmla="*/ 2904507 w 11269336"/>
              <a:gd name="connsiteY189" fmla="*/ 2104326 h 2323145"/>
              <a:gd name="connsiteX190" fmla="*/ 2889503 w 11269336"/>
              <a:gd name="connsiteY190" fmla="*/ 2104443 h 2323145"/>
              <a:gd name="connsiteX191" fmla="*/ 2884480 w 11269336"/>
              <a:gd name="connsiteY191" fmla="*/ 2102626 h 2323145"/>
              <a:gd name="connsiteX192" fmla="*/ 2882689 w 11269336"/>
              <a:gd name="connsiteY192" fmla="*/ 2099228 h 2323145"/>
              <a:gd name="connsiteX193" fmla="*/ 2881291 w 11269336"/>
              <a:gd name="connsiteY193" fmla="*/ 2099618 h 2323145"/>
              <a:gd name="connsiteX194" fmla="*/ 2853979 w 11269336"/>
              <a:gd name="connsiteY194" fmla="*/ 2090388 h 2323145"/>
              <a:gd name="connsiteX195" fmla="*/ 2791790 w 11269336"/>
              <a:gd name="connsiteY195" fmla="*/ 2080332 h 2323145"/>
              <a:gd name="connsiteX196" fmla="*/ 2755844 w 11269336"/>
              <a:gd name="connsiteY196" fmla="*/ 2078874 h 2323145"/>
              <a:gd name="connsiteX197" fmla="*/ 2657742 w 11269336"/>
              <a:gd name="connsiteY197" fmla="*/ 2070179 h 2323145"/>
              <a:gd name="connsiteX198" fmla="*/ 2559549 w 11269336"/>
              <a:gd name="connsiteY198" fmla="*/ 2057873 h 2323145"/>
              <a:gd name="connsiteX199" fmla="*/ 2512054 w 11269336"/>
              <a:gd name="connsiteY199" fmla="*/ 2031671 h 2323145"/>
              <a:gd name="connsiteX200" fmla="*/ 2506437 w 11269336"/>
              <a:gd name="connsiteY200" fmla="*/ 2030918 h 2323145"/>
              <a:gd name="connsiteX201" fmla="*/ 2491752 w 11269336"/>
              <a:gd name="connsiteY201" fmla="*/ 2033906 h 2323145"/>
              <a:gd name="connsiteX202" fmla="*/ 2486338 w 11269336"/>
              <a:gd name="connsiteY202" fmla="*/ 2035862 h 2323145"/>
              <a:gd name="connsiteX203" fmla="*/ 2478186 w 11269336"/>
              <a:gd name="connsiteY203" fmla="*/ 2036953 h 2323145"/>
              <a:gd name="connsiteX204" fmla="*/ 2477950 w 11269336"/>
              <a:gd name="connsiteY204" fmla="*/ 2036715 h 2323145"/>
              <a:gd name="connsiteX205" fmla="*/ 2470381 w 11269336"/>
              <a:gd name="connsiteY205" fmla="*/ 2038256 h 2323145"/>
              <a:gd name="connsiteX206" fmla="*/ 2433781 w 11269336"/>
              <a:gd name="connsiteY206" fmla="*/ 2049140 h 2323145"/>
              <a:gd name="connsiteX207" fmla="*/ 2381172 w 11269336"/>
              <a:gd name="connsiteY207" fmla="*/ 2030645 h 2323145"/>
              <a:gd name="connsiteX208" fmla="*/ 2360198 w 11269336"/>
              <a:gd name="connsiteY208" fmla="*/ 2029059 h 2323145"/>
              <a:gd name="connsiteX209" fmla="*/ 2348815 w 11269336"/>
              <a:gd name="connsiteY209" fmla="*/ 2026798 h 2323145"/>
              <a:gd name="connsiteX210" fmla="*/ 2347988 w 11269336"/>
              <a:gd name="connsiteY210" fmla="*/ 2025745 h 2323145"/>
              <a:gd name="connsiteX211" fmla="*/ 2312920 w 11269336"/>
              <a:gd name="connsiteY211" fmla="*/ 2036311 h 2323145"/>
              <a:gd name="connsiteX212" fmla="*/ 2307986 w 11269336"/>
              <a:gd name="connsiteY212" fmla="*/ 2035583 h 2323145"/>
              <a:gd name="connsiteX213" fmla="*/ 2285481 w 11269336"/>
              <a:gd name="connsiteY213" fmla="*/ 2045197 h 2323145"/>
              <a:gd name="connsiteX214" fmla="*/ 2273666 w 11269336"/>
              <a:gd name="connsiteY214" fmla="*/ 2048710 h 2323145"/>
              <a:gd name="connsiteX215" fmla="*/ 2270719 w 11269336"/>
              <a:gd name="connsiteY215" fmla="*/ 2052702 h 2323145"/>
              <a:gd name="connsiteX216" fmla="*/ 2253080 w 11269336"/>
              <a:gd name="connsiteY216" fmla="*/ 2056363 h 2323145"/>
              <a:gd name="connsiteX217" fmla="*/ 2250906 w 11269336"/>
              <a:gd name="connsiteY217" fmla="*/ 2055654 h 2323145"/>
              <a:gd name="connsiteX218" fmla="*/ 2236905 w 11269336"/>
              <a:gd name="connsiteY218" fmla="*/ 2062882 h 2323145"/>
              <a:gd name="connsiteX219" fmla="*/ 2225830 w 11269336"/>
              <a:gd name="connsiteY219" fmla="*/ 2074027 h 2323145"/>
              <a:gd name="connsiteX220" fmla="*/ 2073776 w 11269336"/>
              <a:gd name="connsiteY220" fmla="*/ 2089244 h 2323145"/>
              <a:gd name="connsiteX221" fmla="*/ 1948256 w 11269336"/>
              <a:gd name="connsiteY221" fmla="*/ 2146616 h 2323145"/>
              <a:gd name="connsiteX222" fmla="*/ 1865582 w 11269336"/>
              <a:gd name="connsiteY222" fmla="*/ 2153738 h 2323145"/>
              <a:gd name="connsiteX223" fmla="*/ 1835210 w 11269336"/>
              <a:gd name="connsiteY223" fmla="*/ 2134244 h 2323145"/>
              <a:gd name="connsiteX224" fmla="*/ 1632661 w 11269336"/>
              <a:gd name="connsiteY224" fmla="*/ 2173882 h 2323145"/>
              <a:gd name="connsiteX225" fmla="*/ 1579590 w 11269336"/>
              <a:gd name="connsiteY225" fmla="*/ 2173680 h 2323145"/>
              <a:gd name="connsiteX226" fmla="*/ 1535601 w 11269336"/>
              <a:gd name="connsiteY226" fmla="*/ 2194590 h 2323145"/>
              <a:gd name="connsiteX227" fmla="*/ 1515594 w 11269336"/>
              <a:gd name="connsiteY227" fmla="*/ 2189622 h 2323145"/>
              <a:gd name="connsiteX228" fmla="*/ 1512113 w 11269336"/>
              <a:gd name="connsiteY228" fmla="*/ 2188534 h 2323145"/>
              <a:gd name="connsiteX229" fmla="*/ 1498838 w 11269336"/>
              <a:gd name="connsiteY229" fmla="*/ 2189213 h 2323145"/>
              <a:gd name="connsiteX230" fmla="*/ 1494279 w 11269336"/>
              <a:gd name="connsiteY230" fmla="*/ 2183112 h 2323145"/>
              <a:gd name="connsiteX231" fmla="*/ 1473714 w 11269336"/>
              <a:gd name="connsiteY231" fmla="*/ 2179625 h 2323145"/>
              <a:gd name="connsiteX232" fmla="*/ 1449503 w 11269336"/>
              <a:gd name="connsiteY232" fmla="*/ 2182633 h 2323145"/>
              <a:gd name="connsiteX233" fmla="*/ 1266687 w 11269336"/>
              <a:gd name="connsiteY233" fmla="*/ 2212688 h 2323145"/>
              <a:gd name="connsiteX234" fmla="*/ 1239614 w 11269336"/>
              <a:gd name="connsiteY234" fmla="*/ 2209727 h 2323145"/>
              <a:gd name="connsiteX235" fmla="*/ 1202436 w 11269336"/>
              <a:gd name="connsiteY235" fmla="*/ 2209817 h 2323145"/>
              <a:gd name="connsiteX236" fmla="*/ 1136097 w 11269336"/>
              <a:gd name="connsiteY236" fmla="*/ 2205112 h 2323145"/>
              <a:gd name="connsiteX237" fmla="*/ 988232 w 11269336"/>
              <a:gd name="connsiteY237" fmla="*/ 2235635 h 2323145"/>
              <a:gd name="connsiteX238" fmla="*/ 981959 w 11269336"/>
              <a:gd name="connsiteY238" fmla="*/ 2231607 h 2323145"/>
              <a:gd name="connsiteX239" fmla="*/ 938600 w 11269336"/>
              <a:gd name="connsiteY239" fmla="*/ 2238113 h 2323145"/>
              <a:gd name="connsiteX240" fmla="*/ 791788 w 11269336"/>
              <a:gd name="connsiteY240" fmla="*/ 2293224 h 2323145"/>
              <a:gd name="connsiteX241" fmla="*/ 706914 w 11269336"/>
              <a:gd name="connsiteY241" fmla="*/ 2305046 h 2323145"/>
              <a:gd name="connsiteX242" fmla="*/ 675971 w 11269336"/>
              <a:gd name="connsiteY242" fmla="*/ 2304030 h 2323145"/>
              <a:gd name="connsiteX243" fmla="*/ 624180 w 11269336"/>
              <a:gd name="connsiteY243" fmla="*/ 2302650 h 2323145"/>
              <a:gd name="connsiteX244" fmla="*/ 583453 w 11269336"/>
              <a:gd name="connsiteY244" fmla="*/ 2288788 h 2323145"/>
              <a:gd name="connsiteX245" fmla="*/ 540946 w 11269336"/>
              <a:gd name="connsiteY245" fmla="*/ 2292721 h 2323145"/>
              <a:gd name="connsiteX246" fmla="*/ 533680 w 11269336"/>
              <a:gd name="connsiteY246" fmla="*/ 2310233 h 2323145"/>
              <a:gd name="connsiteX247" fmla="*/ 487366 w 11269336"/>
              <a:gd name="connsiteY247" fmla="*/ 2309053 h 2323145"/>
              <a:gd name="connsiteX248" fmla="*/ 416820 w 11269336"/>
              <a:gd name="connsiteY248" fmla="*/ 2305443 h 2323145"/>
              <a:gd name="connsiteX249" fmla="*/ 376805 w 11269336"/>
              <a:gd name="connsiteY249" fmla="*/ 2307647 h 2323145"/>
              <a:gd name="connsiteX250" fmla="*/ 266777 w 11269336"/>
              <a:gd name="connsiteY250" fmla="*/ 2309012 h 2323145"/>
              <a:gd name="connsiteX251" fmla="*/ 156013 w 11269336"/>
              <a:gd name="connsiteY251" fmla="*/ 2306832 h 2323145"/>
              <a:gd name="connsiteX252" fmla="*/ 87258 w 11269336"/>
              <a:gd name="connsiteY252" fmla="*/ 2285511 h 2323145"/>
              <a:gd name="connsiteX253" fmla="*/ 23798 w 11269336"/>
              <a:gd name="connsiteY253" fmla="*/ 2281822 h 2323145"/>
              <a:gd name="connsiteX254" fmla="*/ 0 w 11269336"/>
              <a:gd name="connsiteY254" fmla="*/ 2285369 h 2323145"/>
              <a:gd name="connsiteX255" fmla="*/ 0 w 11269336"/>
              <a:gd name="connsiteY255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561575 w 11269336"/>
              <a:gd name="connsiteY19" fmla="*/ 559978 h 2323145"/>
              <a:gd name="connsiteX20" fmla="*/ 9162278 w 11269336"/>
              <a:gd name="connsiteY20" fmla="*/ 704724 h 2323145"/>
              <a:gd name="connsiteX21" fmla="*/ 9062863 w 11269336"/>
              <a:gd name="connsiteY21" fmla="*/ 754656 h 2323145"/>
              <a:gd name="connsiteX22" fmla="*/ 8914746 w 11269336"/>
              <a:gd name="connsiteY22" fmla="*/ 826428 h 2323145"/>
              <a:gd name="connsiteX23" fmla="*/ 8917778 w 11269336"/>
              <a:gd name="connsiteY23" fmla="*/ 835198 h 2323145"/>
              <a:gd name="connsiteX24" fmla="*/ 8905560 w 11269336"/>
              <a:gd name="connsiteY24" fmla="*/ 838358 h 2323145"/>
              <a:gd name="connsiteX25" fmla="*/ 8897564 w 11269336"/>
              <a:gd name="connsiteY25" fmla="*/ 834287 h 2323145"/>
              <a:gd name="connsiteX26" fmla="*/ 8878040 w 11269336"/>
              <a:gd name="connsiteY26" fmla="*/ 844150 h 2323145"/>
              <a:gd name="connsiteX27" fmla="*/ 8795998 w 11269336"/>
              <a:gd name="connsiteY27" fmla="*/ 863337 h 2323145"/>
              <a:gd name="connsiteX28" fmla="*/ 8776970 w 11269336"/>
              <a:gd name="connsiteY28" fmla="*/ 885177 h 2323145"/>
              <a:gd name="connsiteX29" fmla="*/ 8755719 w 11269336"/>
              <a:gd name="connsiteY29" fmla="*/ 889754 h 2323145"/>
              <a:gd name="connsiteX30" fmla="*/ 8743257 w 11269336"/>
              <a:gd name="connsiteY30" fmla="*/ 904723 h 2323145"/>
              <a:gd name="connsiteX31" fmla="*/ 8721366 w 11269336"/>
              <a:gd name="connsiteY31" fmla="*/ 904711 h 2323145"/>
              <a:gd name="connsiteX32" fmla="*/ 8678353 w 11269336"/>
              <a:gd name="connsiteY32" fmla="*/ 926318 h 2323145"/>
              <a:gd name="connsiteX33" fmla="*/ 8636849 w 11269336"/>
              <a:gd name="connsiteY33" fmla="*/ 937900 h 2323145"/>
              <a:gd name="connsiteX34" fmla="*/ 8620213 w 11269336"/>
              <a:gd name="connsiteY34" fmla="*/ 943068 h 2323145"/>
              <a:gd name="connsiteX35" fmla="*/ 8612581 w 11269336"/>
              <a:gd name="connsiteY35" fmla="*/ 952695 h 2323145"/>
              <a:gd name="connsiteX36" fmla="*/ 8589038 w 11269336"/>
              <a:gd name="connsiteY36" fmla="*/ 963892 h 2323145"/>
              <a:gd name="connsiteX37" fmla="*/ 8579950 w 11269336"/>
              <a:gd name="connsiteY37" fmla="*/ 960899 h 2323145"/>
              <a:gd name="connsiteX38" fmla="*/ 8579319 w 11269336"/>
              <a:gd name="connsiteY38" fmla="*/ 965630 h 2323145"/>
              <a:gd name="connsiteX39" fmla="*/ 8547429 w 11269336"/>
              <a:gd name="connsiteY39" fmla="*/ 984506 h 2323145"/>
              <a:gd name="connsiteX40" fmla="*/ 8478704 w 11269336"/>
              <a:gd name="connsiteY40" fmla="*/ 1025490 h 2323145"/>
              <a:gd name="connsiteX41" fmla="*/ 8461421 w 11269336"/>
              <a:gd name="connsiteY41" fmla="*/ 1035512 h 2323145"/>
              <a:gd name="connsiteX42" fmla="*/ 8445003 w 11269336"/>
              <a:gd name="connsiteY42" fmla="*/ 1036851 h 2323145"/>
              <a:gd name="connsiteX43" fmla="*/ 8357350 w 11269336"/>
              <a:gd name="connsiteY43" fmla="*/ 1060213 h 2323145"/>
              <a:gd name="connsiteX44" fmla="*/ 8335565 w 11269336"/>
              <a:gd name="connsiteY44" fmla="*/ 1061151 h 2323145"/>
              <a:gd name="connsiteX45" fmla="*/ 8325267 w 11269336"/>
              <a:gd name="connsiteY45" fmla="*/ 1055919 h 2323145"/>
              <a:gd name="connsiteX46" fmla="*/ 8293586 w 11269336"/>
              <a:gd name="connsiteY46" fmla="*/ 1076144 h 2323145"/>
              <a:gd name="connsiteX47" fmla="*/ 8242405 w 11269336"/>
              <a:gd name="connsiteY47" fmla="*/ 1095960 h 2323145"/>
              <a:gd name="connsiteX48" fmla="*/ 8197391 w 11269336"/>
              <a:gd name="connsiteY48" fmla="*/ 1107746 h 2323145"/>
              <a:gd name="connsiteX49" fmla="*/ 8081474 w 11269336"/>
              <a:gd name="connsiteY49" fmla="*/ 1130125 h 2323145"/>
              <a:gd name="connsiteX50" fmla="*/ 8053585 w 11269336"/>
              <a:gd name="connsiteY50" fmla="*/ 1129169 h 2323145"/>
              <a:gd name="connsiteX51" fmla="*/ 8038422 w 11269336"/>
              <a:gd name="connsiteY51" fmla="*/ 1119092 h 2323145"/>
              <a:gd name="connsiteX52" fmla="*/ 8029450 w 11269336"/>
              <a:gd name="connsiteY52" fmla="*/ 1125592 h 2323145"/>
              <a:gd name="connsiteX53" fmla="*/ 7959552 w 11269336"/>
              <a:gd name="connsiteY53" fmla="*/ 1140188 h 2323145"/>
              <a:gd name="connsiteX54" fmla="*/ 7914188 w 11269336"/>
              <a:gd name="connsiteY54" fmla="*/ 1150862 h 2323145"/>
              <a:gd name="connsiteX55" fmla="*/ 7914918 w 11269336"/>
              <a:gd name="connsiteY55" fmla="*/ 1168758 h 2323145"/>
              <a:gd name="connsiteX56" fmla="*/ 7875510 w 11269336"/>
              <a:gd name="connsiteY56" fmla="*/ 1183153 h 2323145"/>
              <a:gd name="connsiteX57" fmla="*/ 7829932 w 11269336"/>
              <a:gd name="connsiteY57" fmla="*/ 1180782 h 2323145"/>
              <a:gd name="connsiteX58" fmla="*/ 7779182 w 11269336"/>
              <a:gd name="connsiteY58" fmla="*/ 1192665 h 2323145"/>
              <a:gd name="connsiteX59" fmla="*/ 7748774 w 11269336"/>
              <a:gd name="connsiteY59" fmla="*/ 1199586 h 2323145"/>
              <a:gd name="connsiteX60" fmla="*/ 7671846 w 11269336"/>
              <a:gd name="connsiteY60" fmla="*/ 1231966 h 2323145"/>
              <a:gd name="connsiteX61" fmla="*/ 7554146 w 11269336"/>
              <a:gd name="connsiteY61" fmla="*/ 1319748 h 2323145"/>
              <a:gd name="connsiteX62" fmla="*/ 7515052 w 11269336"/>
              <a:gd name="connsiteY62" fmla="*/ 1336718 h 2323145"/>
              <a:gd name="connsiteX63" fmla="*/ 7507193 w 11269336"/>
              <a:gd name="connsiteY63" fmla="*/ 1334617 h 2323145"/>
              <a:gd name="connsiteX64" fmla="*/ 7461694 w 11269336"/>
              <a:gd name="connsiteY64" fmla="*/ 1375866 h 2323145"/>
              <a:gd name="connsiteX65" fmla="*/ 7377571 w 11269336"/>
              <a:gd name="connsiteY65" fmla="*/ 1400128 h 2323145"/>
              <a:gd name="connsiteX66" fmla="*/ 7311261 w 11269336"/>
              <a:gd name="connsiteY66" fmla="*/ 1412652 h 2323145"/>
              <a:gd name="connsiteX67" fmla="*/ 7275307 w 11269336"/>
              <a:gd name="connsiteY67" fmla="*/ 1422171 h 2323145"/>
              <a:gd name="connsiteX68" fmla="*/ 7247783 w 11269336"/>
              <a:gd name="connsiteY68" fmla="*/ 1426330 h 2323145"/>
              <a:gd name="connsiteX69" fmla="*/ 7185047 w 11269336"/>
              <a:gd name="connsiteY69" fmla="*/ 1451812 h 2323145"/>
              <a:gd name="connsiteX70" fmla="*/ 7084117 w 11269336"/>
              <a:gd name="connsiteY70" fmla="*/ 1500281 h 2323145"/>
              <a:gd name="connsiteX71" fmla="*/ 7062011 w 11269336"/>
              <a:gd name="connsiteY71" fmla="*/ 1509183 h 2323145"/>
              <a:gd name="connsiteX72" fmla="*/ 7040555 w 11269336"/>
              <a:gd name="connsiteY72" fmla="*/ 1511207 h 2323145"/>
              <a:gd name="connsiteX73" fmla="*/ 7033438 w 11269336"/>
              <a:gd name="connsiteY73" fmla="*/ 1506772 h 2323145"/>
              <a:gd name="connsiteX74" fmla="*/ 7020886 w 11269336"/>
              <a:gd name="connsiteY74" fmla="*/ 1510764 h 2323145"/>
              <a:gd name="connsiteX75" fmla="*/ 7017033 w 11269336"/>
              <a:gd name="connsiteY75" fmla="*/ 1510650 h 2323145"/>
              <a:gd name="connsiteX76" fmla="*/ 6995460 w 11269336"/>
              <a:gd name="connsiteY76" fmla="*/ 1511173 h 2323145"/>
              <a:gd name="connsiteX77" fmla="*/ 6962144 w 11269336"/>
              <a:gd name="connsiteY77" fmla="*/ 1541508 h 2323145"/>
              <a:gd name="connsiteX78" fmla="*/ 6910674 w 11269336"/>
              <a:gd name="connsiteY78" fmla="*/ 1554793 h 2323145"/>
              <a:gd name="connsiteX79" fmla="*/ 6732152 w 11269336"/>
              <a:gd name="connsiteY79" fmla="*/ 1642538 h 2323145"/>
              <a:gd name="connsiteX80" fmla="*/ 6694106 w 11269336"/>
              <a:gd name="connsiteY80" fmla="*/ 1632377 h 2323145"/>
              <a:gd name="connsiteX81" fmla="*/ 6617223 w 11269336"/>
              <a:gd name="connsiteY81" fmla="*/ 1659889 h 2323145"/>
              <a:gd name="connsiteX82" fmla="*/ 6521138 w 11269336"/>
              <a:gd name="connsiteY82" fmla="*/ 1744340 h 2323145"/>
              <a:gd name="connsiteX83" fmla="*/ 6380677 w 11269336"/>
              <a:gd name="connsiteY83" fmla="*/ 1796883 h 2323145"/>
              <a:gd name="connsiteX84" fmla="*/ 6374897 w 11269336"/>
              <a:gd name="connsiteY84" fmla="*/ 1809910 h 2323145"/>
              <a:gd name="connsiteX85" fmla="*/ 6364545 w 11269336"/>
              <a:gd name="connsiteY85" fmla="*/ 1820090 h 2323145"/>
              <a:gd name="connsiteX86" fmla="*/ 6362126 w 11269336"/>
              <a:gd name="connsiteY86" fmla="*/ 1819991 h 2323145"/>
              <a:gd name="connsiteX87" fmla="*/ 6346673 w 11269336"/>
              <a:gd name="connsiteY87" fmla="*/ 1827824 h 2323145"/>
              <a:gd name="connsiteX88" fmla="*/ 6345588 w 11269336"/>
              <a:gd name="connsiteY88" fmla="*/ 1832232 h 2323145"/>
              <a:gd name="connsiteX89" fmla="*/ 6335708 w 11269336"/>
              <a:gd name="connsiteY89" fmla="*/ 1838451 h 2323145"/>
              <a:gd name="connsiteX90" fmla="*/ 6318182 w 11269336"/>
              <a:gd name="connsiteY90" fmla="*/ 1852975 h 2323145"/>
              <a:gd name="connsiteX91" fmla="*/ 6313084 w 11269336"/>
              <a:gd name="connsiteY91" fmla="*/ 1853561 h 2323145"/>
              <a:gd name="connsiteX92" fmla="*/ 6283816 w 11269336"/>
              <a:gd name="connsiteY92" fmla="*/ 1872148 h 2323145"/>
              <a:gd name="connsiteX93" fmla="*/ 6282550 w 11269336"/>
              <a:gd name="connsiteY93" fmla="*/ 1871392 h 2323145"/>
              <a:gd name="connsiteX94" fmla="*/ 6270527 w 11269336"/>
              <a:gd name="connsiteY94" fmla="*/ 1872208 h 2323145"/>
              <a:gd name="connsiteX95" fmla="*/ 6249518 w 11269336"/>
              <a:gd name="connsiteY95" fmla="*/ 1876079 h 2323145"/>
              <a:gd name="connsiteX96" fmla="*/ 6190386 w 11269336"/>
              <a:gd name="connsiteY96" fmla="*/ 1872478 h 2323145"/>
              <a:gd name="connsiteX97" fmla="*/ 6159777 w 11269336"/>
              <a:gd name="connsiteY97" fmla="*/ 1891745 h 2323145"/>
              <a:gd name="connsiteX98" fmla="*/ 6153131 w 11269336"/>
              <a:gd name="connsiteY98" fmla="*/ 1895079 h 2323145"/>
              <a:gd name="connsiteX99" fmla="*/ 6152798 w 11269336"/>
              <a:gd name="connsiteY99" fmla="*/ 1894920 h 2323145"/>
              <a:gd name="connsiteX100" fmla="*/ 6145388 w 11269336"/>
              <a:gd name="connsiteY100" fmla="*/ 1897990 h 2323145"/>
              <a:gd name="connsiteX101" fmla="*/ 6141014 w 11269336"/>
              <a:gd name="connsiteY101" fmla="*/ 1901155 h 2323145"/>
              <a:gd name="connsiteX102" fmla="*/ 6128122 w 11269336"/>
              <a:gd name="connsiteY102" fmla="*/ 1907623 h 2323145"/>
              <a:gd name="connsiteX103" fmla="*/ 6122351 w 11269336"/>
              <a:gd name="connsiteY103" fmla="*/ 1908359 h 2323145"/>
              <a:gd name="connsiteX104" fmla="*/ 6064750 w 11269336"/>
              <a:gd name="connsiteY104" fmla="*/ 1896394 h 2323145"/>
              <a:gd name="connsiteX105" fmla="*/ 5964230 w 11269336"/>
              <a:gd name="connsiteY105" fmla="*/ 1910038 h 2323145"/>
              <a:gd name="connsiteX106" fmla="*/ 5865399 w 11269336"/>
              <a:gd name="connsiteY106" fmla="*/ 1926966 h 2323145"/>
              <a:gd name="connsiteX107" fmla="*/ 5829951 w 11269336"/>
              <a:gd name="connsiteY107" fmla="*/ 1934755 h 2323145"/>
              <a:gd name="connsiteX108" fmla="*/ 5765285 w 11269336"/>
              <a:gd name="connsiteY108" fmla="*/ 1941322 h 2323145"/>
              <a:gd name="connsiteX109" fmla="*/ 5734750 w 11269336"/>
              <a:gd name="connsiteY109" fmla="*/ 1939793 h 2323145"/>
              <a:gd name="connsiteX110" fmla="*/ 5733569 w 11269336"/>
              <a:gd name="connsiteY110" fmla="*/ 1940505 h 2323145"/>
              <a:gd name="connsiteX111" fmla="*/ 5730329 w 11269336"/>
              <a:gd name="connsiteY111" fmla="*/ 1937845 h 2323145"/>
              <a:gd name="connsiteX112" fmla="*/ 5724661 w 11269336"/>
              <a:gd name="connsiteY112" fmla="*/ 1937455 h 2323145"/>
              <a:gd name="connsiteX113" fmla="*/ 5710186 w 11269336"/>
              <a:gd name="connsiteY113" fmla="*/ 1941370 h 2323145"/>
              <a:gd name="connsiteX114" fmla="*/ 5704910 w 11269336"/>
              <a:gd name="connsiteY114" fmla="*/ 1943663 h 2323145"/>
              <a:gd name="connsiteX115" fmla="*/ 5696836 w 11269336"/>
              <a:gd name="connsiteY115" fmla="*/ 1945271 h 2323145"/>
              <a:gd name="connsiteX116" fmla="*/ 5696583 w 11269336"/>
              <a:gd name="connsiteY116" fmla="*/ 1945050 h 2323145"/>
              <a:gd name="connsiteX117" fmla="*/ 5689123 w 11269336"/>
              <a:gd name="connsiteY117" fmla="*/ 1947067 h 2323145"/>
              <a:gd name="connsiteX118" fmla="*/ 5653291 w 11269336"/>
              <a:gd name="connsiteY118" fmla="*/ 1960245 h 2323145"/>
              <a:gd name="connsiteX119" fmla="*/ 5599385 w 11269336"/>
              <a:gd name="connsiteY119" fmla="*/ 1945198 h 2323145"/>
              <a:gd name="connsiteX120" fmla="*/ 5578300 w 11269336"/>
              <a:gd name="connsiteY120" fmla="*/ 1944963 h 2323145"/>
              <a:gd name="connsiteX121" fmla="*/ 5566758 w 11269336"/>
              <a:gd name="connsiteY121" fmla="*/ 1943441 h 2323145"/>
              <a:gd name="connsiteX122" fmla="*/ 5565857 w 11269336"/>
              <a:gd name="connsiteY122" fmla="*/ 1942445 h 2323145"/>
              <a:gd name="connsiteX123" fmla="*/ 5531534 w 11269336"/>
              <a:gd name="connsiteY123" fmla="*/ 1955208 h 2323145"/>
              <a:gd name="connsiteX124" fmla="*/ 5526552 w 11269336"/>
              <a:gd name="connsiteY124" fmla="*/ 1954799 h 2323145"/>
              <a:gd name="connsiteX125" fmla="*/ 5504723 w 11269336"/>
              <a:gd name="connsiteY125" fmla="*/ 1965811 h 2323145"/>
              <a:gd name="connsiteX126" fmla="*/ 5493156 w 11269336"/>
              <a:gd name="connsiteY126" fmla="*/ 1970063 h 2323145"/>
              <a:gd name="connsiteX127" fmla="*/ 5490486 w 11269336"/>
              <a:gd name="connsiteY127" fmla="*/ 1974227 h 2323145"/>
              <a:gd name="connsiteX128" fmla="*/ 5473107 w 11269336"/>
              <a:gd name="connsiteY128" fmla="*/ 1979001 h 2323145"/>
              <a:gd name="connsiteX129" fmla="*/ 5470885 w 11269336"/>
              <a:gd name="connsiteY129" fmla="*/ 1978432 h 2323145"/>
              <a:gd name="connsiteX130" fmla="*/ 5457393 w 11269336"/>
              <a:gd name="connsiteY130" fmla="*/ 1986525 h 2323145"/>
              <a:gd name="connsiteX131" fmla="*/ 5447102 w 11269336"/>
              <a:gd name="connsiteY131" fmla="*/ 1998329 h 2323145"/>
              <a:gd name="connsiteX132" fmla="*/ 5159151 w 11269336"/>
              <a:gd name="connsiteY132" fmla="*/ 2029640 h 2323145"/>
              <a:gd name="connsiteX133" fmla="*/ 5098838 w 11269336"/>
              <a:gd name="connsiteY133" fmla="*/ 2062961 h 2323145"/>
              <a:gd name="connsiteX134" fmla="*/ 4860988 w 11269336"/>
              <a:gd name="connsiteY134" fmla="*/ 2135698 h 2323145"/>
              <a:gd name="connsiteX135" fmla="*/ 4765388 w 11269336"/>
              <a:gd name="connsiteY135" fmla="*/ 2162525 h 2323145"/>
              <a:gd name="connsiteX136" fmla="*/ 4745033 w 11269336"/>
              <a:gd name="connsiteY136" fmla="*/ 2158859 h 2323145"/>
              <a:gd name="connsiteX137" fmla="*/ 4741475 w 11269336"/>
              <a:gd name="connsiteY137" fmla="*/ 2157998 h 2323145"/>
              <a:gd name="connsiteX138" fmla="*/ 4728247 w 11269336"/>
              <a:gd name="connsiteY138" fmla="*/ 2159526 h 2323145"/>
              <a:gd name="connsiteX139" fmla="*/ 4723263 w 11269336"/>
              <a:gd name="connsiteY139" fmla="*/ 2153742 h 2323145"/>
              <a:gd name="connsiteX140" fmla="*/ 4593061 w 11269336"/>
              <a:gd name="connsiteY140" fmla="*/ 2171597 h 2323145"/>
              <a:gd name="connsiteX141" fmla="*/ 4533444 w 11269336"/>
              <a:gd name="connsiteY141" fmla="*/ 2181200 h 2323145"/>
              <a:gd name="connsiteX142" fmla="*/ 4492832 w 11269336"/>
              <a:gd name="connsiteY142" fmla="*/ 2188033 h 2323145"/>
              <a:gd name="connsiteX143" fmla="*/ 4467257 w 11269336"/>
              <a:gd name="connsiteY143" fmla="*/ 2196121 h 2323145"/>
              <a:gd name="connsiteX144" fmla="*/ 4405765 w 11269336"/>
              <a:gd name="connsiteY144" fmla="*/ 2199902 h 2323145"/>
              <a:gd name="connsiteX145" fmla="*/ 4401354 w 11269336"/>
              <a:gd name="connsiteY145" fmla="*/ 2194745 h 2323145"/>
              <a:gd name="connsiteX146" fmla="*/ 4366646 w 11269336"/>
              <a:gd name="connsiteY146" fmla="*/ 2198564 h 2323145"/>
              <a:gd name="connsiteX147" fmla="*/ 4354009 w 11269336"/>
              <a:gd name="connsiteY147" fmla="*/ 2204984 h 2323145"/>
              <a:gd name="connsiteX148" fmla="*/ 4348284 w 11269336"/>
              <a:gd name="connsiteY148" fmla="*/ 2205270 h 2323145"/>
              <a:gd name="connsiteX149" fmla="*/ 4333906 w 11269336"/>
              <a:gd name="connsiteY149" fmla="*/ 2205251 h 2323145"/>
              <a:gd name="connsiteX150" fmla="*/ 4308819 w 11269336"/>
              <a:gd name="connsiteY150" fmla="*/ 2203822 h 2323145"/>
              <a:gd name="connsiteX151" fmla="*/ 4301210 w 11269336"/>
              <a:gd name="connsiteY151" fmla="*/ 2204456 h 2323145"/>
              <a:gd name="connsiteX152" fmla="*/ 4283095 w 11269336"/>
              <a:gd name="connsiteY152" fmla="*/ 2198177 h 2323145"/>
              <a:gd name="connsiteX153" fmla="*/ 4250119 w 11269336"/>
              <a:gd name="connsiteY153" fmla="*/ 2196342 h 2323145"/>
              <a:gd name="connsiteX154" fmla="*/ 4189203 w 11269336"/>
              <a:gd name="connsiteY154" fmla="*/ 2178994 h 2323145"/>
              <a:gd name="connsiteX155" fmla="*/ 4154035 w 11269336"/>
              <a:gd name="connsiteY155" fmla="*/ 2171950 h 2323145"/>
              <a:gd name="connsiteX156" fmla="*/ 4129569 w 11269336"/>
              <a:gd name="connsiteY156" fmla="*/ 2163850 h 2323145"/>
              <a:gd name="connsiteX157" fmla="*/ 4061250 w 11269336"/>
              <a:gd name="connsiteY157" fmla="*/ 2159236 h 2323145"/>
              <a:gd name="connsiteX158" fmla="*/ 3945480 w 11269336"/>
              <a:gd name="connsiteY158" fmla="*/ 2158279 h 2323145"/>
              <a:gd name="connsiteX159" fmla="*/ 3921468 w 11269336"/>
              <a:gd name="connsiteY159" fmla="*/ 2156588 h 2323145"/>
              <a:gd name="connsiteX160" fmla="*/ 3903348 w 11269336"/>
              <a:gd name="connsiteY160" fmla="*/ 2149220 h 2323145"/>
              <a:gd name="connsiteX161" fmla="*/ 3901342 w 11269336"/>
              <a:gd name="connsiteY161" fmla="*/ 2142355 h 2323145"/>
              <a:gd name="connsiteX162" fmla="*/ 3888539 w 11269336"/>
              <a:gd name="connsiteY162" fmla="*/ 2140476 h 2323145"/>
              <a:gd name="connsiteX163" fmla="*/ 3885662 w 11269336"/>
              <a:gd name="connsiteY163" fmla="*/ 2138740 h 2323145"/>
              <a:gd name="connsiteX164" fmla="*/ 3868627 w 11269336"/>
              <a:gd name="connsiteY164" fmla="*/ 2130023 h 2323145"/>
              <a:gd name="connsiteX165" fmla="*/ 3819177 w 11269336"/>
              <a:gd name="connsiteY165" fmla="*/ 2142111 h 2323145"/>
              <a:gd name="connsiteX166" fmla="*/ 3769100 w 11269336"/>
              <a:gd name="connsiteY166" fmla="*/ 2131731 h 2323145"/>
              <a:gd name="connsiteX167" fmla="*/ 3562752 w 11269336"/>
              <a:gd name="connsiteY167" fmla="*/ 2131785 h 2323145"/>
              <a:gd name="connsiteX168" fmla="*/ 3541402 w 11269336"/>
              <a:gd name="connsiteY168" fmla="*/ 2106821 h 2323145"/>
              <a:gd name="connsiteX169" fmla="*/ 3365341 w 11269336"/>
              <a:gd name="connsiteY169" fmla="*/ 2077638 h 2323145"/>
              <a:gd name="connsiteX170" fmla="*/ 3170922 w 11269336"/>
              <a:gd name="connsiteY170" fmla="*/ 2115957 h 2323145"/>
              <a:gd name="connsiteX171" fmla="*/ 3156256 w 11269336"/>
              <a:gd name="connsiteY171" fmla="*/ 2124773 h 2323145"/>
              <a:gd name="connsiteX172" fmla="*/ 3140298 w 11269336"/>
              <a:gd name="connsiteY172" fmla="*/ 2129182 h 2323145"/>
              <a:gd name="connsiteX173" fmla="*/ 3138514 w 11269336"/>
              <a:gd name="connsiteY173" fmla="*/ 2128069 h 2323145"/>
              <a:gd name="connsiteX174" fmla="*/ 3120467 w 11269336"/>
              <a:gd name="connsiteY174" fmla="*/ 2128281 h 2323145"/>
              <a:gd name="connsiteX175" fmla="*/ 3116175 w 11269336"/>
              <a:gd name="connsiteY175" fmla="*/ 2131633 h 2323145"/>
              <a:gd name="connsiteX176" fmla="*/ 3103685 w 11269336"/>
              <a:gd name="connsiteY176" fmla="*/ 2132814 h 2323145"/>
              <a:gd name="connsiteX177" fmla="*/ 3078794 w 11269336"/>
              <a:gd name="connsiteY177" fmla="*/ 2137935 h 2323145"/>
              <a:gd name="connsiteX178" fmla="*/ 3074407 w 11269336"/>
              <a:gd name="connsiteY178" fmla="*/ 2136274 h 2323145"/>
              <a:gd name="connsiteX179" fmla="*/ 3037285 w 11269336"/>
              <a:gd name="connsiteY179" fmla="*/ 2139919 h 2323145"/>
              <a:gd name="connsiteX180" fmla="*/ 3036901 w 11269336"/>
              <a:gd name="connsiteY180" fmla="*/ 2138726 h 2323145"/>
              <a:gd name="connsiteX181" fmla="*/ 3026996 w 11269336"/>
              <a:gd name="connsiteY181" fmla="*/ 2134322 h 2323145"/>
              <a:gd name="connsiteX182" fmla="*/ 3007772 w 11269336"/>
              <a:gd name="connsiteY182" fmla="*/ 2128742 h 2323145"/>
              <a:gd name="connsiteX183" fmla="*/ 2965030 w 11269336"/>
              <a:gd name="connsiteY183" fmla="*/ 2100494 h 2323145"/>
              <a:gd name="connsiteX184" fmla="*/ 2926342 w 11269336"/>
              <a:gd name="connsiteY184" fmla="*/ 2104155 h 2323145"/>
              <a:gd name="connsiteX185" fmla="*/ 2918608 w 11269336"/>
              <a:gd name="connsiteY185" fmla="*/ 2104215 h 2323145"/>
              <a:gd name="connsiteX186" fmla="*/ 2918475 w 11269336"/>
              <a:gd name="connsiteY186" fmla="*/ 2103937 h 2323145"/>
              <a:gd name="connsiteX187" fmla="*/ 2910360 w 11269336"/>
              <a:gd name="connsiteY187" fmla="*/ 2103444 h 2323145"/>
              <a:gd name="connsiteX188" fmla="*/ 2904507 w 11269336"/>
              <a:gd name="connsiteY188" fmla="*/ 2104326 h 2323145"/>
              <a:gd name="connsiteX189" fmla="*/ 2889503 w 11269336"/>
              <a:gd name="connsiteY189" fmla="*/ 2104443 h 2323145"/>
              <a:gd name="connsiteX190" fmla="*/ 2884480 w 11269336"/>
              <a:gd name="connsiteY190" fmla="*/ 2102626 h 2323145"/>
              <a:gd name="connsiteX191" fmla="*/ 2882689 w 11269336"/>
              <a:gd name="connsiteY191" fmla="*/ 2099228 h 2323145"/>
              <a:gd name="connsiteX192" fmla="*/ 2881291 w 11269336"/>
              <a:gd name="connsiteY192" fmla="*/ 2099618 h 2323145"/>
              <a:gd name="connsiteX193" fmla="*/ 2853979 w 11269336"/>
              <a:gd name="connsiteY193" fmla="*/ 2090388 h 2323145"/>
              <a:gd name="connsiteX194" fmla="*/ 2791790 w 11269336"/>
              <a:gd name="connsiteY194" fmla="*/ 2080332 h 2323145"/>
              <a:gd name="connsiteX195" fmla="*/ 2755844 w 11269336"/>
              <a:gd name="connsiteY195" fmla="*/ 2078874 h 2323145"/>
              <a:gd name="connsiteX196" fmla="*/ 2657742 w 11269336"/>
              <a:gd name="connsiteY196" fmla="*/ 2070179 h 2323145"/>
              <a:gd name="connsiteX197" fmla="*/ 2559549 w 11269336"/>
              <a:gd name="connsiteY197" fmla="*/ 2057873 h 2323145"/>
              <a:gd name="connsiteX198" fmla="*/ 2512054 w 11269336"/>
              <a:gd name="connsiteY198" fmla="*/ 2031671 h 2323145"/>
              <a:gd name="connsiteX199" fmla="*/ 2506437 w 11269336"/>
              <a:gd name="connsiteY199" fmla="*/ 2030918 h 2323145"/>
              <a:gd name="connsiteX200" fmla="*/ 2491752 w 11269336"/>
              <a:gd name="connsiteY200" fmla="*/ 2033906 h 2323145"/>
              <a:gd name="connsiteX201" fmla="*/ 2486338 w 11269336"/>
              <a:gd name="connsiteY201" fmla="*/ 2035862 h 2323145"/>
              <a:gd name="connsiteX202" fmla="*/ 2478186 w 11269336"/>
              <a:gd name="connsiteY202" fmla="*/ 2036953 h 2323145"/>
              <a:gd name="connsiteX203" fmla="*/ 2477950 w 11269336"/>
              <a:gd name="connsiteY203" fmla="*/ 2036715 h 2323145"/>
              <a:gd name="connsiteX204" fmla="*/ 2470381 w 11269336"/>
              <a:gd name="connsiteY204" fmla="*/ 2038256 h 2323145"/>
              <a:gd name="connsiteX205" fmla="*/ 2433781 w 11269336"/>
              <a:gd name="connsiteY205" fmla="*/ 2049140 h 2323145"/>
              <a:gd name="connsiteX206" fmla="*/ 2381172 w 11269336"/>
              <a:gd name="connsiteY206" fmla="*/ 2030645 h 2323145"/>
              <a:gd name="connsiteX207" fmla="*/ 2360198 w 11269336"/>
              <a:gd name="connsiteY207" fmla="*/ 2029059 h 2323145"/>
              <a:gd name="connsiteX208" fmla="*/ 2348815 w 11269336"/>
              <a:gd name="connsiteY208" fmla="*/ 2026798 h 2323145"/>
              <a:gd name="connsiteX209" fmla="*/ 2347988 w 11269336"/>
              <a:gd name="connsiteY209" fmla="*/ 2025745 h 2323145"/>
              <a:gd name="connsiteX210" fmla="*/ 2312920 w 11269336"/>
              <a:gd name="connsiteY210" fmla="*/ 2036311 h 2323145"/>
              <a:gd name="connsiteX211" fmla="*/ 2307986 w 11269336"/>
              <a:gd name="connsiteY211" fmla="*/ 2035583 h 2323145"/>
              <a:gd name="connsiteX212" fmla="*/ 2285481 w 11269336"/>
              <a:gd name="connsiteY212" fmla="*/ 2045197 h 2323145"/>
              <a:gd name="connsiteX213" fmla="*/ 2273666 w 11269336"/>
              <a:gd name="connsiteY213" fmla="*/ 2048710 h 2323145"/>
              <a:gd name="connsiteX214" fmla="*/ 2270719 w 11269336"/>
              <a:gd name="connsiteY214" fmla="*/ 2052702 h 2323145"/>
              <a:gd name="connsiteX215" fmla="*/ 2253080 w 11269336"/>
              <a:gd name="connsiteY215" fmla="*/ 2056363 h 2323145"/>
              <a:gd name="connsiteX216" fmla="*/ 2250906 w 11269336"/>
              <a:gd name="connsiteY216" fmla="*/ 2055654 h 2323145"/>
              <a:gd name="connsiteX217" fmla="*/ 2236905 w 11269336"/>
              <a:gd name="connsiteY217" fmla="*/ 2062882 h 2323145"/>
              <a:gd name="connsiteX218" fmla="*/ 2225830 w 11269336"/>
              <a:gd name="connsiteY218" fmla="*/ 2074027 h 2323145"/>
              <a:gd name="connsiteX219" fmla="*/ 2073776 w 11269336"/>
              <a:gd name="connsiteY219" fmla="*/ 2089244 h 2323145"/>
              <a:gd name="connsiteX220" fmla="*/ 1948256 w 11269336"/>
              <a:gd name="connsiteY220" fmla="*/ 2146616 h 2323145"/>
              <a:gd name="connsiteX221" fmla="*/ 1865582 w 11269336"/>
              <a:gd name="connsiteY221" fmla="*/ 2153738 h 2323145"/>
              <a:gd name="connsiteX222" fmla="*/ 1835210 w 11269336"/>
              <a:gd name="connsiteY222" fmla="*/ 2134244 h 2323145"/>
              <a:gd name="connsiteX223" fmla="*/ 1632661 w 11269336"/>
              <a:gd name="connsiteY223" fmla="*/ 2173882 h 2323145"/>
              <a:gd name="connsiteX224" fmla="*/ 1579590 w 11269336"/>
              <a:gd name="connsiteY224" fmla="*/ 2173680 h 2323145"/>
              <a:gd name="connsiteX225" fmla="*/ 1535601 w 11269336"/>
              <a:gd name="connsiteY225" fmla="*/ 2194590 h 2323145"/>
              <a:gd name="connsiteX226" fmla="*/ 1515594 w 11269336"/>
              <a:gd name="connsiteY226" fmla="*/ 2189622 h 2323145"/>
              <a:gd name="connsiteX227" fmla="*/ 1512113 w 11269336"/>
              <a:gd name="connsiteY227" fmla="*/ 2188534 h 2323145"/>
              <a:gd name="connsiteX228" fmla="*/ 1498838 w 11269336"/>
              <a:gd name="connsiteY228" fmla="*/ 2189213 h 2323145"/>
              <a:gd name="connsiteX229" fmla="*/ 1494279 w 11269336"/>
              <a:gd name="connsiteY229" fmla="*/ 2183112 h 2323145"/>
              <a:gd name="connsiteX230" fmla="*/ 1473714 w 11269336"/>
              <a:gd name="connsiteY230" fmla="*/ 2179625 h 2323145"/>
              <a:gd name="connsiteX231" fmla="*/ 1449503 w 11269336"/>
              <a:gd name="connsiteY231" fmla="*/ 2182633 h 2323145"/>
              <a:gd name="connsiteX232" fmla="*/ 1266687 w 11269336"/>
              <a:gd name="connsiteY232" fmla="*/ 2212688 h 2323145"/>
              <a:gd name="connsiteX233" fmla="*/ 1239614 w 11269336"/>
              <a:gd name="connsiteY233" fmla="*/ 2209727 h 2323145"/>
              <a:gd name="connsiteX234" fmla="*/ 1202436 w 11269336"/>
              <a:gd name="connsiteY234" fmla="*/ 2209817 h 2323145"/>
              <a:gd name="connsiteX235" fmla="*/ 1136097 w 11269336"/>
              <a:gd name="connsiteY235" fmla="*/ 2205112 h 2323145"/>
              <a:gd name="connsiteX236" fmla="*/ 988232 w 11269336"/>
              <a:gd name="connsiteY236" fmla="*/ 2235635 h 2323145"/>
              <a:gd name="connsiteX237" fmla="*/ 981959 w 11269336"/>
              <a:gd name="connsiteY237" fmla="*/ 2231607 h 2323145"/>
              <a:gd name="connsiteX238" fmla="*/ 938600 w 11269336"/>
              <a:gd name="connsiteY238" fmla="*/ 2238113 h 2323145"/>
              <a:gd name="connsiteX239" fmla="*/ 791788 w 11269336"/>
              <a:gd name="connsiteY239" fmla="*/ 2293224 h 2323145"/>
              <a:gd name="connsiteX240" fmla="*/ 706914 w 11269336"/>
              <a:gd name="connsiteY240" fmla="*/ 2305046 h 2323145"/>
              <a:gd name="connsiteX241" fmla="*/ 675971 w 11269336"/>
              <a:gd name="connsiteY241" fmla="*/ 2304030 h 2323145"/>
              <a:gd name="connsiteX242" fmla="*/ 624180 w 11269336"/>
              <a:gd name="connsiteY242" fmla="*/ 2302650 h 2323145"/>
              <a:gd name="connsiteX243" fmla="*/ 583453 w 11269336"/>
              <a:gd name="connsiteY243" fmla="*/ 2288788 h 2323145"/>
              <a:gd name="connsiteX244" fmla="*/ 540946 w 11269336"/>
              <a:gd name="connsiteY244" fmla="*/ 2292721 h 2323145"/>
              <a:gd name="connsiteX245" fmla="*/ 533680 w 11269336"/>
              <a:gd name="connsiteY245" fmla="*/ 2310233 h 2323145"/>
              <a:gd name="connsiteX246" fmla="*/ 487366 w 11269336"/>
              <a:gd name="connsiteY246" fmla="*/ 2309053 h 2323145"/>
              <a:gd name="connsiteX247" fmla="*/ 416820 w 11269336"/>
              <a:gd name="connsiteY247" fmla="*/ 2305443 h 2323145"/>
              <a:gd name="connsiteX248" fmla="*/ 376805 w 11269336"/>
              <a:gd name="connsiteY248" fmla="*/ 2307647 h 2323145"/>
              <a:gd name="connsiteX249" fmla="*/ 266777 w 11269336"/>
              <a:gd name="connsiteY249" fmla="*/ 2309012 h 2323145"/>
              <a:gd name="connsiteX250" fmla="*/ 156013 w 11269336"/>
              <a:gd name="connsiteY250" fmla="*/ 2306832 h 2323145"/>
              <a:gd name="connsiteX251" fmla="*/ 87258 w 11269336"/>
              <a:gd name="connsiteY251" fmla="*/ 2285511 h 2323145"/>
              <a:gd name="connsiteX252" fmla="*/ 23798 w 11269336"/>
              <a:gd name="connsiteY252" fmla="*/ 2281822 h 2323145"/>
              <a:gd name="connsiteX253" fmla="*/ 0 w 11269336"/>
              <a:gd name="connsiteY253" fmla="*/ 2285369 h 2323145"/>
              <a:gd name="connsiteX254" fmla="*/ 0 w 11269336"/>
              <a:gd name="connsiteY254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561575 w 11269336"/>
              <a:gd name="connsiteY19" fmla="*/ 559978 h 2323145"/>
              <a:gd name="connsiteX20" fmla="*/ 9162278 w 11269336"/>
              <a:gd name="connsiteY20" fmla="*/ 704724 h 2323145"/>
              <a:gd name="connsiteX21" fmla="*/ 9062863 w 11269336"/>
              <a:gd name="connsiteY21" fmla="*/ 754656 h 2323145"/>
              <a:gd name="connsiteX22" fmla="*/ 8914746 w 11269336"/>
              <a:gd name="connsiteY22" fmla="*/ 826428 h 2323145"/>
              <a:gd name="connsiteX23" fmla="*/ 8917778 w 11269336"/>
              <a:gd name="connsiteY23" fmla="*/ 835198 h 2323145"/>
              <a:gd name="connsiteX24" fmla="*/ 8905560 w 11269336"/>
              <a:gd name="connsiteY24" fmla="*/ 838358 h 2323145"/>
              <a:gd name="connsiteX25" fmla="*/ 8897564 w 11269336"/>
              <a:gd name="connsiteY25" fmla="*/ 834287 h 2323145"/>
              <a:gd name="connsiteX26" fmla="*/ 8878040 w 11269336"/>
              <a:gd name="connsiteY26" fmla="*/ 844150 h 2323145"/>
              <a:gd name="connsiteX27" fmla="*/ 8795998 w 11269336"/>
              <a:gd name="connsiteY27" fmla="*/ 863337 h 2323145"/>
              <a:gd name="connsiteX28" fmla="*/ 8776970 w 11269336"/>
              <a:gd name="connsiteY28" fmla="*/ 885177 h 2323145"/>
              <a:gd name="connsiteX29" fmla="*/ 8755719 w 11269336"/>
              <a:gd name="connsiteY29" fmla="*/ 889754 h 2323145"/>
              <a:gd name="connsiteX30" fmla="*/ 8743257 w 11269336"/>
              <a:gd name="connsiteY30" fmla="*/ 904723 h 2323145"/>
              <a:gd name="connsiteX31" fmla="*/ 8721366 w 11269336"/>
              <a:gd name="connsiteY31" fmla="*/ 904711 h 2323145"/>
              <a:gd name="connsiteX32" fmla="*/ 8678353 w 11269336"/>
              <a:gd name="connsiteY32" fmla="*/ 926318 h 2323145"/>
              <a:gd name="connsiteX33" fmla="*/ 8636849 w 11269336"/>
              <a:gd name="connsiteY33" fmla="*/ 937900 h 2323145"/>
              <a:gd name="connsiteX34" fmla="*/ 8620213 w 11269336"/>
              <a:gd name="connsiteY34" fmla="*/ 943068 h 2323145"/>
              <a:gd name="connsiteX35" fmla="*/ 8612581 w 11269336"/>
              <a:gd name="connsiteY35" fmla="*/ 952695 h 2323145"/>
              <a:gd name="connsiteX36" fmla="*/ 8589038 w 11269336"/>
              <a:gd name="connsiteY36" fmla="*/ 963892 h 2323145"/>
              <a:gd name="connsiteX37" fmla="*/ 8579950 w 11269336"/>
              <a:gd name="connsiteY37" fmla="*/ 960899 h 2323145"/>
              <a:gd name="connsiteX38" fmla="*/ 8579319 w 11269336"/>
              <a:gd name="connsiteY38" fmla="*/ 965630 h 2323145"/>
              <a:gd name="connsiteX39" fmla="*/ 8547429 w 11269336"/>
              <a:gd name="connsiteY39" fmla="*/ 984506 h 2323145"/>
              <a:gd name="connsiteX40" fmla="*/ 8478704 w 11269336"/>
              <a:gd name="connsiteY40" fmla="*/ 1025490 h 2323145"/>
              <a:gd name="connsiteX41" fmla="*/ 8461421 w 11269336"/>
              <a:gd name="connsiteY41" fmla="*/ 1035512 h 2323145"/>
              <a:gd name="connsiteX42" fmla="*/ 8445003 w 11269336"/>
              <a:gd name="connsiteY42" fmla="*/ 1036851 h 2323145"/>
              <a:gd name="connsiteX43" fmla="*/ 8357350 w 11269336"/>
              <a:gd name="connsiteY43" fmla="*/ 1060213 h 2323145"/>
              <a:gd name="connsiteX44" fmla="*/ 8335565 w 11269336"/>
              <a:gd name="connsiteY44" fmla="*/ 1061151 h 2323145"/>
              <a:gd name="connsiteX45" fmla="*/ 8325267 w 11269336"/>
              <a:gd name="connsiteY45" fmla="*/ 1055919 h 2323145"/>
              <a:gd name="connsiteX46" fmla="*/ 8293586 w 11269336"/>
              <a:gd name="connsiteY46" fmla="*/ 1076144 h 2323145"/>
              <a:gd name="connsiteX47" fmla="*/ 8242405 w 11269336"/>
              <a:gd name="connsiteY47" fmla="*/ 1095960 h 2323145"/>
              <a:gd name="connsiteX48" fmla="*/ 8197391 w 11269336"/>
              <a:gd name="connsiteY48" fmla="*/ 1107746 h 2323145"/>
              <a:gd name="connsiteX49" fmla="*/ 8081474 w 11269336"/>
              <a:gd name="connsiteY49" fmla="*/ 1130125 h 2323145"/>
              <a:gd name="connsiteX50" fmla="*/ 8053585 w 11269336"/>
              <a:gd name="connsiteY50" fmla="*/ 1129169 h 2323145"/>
              <a:gd name="connsiteX51" fmla="*/ 8038422 w 11269336"/>
              <a:gd name="connsiteY51" fmla="*/ 1119092 h 2323145"/>
              <a:gd name="connsiteX52" fmla="*/ 8029450 w 11269336"/>
              <a:gd name="connsiteY52" fmla="*/ 1125592 h 2323145"/>
              <a:gd name="connsiteX53" fmla="*/ 7959552 w 11269336"/>
              <a:gd name="connsiteY53" fmla="*/ 1140188 h 2323145"/>
              <a:gd name="connsiteX54" fmla="*/ 7914188 w 11269336"/>
              <a:gd name="connsiteY54" fmla="*/ 1150862 h 2323145"/>
              <a:gd name="connsiteX55" fmla="*/ 7914918 w 11269336"/>
              <a:gd name="connsiteY55" fmla="*/ 1168758 h 2323145"/>
              <a:gd name="connsiteX56" fmla="*/ 7875510 w 11269336"/>
              <a:gd name="connsiteY56" fmla="*/ 1183153 h 2323145"/>
              <a:gd name="connsiteX57" fmla="*/ 7829932 w 11269336"/>
              <a:gd name="connsiteY57" fmla="*/ 1180782 h 2323145"/>
              <a:gd name="connsiteX58" fmla="*/ 7779182 w 11269336"/>
              <a:gd name="connsiteY58" fmla="*/ 1192665 h 2323145"/>
              <a:gd name="connsiteX59" fmla="*/ 7748774 w 11269336"/>
              <a:gd name="connsiteY59" fmla="*/ 1199586 h 2323145"/>
              <a:gd name="connsiteX60" fmla="*/ 7671846 w 11269336"/>
              <a:gd name="connsiteY60" fmla="*/ 1231966 h 2323145"/>
              <a:gd name="connsiteX61" fmla="*/ 7554146 w 11269336"/>
              <a:gd name="connsiteY61" fmla="*/ 1319748 h 2323145"/>
              <a:gd name="connsiteX62" fmla="*/ 7515052 w 11269336"/>
              <a:gd name="connsiteY62" fmla="*/ 1336718 h 2323145"/>
              <a:gd name="connsiteX63" fmla="*/ 7507193 w 11269336"/>
              <a:gd name="connsiteY63" fmla="*/ 1334617 h 2323145"/>
              <a:gd name="connsiteX64" fmla="*/ 7461694 w 11269336"/>
              <a:gd name="connsiteY64" fmla="*/ 1375866 h 2323145"/>
              <a:gd name="connsiteX65" fmla="*/ 7377571 w 11269336"/>
              <a:gd name="connsiteY65" fmla="*/ 1400128 h 2323145"/>
              <a:gd name="connsiteX66" fmla="*/ 7311261 w 11269336"/>
              <a:gd name="connsiteY66" fmla="*/ 1412652 h 2323145"/>
              <a:gd name="connsiteX67" fmla="*/ 7275307 w 11269336"/>
              <a:gd name="connsiteY67" fmla="*/ 1422171 h 2323145"/>
              <a:gd name="connsiteX68" fmla="*/ 7247783 w 11269336"/>
              <a:gd name="connsiteY68" fmla="*/ 1426330 h 2323145"/>
              <a:gd name="connsiteX69" fmla="*/ 7185047 w 11269336"/>
              <a:gd name="connsiteY69" fmla="*/ 1451812 h 2323145"/>
              <a:gd name="connsiteX70" fmla="*/ 7084117 w 11269336"/>
              <a:gd name="connsiteY70" fmla="*/ 1500281 h 2323145"/>
              <a:gd name="connsiteX71" fmla="*/ 7062011 w 11269336"/>
              <a:gd name="connsiteY71" fmla="*/ 1509183 h 2323145"/>
              <a:gd name="connsiteX72" fmla="*/ 7040555 w 11269336"/>
              <a:gd name="connsiteY72" fmla="*/ 1511207 h 2323145"/>
              <a:gd name="connsiteX73" fmla="*/ 7033438 w 11269336"/>
              <a:gd name="connsiteY73" fmla="*/ 1506772 h 2323145"/>
              <a:gd name="connsiteX74" fmla="*/ 7020886 w 11269336"/>
              <a:gd name="connsiteY74" fmla="*/ 1510764 h 2323145"/>
              <a:gd name="connsiteX75" fmla="*/ 7017033 w 11269336"/>
              <a:gd name="connsiteY75" fmla="*/ 1510650 h 2323145"/>
              <a:gd name="connsiteX76" fmla="*/ 6995460 w 11269336"/>
              <a:gd name="connsiteY76" fmla="*/ 1511173 h 2323145"/>
              <a:gd name="connsiteX77" fmla="*/ 6962144 w 11269336"/>
              <a:gd name="connsiteY77" fmla="*/ 1541508 h 2323145"/>
              <a:gd name="connsiteX78" fmla="*/ 6910674 w 11269336"/>
              <a:gd name="connsiteY78" fmla="*/ 1554793 h 2323145"/>
              <a:gd name="connsiteX79" fmla="*/ 6732152 w 11269336"/>
              <a:gd name="connsiteY79" fmla="*/ 1642538 h 2323145"/>
              <a:gd name="connsiteX80" fmla="*/ 6694106 w 11269336"/>
              <a:gd name="connsiteY80" fmla="*/ 1632377 h 2323145"/>
              <a:gd name="connsiteX81" fmla="*/ 6617223 w 11269336"/>
              <a:gd name="connsiteY81" fmla="*/ 1659889 h 2323145"/>
              <a:gd name="connsiteX82" fmla="*/ 6521138 w 11269336"/>
              <a:gd name="connsiteY82" fmla="*/ 1744340 h 2323145"/>
              <a:gd name="connsiteX83" fmla="*/ 6380677 w 11269336"/>
              <a:gd name="connsiteY83" fmla="*/ 1796883 h 2323145"/>
              <a:gd name="connsiteX84" fmla="*/ 6374897 w 11269336"/>
              <a:gd name="connsiteY84" fmla="*/ 1809910 h 2323145"/>
              <a:gd name="connsiteX85" fmla="*/ 6364545 w 11269336"/>
              <a:gd name="connsiteY85" fmla="*/ 1820090 h 2323145"/>
              <a:gd name="connsiteX86" fmla="*/ 6362126 w 11269336"/>
              <a:gd name="connsiteY86" fmla="*/ 1819991 h 2323145"/>
              <a:gd name="connsiteX87" fmla="*/ 6346673 w 11269336"/>
              <a:gd name="connsiteY87" fmla="*/ 1827824 h 2323145"/>
              <a:gd name="connsiteX88" fmla="*/ 6345588 w 11269336"/>
              <a:gd name="connsiteY88" fmla="*/ 1832232 h 2323145"/>
              <a:gd name="connsiteX89" fmla="*/ 6335708 w 11269336"/>
              <a:gd name="connsiteY89" fmla="*/ 1838451 h 2323145"/>
              <a:gd name="connsiteX90" fmla="*/ 6318182 w 11269336"/>
              <a:gd name="connsiteY90" fmla="*/ 1852975 h 2323145"/>
              <a:gd name="connsiteX91" fmla="*/ 6313084 w 11269336"/>
              <a:gd name="connsiteY91" fmla="*/ 1853561 h 2323145"/>
              <a:gd name="connsiteX92" fmla="*/ 6283816 w 11269336"/>
              <a:gd name="connsiteY92" fmla="*/ 1872148 h 2323145"/>
              <a:gd name="connsiteX93" fmla="*/ 6282550 w 11269336"/>
              <a:gd name="connsiteY93" fmla="*/ 1871392 h 2323145"/>
              <a:gd name="connsiteX94" fmla="*/ 6270527 w 11269336"/>
              <a:gd name="connsiteY94" fmla="*/ 1872208 h 2323145"/>
              <a:gd name="connsiteX95" fmla="*/ 6249518 w 11269336"/>
              <a:gd name="connsiteY95" fmla="*/ 1876079 h 2323145"/>
              <a:gd name="connsiteX96" fmla="*/ 6190386 w 11269336"/>
              <a:gd name="connsiteY96" fmla="*/ 1872478 h 2323145"/>
              <a:gd name="connsiteX97" fmla="*/ 6159777 w 11269336"/>
              <a:gd name="connsiteY97" fmla="*/ 1891745 h 2323145"/>
              <a:gd name="connsiteX98" fmla="*/ 6153131 w 11269336"/>
              <a:gd name="connsiteY98" fmla="*/ 1895079 h 2323145"/>
              <a:gd name="connsiteX99" fmla="*/ 6152798 w 11269336"/>
              <a:gd name="connsiteY99" fmla="*/ 1894920 h 2323145"/>
              <a:gd name="connsiteX100" fmla="*/ 6145388 w 11269336"/>
              <a:gd name="connsiteY100" fmla="*/ 1897990 h 2323145"/>
              <a:gd name="connsiteX101" fmla="*/ 6141014 w 11269336"/>
              <a:gd name="connsiteY101" fmla="*/ 1901155 h 2323145"/>
              <a:gd name="connsiteX102" fmla="*/ 6128122 w 11269336"/>
              <a:gd name="connsiteY102" fmla="*/ 1907623 h 2323145"/>
              <a:gd name="connsiteX103" fmla="*/ 6122351 w 11269336"/>
              <a:gd name="connsiteY103" fmla="*/ 1908359 h 2323145"/>
              <a:gd name="connsiteX104" fmla="*/ 6064750 w 11269336"/>
              <a:gd name="connsiteY104" fmla="*/ 1896394 h 2323145"/>
              <a:gd name="connsiteX105" fmla="*/ 5964230 w 11269336"/>
              <a:gd name="connsiteY105" fmla="*/ 1910038 h 2323145"/>
              <a:gd name="connsiteX106" fmla="*/ 5865399 w 11269336"/>
              <a:gd name="connsiteY106" fmla="*/ 1926966 h 2323145"/>
              <a:gd name="connsiteX107" fmla="*/ 5829951 w 11269336"/>
              <a:gd name="connsiteY107" fmla="*/ 1934755 h 2323145"/>
              <a:gd name="connsiteX108" fmla="*/ 5765285 w 11269336"/>
              <a:gd name="connsiteY108" fmla="*/ 1941322 h 2323145"/>
              <a:gd name="connsiteX109" fmla="*/ 5734750 w 11269336"/>
              <a:gd name="connsiteY109" fmla="*/ 1939793 h 2323145"/>
              <a:gd name="connsiteX110" fmla="*/ 5733569 w 11269336"/>
              <a:gd name="connsiteY110" fmla="*/ 1940505 h 2323145"/>
              <a:gd name="connsiteX111" fmla="*/ 5730329 w 11269336"/>
              <a:gd name="connsiteY111" fmla="*/ 1937845 h 2323145"/>
              <a:gd name="connsiteX112" fmla="*/ 5724661 w 11269336"/>
              <a:gd name="connsiteY112" fmla="*/ 1937455 h 2323145"/>
              <a:gd name="connsiteX113" fmla="*/ 5710186 w 11269336"/>
              <a:gd name="connsiteY113" fmla="*/ 1941370 h 2323145"/>
              <a:gd name="connsiteX114" fmla="*/ 5704910 w 11269336"/>
              <a:gd name="connsiteY114" fmla="*/ 1943663 h 2323145"/>
              <a:gd name="connsiteX115" fmla="*/ 5696836 w 11269336"/>
              <a:gd name="connsiteY115" fmla="*/ 1945271 h 2323145"/>
              <a:gd name="connsiteX116" fmla="*/ 5696583 w 11269336"/>
              <a:gd name="connsiteY116" fmla="*/ 1945050 h 2323145"/>
              <a:gd name="connsiteX117" fmla="*/ 5689123 w 11269336"/>
              <a:gd name="connsiteY117" fmla="*/ 1947067 h 2323145"/>
              <a:gd name="connsiteX118" fmla="*/ 5653291 w 11269336"/>
              <a:gd name="connsiteY118" fmla="*/ 1960245 h 2323145"/>
              <a:gd name="connsiteX119" fmla="*/ 5599385 w 11269336"/>
              <a:gd name="connsiteY119" fmla="*/ 1945198 h 2323145"/>
              <a:gd name="connsiteX120" fmla="*/ 5578300 w 11269336"/>
              <a:gd name="connsiteY120" fmla="*/ 1944963 h 2323145"/>
              <a:gd name="connsiteX121" fmla="*/ 5566758 w 11269336"/>
              <a:gd name="connsiteY121" fmla="*/ 1943441 h 2323145"/>
              <a:gd name="connsiteX122" fmla="*/ 5565857 w 11269336"/>
              <a:gd name="connsiteY122" fmla="*/ 1942445 h 2323145"/>
              <a:gd name="connsiteX123" fmla="*/ 5531534 w 11269336"/>
              <a:gd name="connsiteY123" fmla="*/ 1955208 h 2323145"/>
              <a:gd name="connsiteX124" fmla="*/ 5526552 w 11269336"/>
              <a:gd name="connsiteY124" fmla="*/ 1954799 h 2323145"/>
              <a:gd name="connsiteX125" fmla="*/ 5504723 w 11269336"/>
              <a:gd name="connsiteY125" fmla="*/ 1965811 h 2323145"/>
              <a:gd name="connsiteX126" fmla="*/ 5493156 w 11269336"/>
              <a:gd name="connsiteY126" fmla="*/ 1970063 h 2323145"/>
              <a:gd name="connsiteX127" fmla="*/ 5490486 w 11269336"/>
              <a:gd name="connsiteY127" fmla="*/ 1974227 h 2323145"/>
              <a:gd name="connsiteX128" fmla="*/ 5473107 w 11269336"/>
              <a:gd name="connsiteY128" fmla="*/ 1979001 h 2323145"/>
              <a:gd name="connsiteX129" fmla="*/ 5470885 w 11269336"/>
              <a:gd name="connsiteY129" fmla="*/ 1978432 h 2323145"/>
              <a:gd name="connsiteX130" fmla="*/ 5457393 w 11269336"/>
              <a:gd name="connsiteY130" fmla="*/ 1986525 h 2323145"/>
              <a:gd name="connsiteX131" fmla="*/ 5447102 w 11269336"/>
              <a:gd name="connsiteY131" fmla="*/ 1998329 h 2323145"/>
              <a:gd name="connsiteX132" fmla="*/ 5159151 w 11269336"/>
              <a:gd name="connsiteY132" fmla="*/ 2029640 h 2323145"/>
              <a:gd name="connsiteX133" fmla="*/ 5098838 w 11269336"/>
              <a:gd name="connsiteY133" fmla="*/ 2062961 h 2323145"/>
              <a:gd name="connsiteX134" fmla="*/ 4860988 w 11269336"/>
              <a:gd name="connsiteY134" fmla="*/ 2135698 h 2323145"/>
              <a:gd name="connsiteX135" fmla="*/ 4765388 w 11269336"/>
              <a:gd name="connsiteY135" fmla="*/ 2162525 h 2323145"/>
              <a:gd name="connsiteX136" fmla="*/ 4745033 w 11269336"/>
              <a:gd name="connsiteY136" fmla="*/ 2158859 h 2323145"/>
              <a:gd name="connsiteX137" fmla="*/ 4741475 w 11269336"/>
              <a:gd name="connsiteY137" fmla="*/ 2157998 h 2323145"/>
              <a:gd name="connsiteX138" fmla="*/ 4728247 w 11269336"/>
              <a:gd name="connsiteY138" fmla="*/ 2159526 h 2323145"/>
              <a:gd name="connsiteX139" fmla="*/ 4723263 w 11269336"/>
              <a:gd name="connsiteY139" fmla="*/ 2153742 h 2323145"/>
              <a:gd name="connsiteX140" fmla="*/ 4593061 w 11269336"/>
              <a:gd name="connsiteY140" fmla="*/ 2171597 h 2323145"/>
              <a:gd name="connsiteX141" fmla="*/ 4533444 w 11269336"/>
              <a:gd name="connsiteY141" fmla="*/ 2181200 h 2323145"/>
              <a:gd name="connsiteX142" fmla="*/ 4467257 w 11269336"/>
              <a:gd name="connsiteY142" fmla="*/ 2196121 h 2323145"/>
              <a:gd name="connsiteX143" fmla="*/ 4405765 w 11269336"/>
              <a:gd name="connsiteY143" fmla="*/ 2199902 h 2323145"/>
              <a:gd name="connsiteX144" fmla="*/ 4401354 w 11269336"/>
              <a:gd name="connsiteY144" fmla="*/ 2194745 h 2323145"/>
              <a:gd name="connsiteX145" fmla="*/ 4366646 w 11269336"/>
              <a:gd name="connsiteY145" fmla="*/ 2198564 h 2323145"/>
              <a:gd name="connsiteX146" fmla="*/ 4354009 w 11269336"/>
              <a:gd name="connsiteY146" fmla="*/ 2204984 h 2323145"/>
              <a:gd name="connsiteX147" fmla="*/ 4348284 w 11269336"/>
              <a:gd name="connsiteY147" fmla="*/ 2205270 h 2323145"/>
              <a:gd name="connsiteX148" fmla="*/ 4333906 w 11269336"/>
              <a:gd name="connsiteY148" fmla="*/ 2205251 h 2323145"/>
              <a:gd name="connsiteX149" fmla="*/ 4308819 w 11269336"/>
              <a:gd name="connsiteY149" fmla="*/ 2203822 h 2323145"/>
              <a:gd name="connsiteX150" fmla="*/ 4301210 w 11269336"/>
              <a:gd name="connsiteY150" fmla="*/ 2204456 h 2323145"/>
              <a:gd name="connsiteX151" fmla="*/ 4283095 w 11269336"/>
              <a:gd name="connsiteY151" fmla="*/ 2198177 h 2323145"/>
              <a:gd name="connsiteX152" fmla="*/ 4250119 w 11269336"/>
              <a:gd name="connsiteY152" fmla="*/ 2196342 h 2323145"/>
              <a:gd name="connsiteX153" fmla="*/ 4189203 w 11269336"/>
              <a:gd name="connsiteY153" fmla="*/ 2178994 h 2323145"/>
              <a:gd name="connsiteX154" fmla="*/ 4154035 w 11269336"/>
              <a:gd name="connsiteY154" fmla="*/ 2171950 h 2323145"/>
              <a:gd name="connsiteX155" fmla="*/ 4129569 w 11269336"/>
              <a:gd name="connsiteY155" fmla="*/ 2163850 h 2323145"/>
              <a:gd name="connsiteX156" fmla="*/ 4061250 w 11269336"/>
              <a:gd name="connsiteY156" fmla="*/ 2159236 h 2323145"/>
              <a:gd name="connsiteX157" fmla="*/ 3945480 w 11269336"/>
              <a:gd name="connsiteY157" fmla="*/ 2158279 h 2323145"/>
              <a:gd name="connsiteX158" fmla="*/ 3921468 w 11269336"/>
              <a:gd name="connsiteY158" fmla="*/ 2156588 h 2323145"/>
              <a:gd name="connsiteX159" fmla="*/ 3903348 w 11269336"/>
              <a:gd name="connsiteY159" fmla="*/ 2149220 h 2323145"/>
              <a:gd name="connsiteX160" fmla="*/ 3901342 w 11269336"/>
              <a:gd name="connsiteY160" fmla="*/ 2142355 h 2323145"/>
              <a:gd name="connsiteX161" fmla="*/ 3888539 w 11269336"/>
              <a:gd name="connsiteY161" fmla="*/ 2140476 h 2323145"/>
              <a:gd name="connsiteX162" fmla="*/ 3885662 w 11269336"/>
              <a:gd name="connsiteY162" fmla="*/ 2138740 h 2323145"/>
              <a:gd name="connsiteX163" fmla="*/ 3868627 w 11269336"/>
              <a:gd name="connsiteY163" fmla="*/ 2130023 h 2323145"/>
              <a:gd name="connsiteX164" fmla="*/ 3819177 w 11269336"/>
              <a:gd name="connsiteY164" fmla="*/ 2142111 h 2323145"/>
              <a:gd name="connsiteX165" fmla="*/ 3769100 w 11269336"/>
              <a:gd name="connsiteY165" fmla="*/ 2131731 h 2323145"/>
              <a:gd name="connsiteX166" fmla="*/ 3562752 w 11269336"/>
              <a:gd name="connsiteY166" fmla="*/ 2131785 h 2323145"/>
              <a:gd name="connsiteX167" fmla="*/ 3541402 w 11269336"/>
              <a:gd name="connsiteY167" fmla="*/ 2106821 h 2323145"/>
              <a:gd name="connsiteX168" fmla="*/ 3365341 w 11269336"/>
              <a:gd name="connsiteY168" fmla="*/ 2077638 h 2323145"/>
              <a:gd name="connsiteX169" fmla="*/ 3170922 w 11269336"/>
              <a:gd name="connsiteY169" fmla="*/ 2115957 h 2323145"/>
              <a:gd name="connsiteX170" fmla="*/ 3156256 w 11269336"/>
              <a:gd name="connsiteY170" fmla="*/ 2124773 h 2323145"/>
              <a:gd name="connsiteX171" fmla="*/ 3140298 w 11269336"/>
              <a:gd name="connsiteY171" fmla="*/ 2129182 h 2323145"/>
              <a:gd name="connsiteX172" fmla="*/ 3138514 w 11269336"/>
              <a:gd name="connsiteY172" fmla="*/ 2128069 h 2323145"/>
              <a:gd name="connsiteX173" fmla="*/ 3120467 w 11269336"/>
              <a:gd name="connsiteY173" fmla="*/ 2128281 h 2323145"/>
              <a:gd name="connsiteX174" fmla="*/ 3116175 w 11269336"/>
              <a:gd name="connsiteY174" fmla="*/ 2131633 h 2323145"/>
              <a:gd name="connsiteX175" fmla="*/ 3103685 w 11269336"/>
              <a:gd name="connsiteY175" fmla="*/ 2132814 h 2323145"/>
              <a:gd name="connsiteX176" fmla="*/ 3078794 w 11269336"/>
              <a:gd name="connsiteY176" fmla="*/ 2137935 h 2323145"/>
              <a:gd name="connsiteX177" fmla="*/ 3074407 w 11269336"/>
              <a:gd name="connsiteY177" fmla="*/ 2136274 h 2323145"/>
              <a:gd name="connsiteX178" fmla="*/ 3037285 w 11269336"/>
              <a:gd name="connsiteY178" fmla="*/ 2139919 h 2323145"/>
              <a:gd name="connsiteX179" fmla="*/ 3036901 w 11269336"/>
              <a:gd name="connsiteY179" fmla="*/ 2138726 h 2323145"/>
              <a:gd name="connsiteX180" fmla="*/ 3026996 w 11269336"/>
              <a:gd name="connsiteY180" fmla="*/ 2134322 h 2323145"/>
              <a:gd name="connsiteX181" fmla="*/ 3007772 w 11269336"/>
              <a:gd name="connsiteY181" fmla="*/ 2128742 h 2323145"/>
              <a:gd name="connsiteX182" fmla="*/ 2965030 w 11269336"/>
              <a:gd name="connsiteY182" fmla="*/ 2100494 h 2323145"/>
              <a:gd name="connsiteX183" fmla="*/ 2926342 w 11269336"/>
              <a:gd name="connsiteY183" fmla="*/ 2104155 h 2323145"/>
              <a:gd name="connsiteX184" fmla="*/ 2918608 w 11269336"/>
              <a:gd name="connsiteY184" fmla="*/ 2104215 h 2323145"/>
              <a:gd name="connsiteX185" fmla="*/ 2918475 w 11269336"/>
              <a:gd name="connsiteY185" fmla="*/ 2103937 h 2323145"/>
              <a:gd name="connsiteX186" fmla="*/ 2910360 w 11269336"/>
              <a:gd name="connsiteY186" fmla="*/ 2103444 h 2323145"/>
              <a:gd name="connsiteX187" fmla="*/ 2904507 w 11269336"/>
              <a:gd name="connsiteY187" fmla="*/ 2104326 h 2323145"/>
              <a:gd name="connsiteX188" fmla="*/ 2889503 w 11269336"/>
              <a:gd name="connsiteY188" fmla="*/ 2104443 h 2323145"/>
              <a:gd name="connsiteX189" fmla="*/ 2884480 w 11269336"/>
              <a:gd name="connsiteY189" fmla="*/ 2102626 h 2323145"/>
              <a:gd name="connsiteX190" fmla="*/ 2882689 w 11269336"/>
              <a:gd name="connsiteY190" fmla="*/ 2099228 h 2323145"/>
              <a:gd name="connsiteX191" fmla="*/ 2881291 w 11269336"/>
              <a:gd name="connsiteY191" fmla="*/ 2099618 h 2323145"/>
              <a:gd name="connsiteX192" fmla="*/ 2853979 w 11269336"/>
              <a:gd name="connsiteY192" fmla="*/ 2090388 h 2323145"/>
              <a:gd name="connsiteX193" fmla="*/ 2791790 w 11269336"/>
              <a:gd name="connsiteY193" fmla="*/ 2080332 h 2323145"/>
              <a:gd name="connsiteX194" fmla="*/ 2755844 w 11269336"/>
              <a:gd name="connsiteY194" fmla="*/ 2078874 h 2323145"/>
              <a:gd name="connsiteX195" fmla="*/ 2657742 w 11269336"/>
              <a:gd name="connsiteY195" fmla="*/ 2070179 h 2323145"/>
              <a:gd name="connsiteX196" fmla="*/ 2559549 w 11269336"/>
              <a:gd name="connsiteY196" fmla="*/ 2057873 h 2323145"/>
              <a:gd name="connsiteX197" fmla="*/ 2512054 w 11269336"/>
              <a:gd name="connsiteY197" fmla="*/ 2031671 h 2323145"/>
              <a:gd name="connsiteX198" fmla="*/ 2506437 w 11269336"/>
              <a:gd name="connsiteY198" fmla="*/ 2030918 h 2323145"/>
              <a:gd name="connsiteX199" fmla="*/ 2491752 w 11269336"/>
              <a:gd name="connsiteY199" fmla="*/ 2033906 h 2323145"/>
              <a:gd name="connsiteX200" fmla="*/ 2486338 w 11269336"/>
              <a:gd name="connsiteY200" fmla="*/ 2035862 h 2323145"/>
              <a:gd name="connsiteX201" fmla="*/ 2478186 w 11269336"/>
              <a:gd name="connsiteY201" fmla="*/ 2036953 h 2323145"/>
              <a:gd name="connsiteX202" fmla="*/ 2477950 w 11269336"/>
              <a:gd name="connsiteY202" fmla="*/ 2036715 h 2323145"/>
              <a:gd name="connsiteX203" fmla="*/ 2470381 w 11269336"/>
              <a:gd name="connsiteY203" fmla="*/ 2038256 h 2323145"/>
              <a:gd name="connsiteX204" fmla="*/ 2433781 w 11269336"/>
              <a:gd name="connsiteY204" fmla="*/ 2049140 h 2323145"/>
              <a:gd name="connsiteX205" fmla="*/ 2381172 w 11269336"/>
              <a:gd name="connsiteY205" fmla="*/ 2030645 h 2323145"/>
              <a:gd name="connsiteX206" fmla="*/ 2360198 w 11269336"/>
              <a:gd name="connsiteY206" fmla="*/ 2029059 h 2323145"/>
              <a:gd name="connsiteX207" fmla="*/ 2348815 w 11269336"/>
              <a:gd name="connsiteY207" fmla="*/ 2026798 h 2323145"/>
              <a:gd name="connsiteX208" fmla="*/ 2347988 w 11269336"/>
              <a:gd name="connsiteY208" fmla="*/ 2025745 h 2323145"/>
              <a:gd name="connsiteX209" fmla="*/ 2312920 w 11269336"/>
              <a:gd name="connsiteY209" fmla="*/ 2036311 h 2323145"/>
              <a:gd name="connsiteX210" fmla="*/ 2307986 w 11269336"/>
              <a:gd name="connsiteY210" fmla="*/ 2035583 h 2323145"/>
              <a:gd name="connsiteX211" fmla="*/ 2285481 w 11269336"/>
              <a:gd name="connsiteY211" fmla="*/ 2045197 h 2323145"/>
              <a:gd name="connsiteX212" fmla="*/ 2273666 w 11269336"/>
              <a:gd name="connsiteY212" fmla="*/ 2048710 h 2323145"/>
              <a:gd name="connsiteX213" fmla="*/ 2270719 w 11269336"/>
              <a:gd name="connsiteY213" fmla="*/ 2052702 h 2323145"/>
              <a:gd name="connsiteX214" fmla="*/ 2253080 w 11269336"/>
              <a:gd name="connsiteY214" fmla="*/ 2056363 h 2323145"/>
              <a:gd name="connsiteX215" fmla="*/ 2250906 w 11269336"/>
              <a:gd name="connsiteY215" fmla="*/ 2055654 h 2323145"/>
              <a:gd name="connsiteX216" fmla="*/ 2236905 w 11269336"/>
              <a:gd name="connsiteY216" fmla="*/ 2062882 h 2323145"/>
              <a:gd name="connsiteX217" fmla="*/ 2225830 w 11269336"/>
              <a:gd name="connsiteY217" fmla="*/ 2074027 h 2323145"/>
              <a:gd name="connsiteX218" fmla="*/ 2073776 w 11269336"/>
              <a:gd name="connsiteY218" fmla="*/ 2089244 h 2323145"/>
              <a:gd name="connsiteX219" fmla="*/ 1948256 w 11269336"/>
              <a:gd name="connsiteY219" fmla="*/ 2146616 h 2323145"/>
              <a:gd name="connsiteX220" fmla="*/ 1865582 w 11269336"/>
              <a:gd name="connsiteY220" fmla="*/ 2153738 h 2323145"/>
              <a:gd name="connsiteX221" fmla="*/ 1835210 w 11269336"/>
              <a:gd name="connsiteY221" fmla="*/ 2134244 h 2323145"/>
              <a:gd name="connsiteX222" fmla="*/ 1632661 w 11269336"/>
              <a:gd name="connsiteY222" fmla="*/ 2173882 h 2323145"/>
              <a:gd name="connsiteX223" fmla="*/ 1579590 w 11269336"/>
              <a:gd name="connsiteY223" fmla="*/ 2173680 h 2323145"/>
              <a:gd name="connsiteX224" fmla="*/ 1535601 w 11269336"/>
              <a:gd name="connsiteY224" fmla="*/ 2194590 h 2323145"/>
              <a:gd name="connsiteX225" fmla="*/ 1515594 w 11269336"/>
              <a:gd name="connsiteY225" fmla="*/ 2189622 h 2323145"/>
              <a:gd name="connsiteX226" fmla="*/ 1512113 w 11269336"/>
              <a:gd name="connsiteY226" fmla="*/ 2188534 h 2323145"/>
              <a:gd name="connsiteX227" fmla="*/ 1498838 w 11269336"/>
              <a:gd name="connsiteY227" fmla="*/ 2189213 h 2323145"/>
              <a:gd name="connsiteX228" fmla="*/ 1494279 w 11269336"/>
              <a:gd name="connsiteY228" fmla="*/ 2183112 h 2323145"/>
              <a:gd name="connsiteX229" fmla="*/ 1473714 w 11269336"/>
              <a:gd name="connsiteY229" fmla="*/ 2179625 h 2323145"/>
              <a:gd name="connsiteX230" fmla="*/ 1449503 w 11269336"/>
              <a:gd name="connsiteY230" fmla="*/ 2182633 h 2323145"/>
              <a:gd name="connsiteX231" fmla="*/ 1266687 w 11269336"/>
              <a:gd name="connsiteY231" fmla="*/ 2212688 h 2323145"/>
              <a:gd name="connsiteX232" fmla="*/ 1239614 w 11269336"/>
              <a:gd name="connsiteY232" fmla="*/ 2209727 h 2323145"/>
              <a:gd name="connsiteX233" fmla="*/ 1202436 w 11269336"/>
              <a:gd name="connsiteY233" fmla="*/ 2209817 h 2323145"/>
              <a:gd name="connsiteX234" fmla="*/ 1136097 w 11269336"/>
              <a:gd name="connsiteY234" fmla="*/ 2205112 h 2323145"/>
              <a:gd name="connsiteX235" fmla="*/ 988232 w 11269336"/>
              <a:gd name="connsiteY235" fmla="*/ 2235635 h 2323145"/>
              <a:gd name="connsiteX236" fmla="*/ 981959 w 11269336"/>
              <a:gd name="connsiteY236" fmla="*/ 2231607 h 2323145"/>
              <a:gd name="connsiteX237" fmla="*/ 938600 w 11269336"/>
              <a:gd name="connsiteY237" fmla="*/ 2238113 h 2323145"/>
              <a:gd name="connsiteX238" fmla="*/ 791788 w 11269336"/>
              <a:gd name="connsiteY238" fmla="*/ 2293224 h 2323145"/>
              <a:gd name="connsiteX239" fmla="*/ 706914 w 11269336"/>
              <a:gd name="connsiteY239" fmla="*/ 2305046 h 2323145"/>
              <a:gd name="connsiteX240" fmla="*/ 675971 w 11269336"/>
              <a:gd name="connsiteY240" fmla="*/ 2304030 h 2323145"/>
              <a:gd name="connsiteX241" fmla="*/ 624180 w 11269336"/>
              <a:gd name="connsiteY241" fmla="*/ 2302650 h 2323145"/>
              <a:gd name="connsiteX242" fmla="*/ 583453 w 11269336"/>
              <a:gd name="connsiteY242" fmla="*/ 2288788 h 2323145"/>
              <a:gd name="connsiteX243" fmla="*/ 540946 w 11269336"/>
              <a:gd name="connsiteY243" fmla="*/ 2292721 h 2323145"/>
              <a:gd name="connsiteX244" fmla="*/ 533680 w 11269336"/>
              <a:gd name="connsiteY244" fmla="*/ 2310233 h 2323145"/>
              <a:gd name="connsiteX245" fmla="*/ 487366 w 11269336"/>
              <a:gd name="connsiteY245" fmla="*/ 2309053 h 2323145"/>
              <a:gd name="connsiteX246" fmla="*/ 416820 w 11269336"/>
              <a:gd name="connsiteY246" fmla="*/ 2305443 h 2323145"/>
              <a:gd name="connsiteX247" fmla="*/ 376805 w 11269336"/>
              <a:gd name="connsiteY247" fmla="*/ 2307647 h 2323145"/>
              <a:gd name="connsiteX248" fmla="*/ 266777 w 11269336"/>
              <a:gd name="connsiteY248" fmla="*/ 2309012 h 2323145"/>
              <a:gd name="connsiteX249" fmla="*/ 156013 w 11269336"/>
              <a:gd name="connsiteY249" fmla="*/ 2306832 h 2323145"/>
              <a:gd name="connsiteX250" fmla="*/ 87258 w 11269336"/>
              <a:gd name="connsiteY250" fmla="*/ 2285511 h 2323145"/>
              <a:gd name="connsiteX251" fmla="*/ 23798 w 11269336"/>
              <a:gd name="connsiteY251" fmla="*/ 2281822 h 2323145"/>
              <a:gd name="connsiteX252" fmla="*/ 0 w 11269336"/>
              <a:gd name="connsiteY252" fmla="*/ 2285369 h 2323145"/>
              <a:gd name="connsiteX253" fmla="*/ 0 w 11269336"/>
              <a:gd name="connsiteY253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561575 w 11269336"/>
              <a:gd name="connsiteY19" fmla="*/ 559978 h 2323145"/>
              <a:gd name="connsiteX20" fmla="*/ 9162278 w 11269336"/>
              <a:gd name="connsiteY20" fmla="*/ 704724 h 2323145"/>
              <a:gd name="connsiteX21" fmla="*/ 9062863 w 11269336"/>
              <a:gd name="connsiteY21" fmla="*/ 754656 h 2323145"/>
              <a:gd name="connsiteX22" fmla="*/ 8914746 w 11269336"/>
              <a:gd name="connsiteY22" fmla="*/ 826428 h 2323145"/>
              <a:gd name="connsiteX23" fmla="*/ 8917778 w 11269336"/>
              <a:gd name="connsiteY23" fmla="*/ 835198 h 2323145"/>
              <a:gd name="connsiteX24" fmla="*/ 8905560 w 11269336"/>
              <a:gd name="connsiteY24" fmla="*/ 838358 h 2323145"/>
              <a:gd name="connsiteX25" fmla="*/ 8897564 w 11269336"/>
              <a:gd name="connsiteY25" fmla="*/ 834287 h 2323145"/>
              <a:gd name="connsiteX26" fmla="*/ 8878040 w 11269336"/>
              <a:gd name="connsiteY26" fmla="*/ 844150 h 2323145"/>
              <a:gd name="connsiteX27" fmla="*/ 8795998 w 11269336"/>
              <a:gd name="connsiteY27" fmla="*/ 863337 h 2323145"/>
              <a:gd name="connsiteX28" fmla="*/ 8776970 w 11269336"/>
              <a:gd name="connsiteY28" fmla="*/ 885177 h 2323145"/>
              <a:gd name="connsiteX29" fmla="*/ 8755719 w 11269336"/>
              <a:gd name="connsiteY29" fmla="*/ 889754 h 2323145"/>
              <a:gd name="connsiteX30" fmla="*/ 8743257 w 11269336"/>
              <a:gd name="connsiteY30" fmla="*/ 904723 h 2323145"/>
              <a:gd name="connsiteX31" fmla="*/ 8721366 w 11269336"/>
              <a:gd name="connsiteY31" fmla="*/ 904711 h 2323145"/>
              <a:gd name="connsiteX32" fmla="*/ 8678353 w 11269336"/>
              <a:gd name="connsiteY32" fmla="*/ 926318 h 2323145"/>
              <a:gd name="connsiteX33" fmla="*/ 8636849 w 11269336"/>
              <a:gd name="connsiteY33" fmla="*/ 937900 h 2323145"/>
              <a:gd name="connsiteX34" fmla="*/ 8620213 w 11269336"/>
              <a:gd name="connsiteY34" fmla="*/ 943068 h 2323145"/>
              <a:gd name="connsiteX35" fmla="*/ 8612581 w 11269336"/>
              <a:gd name="connsiteY35" fmla="*/ 952695 h 2323145"/>
              <a:gd name="connsiteX36" fmla="*/ 8589038 w 11269336"/>
              <a:gd name="connsiteY36" fmla="*/ 963892 h 2323145"/>
              <a:gd name="connsiteX37" fmla="*/ 8579950 w 11269336"/>
              <a:gd name="connsiteY37" fmla="*/ 960899 h 2323145"/>
              <a:gd name="connsiteX38" fmla="*/ 8579319 w 11269336"/>
              <a:gd name="connsiteY38" fmla="*/ 965630 h 2323145"/>
              <a:gd name="connsiteX39" fmla="*/ 8547429 w 11269336"/>
              <a:gd name="connsiteY39" fmla="*/ 984506 h 2323145"/>
              <a:gd name="connsiteX40" fmla="*/ 8478704 w 11269336"/>
              <a:gd name="connsiteY40" fmla="*/ 1025490 h 2323145"/>
              <a:gd name="connsiteX41" fmla="*/ 8461421 w 11269336"/>
              <a:gd name="connsiteY41" fmla="*/ 1035512 h 2323145"/>
              <a:gd name="connsiteX42" fmla="*/ 8445003 w 11269336"/>
              <a:gd name="connsiteY42" fmla="*/ 1036851 h 2323145"/>
              <a:gd name="connsiteX43" fmla="*/ 8357350 w 11269336"/>
              <a:gd name="connsiteY43" fmla="*/ 1060213 h 2323145"/>
              <a:gd name="connsiteX44" fmla="*/ 8335565 w 11269336"/>
              <a:gd name="connsiteY44" fmla="*/ 1061151 h 2323145"/>
              <a:gd name="connsiteX45" fmla="*/ 8325267 w 11269336"/>
              <a:gd name="connsiteY45" fmla="*/ 1055919 h 2323145"/>
              <a:gd name="connsiteX46" fmla="*/ 8293586 w 11269336"/>
              <a:gd name="connsiteY46" fmla="*/ 1076144 h 2323145"/>
              <a:gd name="connsiteX47" fmla="*/ 8242405 w 11269336"/>
              <a:gd name="connsiteY47" fmla="*/ 1095960 h 2323145"/>
              <a:gd name="connsiteX48" fmla="*/ 8197391 w 11269336"/>
              <a:gd name="connsiteY48" fmla="*/ 1107746 h 2323145"/>
              <a:gd name="connsiteX49" fmla="*/ 8081474 w 11269336"/>
              <a:gd name="connsiteY49" fmla="*/ 1130125 h 2323145"/>
              <a:gd name="connsiteX50" fmla="*/ 8053585 w 11269336"/>
              <a:gd name="connsiteY50" fmla="*/ 1129169 h 2323145"/>
              <a:gd name="connsiteX51" fmla="*/ 8038422 w 11269336"/>
              <a:gd name="connsiteY51" fmla="*/ 1119092 h 2323145"/>
              <a:gd name="connsiteX52" fmla="*/ 8029450 w 11269336"/>
              <a:gd name="connsiteY52" fmla="*/ 1125592 h 2323145"/>
              <a:gd name="connsiteX53" fmla="*/ 7959552 w 11269336"/>
              <a:gd name="connsiteY53" fmla="*/ 1140188 h 2323145"/>
              <a:gd name="connsiteX54" fmla="*/ 7914188 w 11269336"/>
              <a:gd name="connsiteY54" fmla="*/ 1150862 h 2323145"/>
              <a:gd name="connsiteX55" fmla="*/ 7914918 w 11269336"/>
              <a:gd name="connsiteY55" fmla="*/ 1168758 h 2323145"/>
              <a:gd name="connsiteX56" fmla="*/ 7875510 w 11269336"/>
              <a:gd name="connsiteY56" fmla="*/ 1183153 h 2323145"/>
              <a:gd name="connsiteX57" fmla="*/ 7829932 w 11269336"/>
              <a:gd name="connsiteY57" fmla="*/ 1180782 h 2323145"/>
              <a:gd name="connsiteX58" fmla="*/ 7779182 w 11269336"/>
              <a:gd name="connsiteY58" fmla="*/ 1192665 h 2323145"/>
              <a:gd name="connsiteX59" fmla="*/ 7748774 w 11269336"/>
              <a:gd name="connsiteY59" fmla="*/ 1199586 h 2323145"/>
              <a:gd name="connsiteX60" fmla="*/ 7671846 w 11269336"/>
              <a:gd name="connsiteY60" fmla="*/ 1231966 h 2323145"/>
              <a:gd name="connsiteX61" fmla="*/ 7554146 w 11269336"/>
              <a:gd name="connsiteY61" fmla="*/ 1319748 h 2323145"/>
              <a:gd name="connsiteX62" fmla="*/ 7515052 w 11269336"/>
              <a:gd name="connsiteY62" fmla="*/ 1336718 h 2323145"/>
              <a:gd name="connsiteX63" fmla="*/ 7507193 w 11269336"/>
              <a:gd name="connsiteY63" fmla="*/ 1334617 h 2323145"/>
              <a:gd name="connsiteX64" fmla="*/ 7461694 w 11269336"/>
              <a:gd name="connsiteY64" fmla="*/ 1375866 h 2323145"/>
              <a:gd name="connsiteX65" fmla="*/ 7377571 w 11269336"/>
              <a:gd name="connsiteY65" fmla="*/ 1400128 h 2323145"/>
              <a:gd name="connsiteX66" fmla="*/ 7311261 w 11269336"/>
              <a:gd name="connsiteY66" fmla="*/ 1412652 h 2323145"/>
              <a:gd name="connsiteX67" fmla="*/ 7275307 w 11269336"/>
              <a:gd name="connsiteY67" fmla="*/ 1422171 h 2323145"/>
              <a:gd name="connsiteX68" fmla="*/ 7247783 w 11269336"/>
              <a:gd name="connsiteY68" fmla="*/ 1426330 h 2323145"/>
              <a:gd name="connsiteX69" fmla="*/ 7185047 w 11269336"/>
              <a:gd name="connsiteY69" fmla="*/ 1451812 h 2323145"/>
              <a:gd name="connsiteX70" fmla="*/ 7084117 w 11269336"/>
              <a:gd name="connsiteY70" fmla="*/ 1500281 h 2323145"/>
              <a:gd name="connsiteX71" fmla="*/ 7062011 w 11269336"/>
              <a:gd name="connsiteY71" fmla="*/ 1509183 h 2323145"/>
              <a:gd name="connsiteX72" fmla="*/ 7040555 w 11269336"/>
              <a:gd name="connsiteY72" fmla="*/ 1511207 h 2323145"/>
              <a:gd name="connsiteX73" fmla="*/ 7033438 w 11269336"/>
              <a:gd name="connsiteY73" fmla="*/ 1506772 h 2323145"/>
              <a:gd name="connsiteX74" fmla="*/ 7020886 w 11269336"/>
              <a:gd name="connsiteY74" fmla="*/ 1510764 h 2323145"/>
              <a:gd name="connsiteX75" fmla="*/ 7017033 w 11269336"/>
              <a:gd name="connsiteY75" fmla="*/ 1510650 h 2323145"/>
              <a:gd name="connsiteX76" fmla="*/ 6995460 w 11269336"/>
              <a:gd name="connsiteY76" fmla="*/ 1511173 h 2323145"/>
              <a:gd name="connsiteX77" fmla="*/ 6962144 w 11269336"/>
              <a:gd name="connsiteY77" fmla="*/ 1541508 h 2323145"/>
              <a:gd name="connsiteX78" fmla="*/ 6910674 w 11269336"/>
              <a:gd name="connsiteY78" fmla="*/ 1554793 h 2323145"/>
              <a:gd name="connsiteX79" fmla="*/ 6732152 w 11269336"/>
              <a:gd name="connsiteY79" fmla="*/ 1642538 h 2323145"/>
              <a:gd name="connsiteX80" fmla="*/ 6694106 w 11269336"/>
              <a:gd name="connsiteY80" fmla="*/ 1632377 h 2323145"/>
              <a:gd name="connsiteX81" fmla="*/ 6617223 w 11269336"/>
              <a:gd name="connsiteY81" fmla="*/ 1659889 h 2323145"/>
              <a:gd name="connsiteX82" fmla="*/ 6521138 w 11269336"/>
              <a:gd name="connsiteY82" fmla="*/ 1744340 h 2323145"/>
              <a:gd name="connsiteX83" fmla="*/ 6380677 w 11269336"/>
              <a:gd name="connsiteY83" fmla="*/ 1796883 h 2323145"/>
              <a:gd name="connsiteX84" fmla="*/ 6374897 w 11269336"/>
              <a:gd name="connsiteY84" fmla="*/ 1809910 h 2323145"/>
              <a:gd name="connsiteX85" fmla="*/ 6364545 w 11269336"/>
              <a:gd name="connsiteY85" fmla="*/ 1820090 h 2323145"/>
              <a:gd name="connsiteX86" fmla="*/ 6362126 w 11269336"/>
              <a:gd name="connsiteY86" fmla="*/ 1819991 h 2323145"/>
              <a:gd name="connsiteX87" fmla="*/ 6346673 w 11269336"/>
              <a:gd name="connsiteY87" fmla="*/ 1827824 h 2323145"/>
              <a:gd name="connsiteX88" fmla="*/ 6345588 w 11269336"/>
              <a:gd name="connsiteY88" fmla="*/ 1832232 h 2323145"/>
              <a:gd name="connsiteX89" fmla="*/ 6335708 w 11269336"/>
              <a:gd name="connsiteY89" fmla="*/ 1838451 h 2323145"/>
              <a:gd name="connsiteX90" fmla="*/ 6318182 w 11269336"/>
              <a:gd name="connsiteY90" fmla="*/ 1852975 h 2323145"/>
              <a:gd name="connsiteX91" fmla="*/ 6313084 w 11269336"/>
              <a:gd name="connsiteY91" fmla="*/ 1853561 h 2323145"/>
              <a:gd name="connsiteX92" fmla="*/ 6283816 w 11269336"/>
              <a:gd name="connsiteY92" fmla="*/ 1872148 h 2323145"/>
              <a:gd name="connsiteX93" fmla="*/ 6282550 w 11269336"/>
              <a:gd name="connsiteY93" fmla="*/ 1871392 h 2323145"/>
              <a:gd name="connsiteX94" fmla="*/ 6270527 w 11269336"/>
              <a:gd name="connsiteY94" fmla="*/ 1872208 h 2323145"/>
              <a:gd name="connsiteX95" fmla="*/ 6249518 w 11269336"/>
              <a:gd name="connsiteY95" fmla="*/ 1876079 h 2323145"/>
              <a:gd name="connsiteX96" fmla="*/ 6190386 w 11269336"/>
              <a:gd name="connsiteY96" fmla="*/ 1872478 h 2323145"/>
              <a:gd name="connsiteX97" fmla="*/ 6159777 w 11269336"/>
              <a:gd name="connsiteY97" fmla="*/ 1891745 h 2323145"/>
              <a:gd name="connsiteX98" fmla="*/ 6153131 w 11269336"/>
              <a:gd name="connsiteY98" fmla="*/ 1895079 h 2323145"/>
              <a:gd name="connsiteX99" fmla="*/ 6152798 w 11269336"/>
              <a:gd name="connsiteY99" fmla="*/ 1894920 h 2323145"/>
              <a:gd name="connsiteX100" fmla="*/ 6145388 w 11269336"/>
              <a:gd name="connsiteY100" fmla="*/ 1897990 h 2323145"/>
              <a:gd name="connsiteX101" fmla="*/ 6141014 w 11269336"/>
              <a:gd name="connsiteY101" fmla="*/ 1901155 h 2323145"/>
              <a:gd name="connsiteX102" fmla="*/ 6128122 w 11269336"/>
              <a:gd name="connsiteY102" fmla="*/ 1907623 h 2323145"/>
              <a:gd name="connsiteX103" fmla="*/ 6122351 w 11269336"/>
              <a:gd name="connsiteY103" fmla="*/ 1908359 h 2323145"/>
              <a:gd name="connsiteX104" fmla="*/ 6064750 w 11269336"/>
              <a:gd name="connsiteY104" fmla="*/ 1896394 h 2323145"/>
              <a:gd name="connsiteX105" fmla="*/ 5964230 w 11269336"/>
              <a:gd name="connsiteY105" fmla="*/ 1910038 h 2323145"/>
              <a:gd name="connsiteX106" fmla="*/ 5865399 w 11269336"/>
              <a:gd name="connsiteY106" fmla="*/ 1926966 h 2323145"/>
              <a:gd name="connsiteX107" fmla="*/ 5829951 w 11269336"/>
              <a:gd name="connsiteY107" fmla="*/ 1934755 h 2323145"/>
              <a:gd name="connsiteX108" fmla="*/ 5765285 w 11269336"/>
              <a:gd name="connsiteY108" fmla="*/ 1941322 h 2323145"/>
              <a:gd name="connsiteX109" fmla="*/ 5734750 w 11269336"/>
              <a:gd name="connsiteY109" fmla="*/ 1939793 h 2323145"/>
              <a:gd name="connsiteX110" fmla="*/ 5733569 w 11269336"/>
              <a:gd name="connsiteY110" fmla="*/ 1940505 h 2323145"/>
              <a:gd name="connsiteX111" fmla="*/ 5730329 w 11269336"/>
              <a:gd name="connsiteY111" fmla="*/ 1937845 h 2323145"/>
              <a:gd name="connsiteX112" fmla="*/ 5724661 w 11269336"/>
              <a:gd name="connsiteY112" fmla="*/ 1937455 h 2323145"/>
              <a:gd name="connsiteX113" fmla="*/ 5710186 w 11269336"/>
              <a:gd name="connsiteY113" fmla="*/ 1941370 h 2323145"/>
              <a:gd name="connsiteX114" fmla="*/ 5704910 w 11269336"/>
              <a:gd name="connsiteY114" fmla="*/ 1943663 h 2323145"/>
              <a:gd name="connsiteX115" fmla="*/ 5696836 w 11269336"/>
              <a:gd name="connsiteY115" fmla="*/ 1945271 h 2323145"/>
              <a:gd name="connsiteX116" fmla="*/ 5696583 w 11269336"/>
              <a:gd name="connsiteY116" fmla="*/ 1945050 h 2323145"/>
              <a:gd name="connsiteX117" fmla="*/ 5689123 w 11269336"/>
              <a:gd name="connsiteY117" fmla="*/ 1947067 h 2323145"/>
              <a:gd name="connsiteX118" fmla="*/ 5653291 w 11269336"/>
              <a:gd name="connsiteY118" fmla="*/ 1960245 h 2323145"/>
              <a:gd name="connsiteX119" fmla="*/ 5599385 w 11269336"/>
              <a:gd name="connsiteY119" fmla="*/ 1945198 h 2323145"/>
              <a:gd name="connsiteX120" fmla="*/ 5578300 w 11269336"/>
              <a:gd name="connsiteY120" fmla="*/ 1944963 h 2323145"/>
              <a:gd name="connsiteX121" fmla="*/ 5566758 w 11269336"/>
              <a:gd name="connsiteY121" fmla="*/ 1943441 h 2323145"/>
              <a:gd name="connsiteX122" fmla="*/ 5565857 w 11269336"/>
              <a:gd name="connsiteY122" fmla="*/ 1942445 h 2323145"/>
              <a:gd name="connsiteX123" fmla="*/ 5531534 w 11269336"/>
              <a:gd name="connsiteY123" fmla="*/ 1955208 h 2323145"/>
              <a:gd name="connsiteX124" fmla="*/ 5526552 w 11269336"/>
              <a:gd name="connsiteY124" fmla="*/ 1954799 h 2323145"/>
              <a:gd name="connsiteX125" fmla="*/ 5504723 w 11269336"/>
              <a:gd name="connsiteY125" fmla="*/ 1965811 h 2323145"/>
              <a:gd name="connsiteX126" fmla="*/ 5493156 w 11269336"/>
              <a:gd name="connsiteY126" fmla="*/ 1970063 h 2323145"/>
              <a:gd name="connsiteX127" fmla="*/ 5490486 w 11269336"/>
              <a:gd name="connsiteY127" fmla="*/ 1974227 h 2323145"/>
              <a:gd name="connsiteX128" fmla="*/ 5473107 w 11269336"/>
              <a:gd name="connsiteY128" fmla="*/ 1979001 h 2323145"/>
              <a:gd name="connsiteX129" fmla="*/ 5470885 w 11269336"/>
              <a:gd name="connsiteY129" fmla="*/ 1978432 h 2323145"/>
              <a:gd name="connsiteX130" fmla="*/ 5457393 w 11269336"/>
              <a:gd name="connsiteY130" fmla="*/ 1986525 h 2323145"/>
              <a:gd name="connsiteX131" fmla="*/ 5447102 w 11269336"/>
              <a:gd name="connsiteY131" fmla="*/ 1998329 h 2323145"/>
              <a:gd name="connsiteX132" fmla="*/ 5159151 w 11269336"/>
              <a:gd name="connsiteY132" fmla="*/ 2029640 h 2323145"/>
              <a:gd name="connsiteX133" fmla="*/ 5098838 w 11269336"/>
              <a:gd name="connsiteY133" fmla="*/ 2062961 h 2323145"/>
              <a:gd name="connsiteX134" fmla="*/ 4860988 w 11269336"/>
              <a:gd name="connsiteY134" fmla="*/ 2135698 h 2323145"/>
              <a:gd name="connsiteX135" fmla="*/ 4765388 w 11269336"/>
              <a:gd name="connsiteY135" fmla="*/ 2162525 h 2323145"/>
              <a:gd name="connsiteX136" fmla="*/ 4745033 w 11269336"/>
              <a:gd name="connsiteY136" fmla="*/ 2158859 h 2323145"/>
              <a:gd name="connsiteX137" fmla="*/ 4741475 w 11269336"/>
              <a:gd name="connsiteY137" fmla="*/ 2157998 h 2323145"/>
              <a:gd name="connsiteX138" fmla="*/ 4728247 w 11269336"/>
              <a:gd name="connsiteY138" fmla="*/ 2159526 h 2323145"/>
              <a:gd name="connsiteX139" fmla="*/ 4723263 w 11269336"/>
              <a:gd name="connsiteY139" fmla="*/ 2153742 h 2323145"/>
              <a:gd name="connsiteX140" fmla="*/ 4593061 w 11269336"/>
              <a:gd name="connsiteY140" fmla="*/ 2171597 h 2323145"/>
              <a:gd name="connsiteX141" fmla="*/ 4467257 w 11269336"/>
              <a:gd name="connsiteY141" fmla="*/ 2196121 h 2323145"/>
              <a:gd name="connsiteX142" fmla="*/ 4405765 w 11269336"/>
              <a:gd name="connsiteY142" fmla="*/ 2199902 h 2323145"/>
              <a:gd name="connsiteX143" fmla="*/ 4401354 w 11269336"/>
              <a:gd name="connsiteY143" fmla="*/ 2194745 h 2323145"/>
              <a:gd name="connsiteX144" fmla="*/ 4366646 w 11269336"/>
              <a:gd name="connsiteY144" fmla="*/ 2198564 h 2323145"/>
              <a:gd name="connsiteX145" fmla="*/ 4354009 w 11269336"/>
              <a:gd name="connsiteY145" fmla="*/ 2204984 h 2323145"/>
              <a:gd name="connsiteX146" fmla="*/ 4348284 w 11269336"/>
              <a:gd name="connsiteY146" fmla="*/ 2205270 h 2323145"/>
              <a:gd name="connsiteX147" fmla="*/ 4333906 w 11269336"/>
              <a:gd name="connsiteY147" fmla="*/ 2205251 h 2323145"/>
              <a:gd name="connsiteX148" fmla="*/ 4308819 w 11269336"/>
              <a:gd name="connsiteY148" fmla="*/ 2203822 h 2323145"/>
              <a:gd name="connsiteX149" fmla="*/ 4301210 w 11269336"/>
              <a:gd name="connsiteY149" fmla="*/ 2204456 h 2323145"/>
              <a:gd name="connsiteX150" fmla="*/ 4283095 w 11269336"/>
              <a:gd name="connsiteY150" fmla="*/ 2198177 h 2323145"/>
              <a:gd name="connsiteX151" fmla="*/ 4250119 w 11269336"/>
              <a:gd name="connsiteY151" fmla="*/ 2196342 h 2323145"/>
              <a:gd name="connsiteX152" fmla="*/ 4189203 w 11269336"/>
              <a:gd name="connsiteY152" fmla="*/ 2178994 h 2323145"/>
              <a:gd name="connsiteX153" fmla="*/ 4154035 w 11269336"/>
              <a:gd name="connsiteY153" fmla="*/ 2171950 h 2323145"/>
              <a:gd name="connsiteX154" fmla="*/ 4129569 w 11269336"/>
              <a:gd name="connsiteY154" fmla="*/ 2163850 h 2323145"/>
              <a:gd name="connsiteX155" fmla="*/ 4061250 w 11269336"/>
              <a:gd name="connsiteY155" fmla="*/ 2159236 h 2323145"/>
              <a:gd name="connsiteX156" fmla="*/ 3945480 w 11269336"/>
              <a:gd name="connsiteY156" fmla="*/ 2158279 h 2323145"/>
              <a:gd name="connsiteX157" fmla="*/ 3921468 w 11269336"/>
              <a:gd name="connsiteY157" fmla="*/ 2156588 h 2323145"/>
              <a:gd name="connsiteX158" fmla="*/ 3903348 w 11269336"/>
              <a:gd name="connsiteY158" fmla="*/ 2149220 h 2323145"/>
              <a:gd name="connsiteX159" fmla="*/ 3901342 w 11269336"/>
              <a:gd name="connsiteY159" fmla="*/ 2142355 h 2323145"/>
              <a:gd name="connsiteX160" fmla="*/ 3888539 w 11269336"/>
              <a:gd name="connsiteY160" fmla="*/ 2140476 h 2323145"/>
              <a:gd name="connsiteX161" fmla="*/ 3885662 w 11269336"/>
              <a:gd name="connsiteY161" fmla="*/ 2138740 h 2323145"/>
              <a:gd name="connsiteX162" fmla="*/ 3868627 w 11269336"/>
              <a:gd name="connsiteY162" fmla="*/ 2130023 h 2323145"/>
              <a:gd name="connsiteX163" fmla="*/ 3819177 w 11269336"/>
              <a:gd name="connsiteY163" fmla="*/ 2142111 h 2323145"/>
              <a:gd name="connsiteX164" fmla="*/ 3769100 w 11269336"/>
              <a:gd name="connsiteY164" fmla="*/ 2131731 h 2323145"/>
              <a:gd name="connsiteX165" fmla="*/ 3562752 w 11269336"/>
              <a:gd name="connsiteY165" fmla="*/ 2131785 h 2323145"/>
              <a:gd name="connsiteX166" fmla="*/ 3541402 w 11269336"/>
              <a:gd name="connsiteY166" fmla="*/ 2106821 h 2323145"/>
              <a:gd name="connsiteX167" fmla="*/ 3365341 w 11269336"/>
              <a:gd name="connsiteY167" fmla="*/ 2077638 h 2323145"/>
              <a:gd name="connsiteX168" fmla="*/ 3170922 w 11269336"/>
              <a:gd name="connsiteY168" fmla="*/ 2115957 h 2323145"/>
              <a:gd name="connsiteX169" fmla="*/ 3156256 w 11269336"/>
              <a:gd name="connsiteY169" fmla="*/ 2124773 h 2323145"/>
              <a:gd name="connsiteX170" fmla="*/ 3140298 w 11269336"/>
              <a:gd name="connsiteY170" fmla="*/ 2129182 h 2323145"/>
              <a:gd name="connsiteX171" fmla="*/ 3138514 w 11269336"/>
              <a:gd name="connsiteY171" fmla="*/ 2128069 h 2323145"/>
              <a:gd name="connsiteX172" fmla="*/ 3120467 w 11269336"/>
              <a:gd name="connsiteY172" fmla="*/ 2128281 h 2323145"/>
              <a:gd name="connsiteX173" fmla="*/ 3116175 w 11269336"/>
              <a:gd name="connsiteY173" fmla="*/ 2131633 h 2323145"/>
              <a:gd name="connsiteX174" fmla="*/ 3103685 w 11269336"/>
              <a:gd name="connsiteY174" fmla="*/ 2132814 h 2323145"/>
              <a:gd name="connsiteX175" fmla="*/ 3078794 w 11269336"/>
              <a:gd name="connsiteY175" fmla="*/ 2137935 h 2323145"/>
              <a:gd name="connsiteX176" fmla="*/ 3074407 w 11269336"/>
              <a:gd name="connsiteY176" fmla="*/ 2136274 h 2323145"/>
              <a:gd name="connsiteX177" fmla="*/ 3037285 w 11269336"/>
              <a:gd name="connsiteY177" fmla="*/ 2139919 h 2323145"/>
              <a:gd name="connsiteX178" fmla="*/ 3036901 w 11269336"/>
              <a:gd name="connsiteY178" fmla="*/ 2138726 h 2323145"/>
              <a:gd name="connsiteX179" fmla="*/ 3026996 w 11269336"/>
              <a:gd name="connsiteY179" fmla="*/ 2134322 h 2323145"/>
              <a:gd name="connsiteX180" fmla="*/ 3007772 w 11269336"/>
              <a:gd name="connsiteY180" fmla="*/ 2128742 h 2323145"/>
              <a:gd name="connsiteX181" fmla="*/ 2965030 w 11269336"/>
              <a:gd name="connsiteY181" fmla="*/ 2100494 h 2323145"/>
              <a:gd name="connsiteX182" fmla="*/ 2926342 w 11269336"/>
              <a:gd name="connsiteY182" fmla="*/ 2104155 h 2323145"/>
              <a:gd name="connsiteX183" fmla="*/ 2918608 w 11269336"/>
              <a:gd name="connsiteY183" fmla="*/ 2104215 h 2323145"/>
              <a:gd name="connsiteX184" fmla="*/ 2918475 w 11269336"/>
              <a:gd name="connsiteY184" fmla="*/ 2103937 h 2323145"/>
              <a:gd name="connsiteX185" fmla="*/ 2910360 w 11269336"/>
              <a:gd name="connsiteY185" fmla="*/ 2103444 h 2323145"/>
              <a:gd name="connsiteX186" fmla="*/ 2904507 w 11269336"/>
              <a:gd name="connsiteY186" fmla="*/ 2104326 h 2323145"/>
              <a:gd name="connsiteX187" fmla="*/ 2889503 w 11269336"/>
              <a:gd name="connsiteY187" fmla="*/ 2104443 h 2323145"/>
              <a:gd name="connsiteX188" fmla="*/ 2884480 w 11269336"/>
              <a:gd name="connsiteY188" fmla="*/ 2102626 h 2323145"/>
              <a:gd name="connsiteX189" fmla="*/ 2882689 w 11269336"/>
              <a:gd name="connsiteY189" fmla="*/ 2099228 h 2323145"/>
              <a:gd name="connsiteX190" fmla="*/ 2881291 w 11269336"/>
              <a:gd name="connsiteY190" fmla="*/ 2099618 h 2323145"/>
              <a:gd name="connsiteX191" fmla="*/ 2853979 w 11269336"/>
              <a:gd name="connsiteY191" fmla="*/ 2090388 h 2323145"/>
              <a:gd name="connsiteX192" fmla="*/ 2791790 w 11269336"/>
              <a:gd name="connsiteY192" fmla="*/ 2080332 h 2323145"/>
              <a:gd name="connsiteX193" fmla="*/ 2755844 w 11269336"/>
              <a:gd name="connsiteY193" fmla="*/ 2078874 h 2323145"/>
              <a:gd name="connsiteX194" fmla="*/ 2657742 w 11269336"/>
              <a:gd name="connsiteY194" fmla="*/ 2070179 h 2323145"/>
              <a:gd name="connsiteX195" fmla="*/ 2559549 w 11269336"/>
              <a:gd name="connsiteY195" fmla="*/ 2057873 h 2323145"/>
              <a:gd name="connsiteX196" fmla="*/ 2512054 w 11269336"/>
              <a:gd name="connsiteY196" fmla="*/ 2031671 h 2323145"/>
              <a:gd name="connsiteX197" fmla="*/ 2506437 w 11269336"/>
              <a:gd name="connsiteY197" fmla="*/ 2030918 h 2323145"/>
              <a:gd name="connsiteX198" fmla="*/ 2491752 w 11269336"/>
              <a:gd name="connsiteY198" fmla="*/ 2033906 h 2323145"/>
              <a:gd name="connsiteX199" fmla="*/ 2486338 w 11269336"/>
              <a:gd name="connsiteY199" fmla="*/ 2035862 h 2323145"/>
              <a:gd name="connsiteX200" fmla="*/ 2478186 w 11269336"/>
              <a:gd name="connsiteY200" fmla="*/ 2036953 h 2323145"/>
              <a:gd name="connsiteX201" fmla="*/ 2477950 w 11269336"/>
              <a:gd name="connsiteY201" fmla="*/ 2036715 h 2323145"/>
              <a:gd name="connsiteX202" fmla="*/ 2470381 w 11269336"/>
              <a:gd name="connsiteY202" fmla="*/ 2038256 h 2323145"/>
              <a:gd name="connsiteX203" fmla="*/ 2433781 w 11269336"/>
              <a:gd name="connsiteY203" fmla="*/ 2049140 h 2323145"/>
              <a:gd name="connsiteX204" fmla="*/ 2381172 w 11269336"/>
              <a:gd name="connsiteY204" fmla="*/ 2030645 h 2323145"/>
              <a:gd name="connsiteX205" fmla="*/ 2360198 w 11269336"/>
              <a:gd name="connsiteY205" fmla="*/ 2029059 h 2323145"/>
              <a:gd name="connsiteX206" fmla="*/ 2348815 w 11269336"/>
              <a:gd name="connsiteY206" fmla="*/ 2026798 h 2323145"/>
              <a:gd name="connsiteX207" fmla="*/ 2347988 w 11269336"/>
              <a:gd name="connsiteY207" fmla="*/ 2025745 h 2323145"/>
              <a:gd name="connsiteX208" fmla="*/ 2312920 w 11269336"/>
              <a:gd name="connsiteY208" fmla="*/ 2036311 h 2323145"/>
              <a:gd name="connsiteX209" fmla="*/ 2307986 w 11269336"/>
              <a:gd name="connsiteY209" fmla="*/ 2035583 h 2323145"/>
              <a:gd name="connsiteX210" fmla="*/ 2285481 w 11269336"/>
              <a:gd name="connsiteY210" fmla="*/ 2045197 h 2323145"/>
              <a:gd name="connsiteX211" fmla="*/ 2273666 w 11269336"/>
              <a:gd name="connsiteY211" fmla="*/ 2048710 h 2323145"/>
              <a:gd name="connsiteX212" fmla="*/ 2270719 w 11269336"/>
              <a:gd name="connsiteY212" fmla="*/ 2052702 h 2323145"/>
              <a:gd name="connsiteX213" fmla="*/ 2253080 w 11269336"/>
              <a:gd name="connsiteY213" fmla="*/ 2056363 h 2323145"/>
              <a:gd name="connsiteX214" fmla="*/ 2250906 w 11269336"/>
              <a:gd name="connsiteY214" fmla="*/ 2055654 h 2323145"/>
              <a:gd name="connsiteX215" fmla="*/ 2236905 w 11269336"/>
              <a:gd name="connsiteY215" fmla="*/ 2062882 h 2323145"/>
              <a:gd name="connsiteX216" fmla="*/ 2225830 w 11269336"/>
              <a:gd name="connsiteY216" fmla="*/ 2074027 h 2323145"/>
              <a:gd name="connsiteX217" fmla="*/ 2073776 w 11269336"/>
              <a:gd name="connsiteY217" fmla="*/ 2089244 h 2323145"/>
              <a:gd name="connsiteX218" fmla="*/ 1948256 w 11269336"/>
              <a:gd name="connsiteY218" fmla="*/ 2146616 h 2323145"/>
              <a:gd name="connsiteX219" fmla="*/ 1865582 w 11269336"/>
              <a:gd name="connsiteY219" fmla="*/ 2153738 h 2323145"/>
              <a:gd name="connsiteX220" fmla="*/ 1835210 w 11269336"/>
              <a:gd name="connsiteY220" fmla="*/ 2134244 h 2323145"/>
              <a:gd name="connsiteX221" fmla="*/ 1632661 w 11269336"/>
              <a:gd name="connsiteY221" fmla="*/ 2173882 h 2323145"/>
              <a:gd name="connsiteX222" fmla="*/ 1579590 w 11269336"/>
              <a:gd name="connsiteY222" fmla="*/ 2173680 h 2323145"/>
              <a:gd name="connsiteX223" fmla="*/ 1535601 w 11269336"/>
              <a:gd name="connsiteY223" fmla="*/ 2194590 h 2323145"/>
              <a:gd name="connsiteX224" fmla="*/ 1515594 w 11269336"/>
              <a:gd name="connsiteY224" fmla="*/ 2189622 h 2323145"/>
              <a:gd name="connsiteX225" fmla="*/ 1512113 w 11269336"/>
              <a:gd name="connsiteY225" fmla="*/ 2188534 h 2323145"/>
              <a:gd name="connsiteX226" fmla="*/ 1498838 w 11269336"/>
              <a:gd name="connsiteY226" fmla="*/ 2189213 h 2323145"/>
              <a:gd name="connsiteX227" fmla="*/ 1494279 w 11269336"/>
              <a:gd name="connsiteY227" fmla="*/ 2183112 h 2323145"/>
              <a:gd name="connsiteX228" fmla="*/ 1473714 w 11269336"/>
              <a:gd name="connsiteY228" fmla="*/ 2179625 h 2323145"/>
              <a:gd name="connsiteX229" fmla="*/ 1449503 w 11269336"/>
              <a:gd name="connsiteY229" fmla="*/ 2182633 h 2323145"/>
              <a:gd name="connsiteX230" fmla="*/ 1266687 w 11269336"/>
              <a:gd name="connsiteY230" fmla="*/ 2212688 h 2323145"/>
              <a:gd name="connsiteX231" fmla="*/ 1239614 w 11269336"/>
              <a:gd name="connsiteY231" fmla="*/ 2209727 h 2323145"/>
              <a:gd name="connsiteX232" fmla="*/ 1202436 w 11269336"/>
              <a:gd name="connsiteY232" fmla="*/ 2209817 h 2323145"/>
              <a:gd name="connsiteX233" fmla="*/ 1136097 w 11269336"/>
              <a:gd name="connsiteY233" fmla="*/ 2205112 h 2323145"/>
              <a:gd name="connsiteX234" fmla="*/ 988232 w 11269336"/>
              <a:gd name="connsiteY234" fmla="*/ 2235635 h 2323145"/>
              <a:gd name="connsiteX235" fmla="*/ 981959 w 11269336"/>
              <a:gd name="connsiteY235" fmla="*/ 2231607 h 2323145"/>
              <a:gd name="connsiteX236" fmla="*/ 938600 w 11269336"/>
              <a:gd name="connsiteY236" fmla="*/ 2238113 h 2323145"/>
              <a:gd name="connsiteX237" fmla="*/ 791788 w 11269336"/>
              <a:gd name="connsiteY237" fmla="*/ 2293224 h 2323145"/>
              <a:gd name="connsiteX238" fmla="*/ 706914 w 11269336"/>
              <a:gd name="connsiteY238" fmla="*/ 2305046 h 2323145"/>
              <a:gd name="connsiteX239" fmla="*/ 675971 w 11269336"/>
              <a:gd name="connsiteY239" fmla="*/ 2304030 h 2323145"/>
              <a:gd name="connsiteX240" fmla="*/ 624180 w 11269336"/>
              <a:gd name="connsiteY240" fmla="*/ 2302650 h 2323145"/>
              <a:gd name="connsiteX241" fmla="*/ 583453 w 11269336"/>
              <a:gd name="connsiteY241" fmla="*/ 2288788 h 2323145"/>
              <a:gd name="connsiteX242" fmla="*/ 540946 w 11269336"/>
              <a:gd name="connsiteY242" fmla="*/ 2292721 h 2323145"/>
              <a:gd name="connsiteX243" fmla="*/ 533680 w 11269336"/>
              <a:gd name="connsiteY243" fmla="*/ 2310233 h 2323145"/>
              <a:gd name="connsiteX244" fmla="*/ 487366 w 11269336"/>
              <a:gd name="connsiteY244" fmla="*/ 2309053 h 2323145"/>
              <a:gd name="connsiteX245" fmla="*/ 416820 w 11269336"/>
              <a:gd name="connsiteY245" fmla="*/ 2305443 h 2323145"/>
              <a:gd name="connsiteX246" fmla="*/ 376805 w 11269336"/>
              <a:gd name="connsiteY246" fmla="*/ 2307647 h 2323145"/>
              <a:gd name="connsiteX247" fmla="*/ 266777 w 11269336"/>
              <a:gd name="connsiteY247" fmla="*/ 2309012 h 2323145"/>
              <a:gd name="connsiteX248" fmla="*/ 156013 w 11269336"/>
              <a:gd name="connsiteY248" fmla="*/ 2306832 h 2323145"/>
              <a:gd name="connsiteX249" fmla="*/ 87258 w 11269336"/>
              <a:gd name="connsiteY249" fmla="*/ 2285511 h 2323145"/>
              <a:gd name="connsiteX250" fmla="*/ 23798 w 11269336"/>
              <a:gd name="connsiteY250" fmla="*/ 2281822 h 2323145"/>
              <a:gd name="connsiteX251" fmla="*/ 0 w 11269336"/>
              <a:gd name="connsiteY251" fmla="*/ 2285369 h 2323145"/>
              <a:gd name="connsiteX252" fmla="*/ 0 w 11269336"/>
              <a:gd name="connsiteY252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561575 w 11269336"/>
              <a:gd name="connsiteY19" fmla="*/ 559978 h 2323145"/>
              <a:gd name="connsiteX20" fmla="*/ 9162278 w 11269336"/>
              <a:gd name="connsiteY20" fmla="*/ 704724 h 2323145"/>
              <a:gd name="connsiteX21" fmla="*/ 9062863 w 11269336"/>
              <a:gd name="connsiteY21" fmla="*/ 754656 h 2323145"/>
              <a:gd name="connsiteX22" fmla="*/ 8914746 w 11269336"/>
              <a:gd name="connsiteY22" fmla="*/ 826428 h 2323145"/>
              <a:gd name="connsiteX23" fmla="*/ 8917778 w 11269336"/>
              <a:gd name="connsiteY23" fmla="*/ 835198 h 2323145"/>
              <a:gd name="connsiteX24" fmla="*/ 8905560 w 11269336"/>
              <a:gd name="connsiteY24" fmla="*/ 838358 h 2323145"/>
              <a:gd name="connsiteX25" fmla="*/ 8897564 w 11269336"/>
              <a:gd name="connsiteY25" fmla="*/ 834287 h 2323145"/>
              <a:gd name="connsiteX26" fmla="*/ 8878040 w 11269336"/>
              <a:gd name="connsiteY26" fmla="*/ 844150 h 2323145"/>
              <a:gd name="connsiteX27" fmla="*/ 8795998 w 11269336"/>
              <a:gd name="connsiteY27" fmla="*/ 863337 h 2323145"/>
              <a:gd name="connsiteX28" fmla="*/ 8776970 w 11269336"/>
              <a:gd name="connsiteY28" fmla="*/ 885177 h 2323145"/>
              <a:gd name="connsiteX29" fmla="*/ 8755719 w 11269336"/>
              <a:gd name="connsiteY29" fmla="*/ 889754 h 2323145"/>
              <a:gd name="connsiteX30" fmla="*/ 8743257 w 11269336"/>
              <a:gd name="connsiteY30" fmla="*/ 904723 h 2323145"/>
              <a:gd name="connsiteX31" fmla="*/ 8721366 w 11269336"/>
              <a:gd name="connsiteY31" fmla="*/ 904711 h 2323145"/>
              <a:gd name="connsiteX32" fmla="*/ 8678353 w 11269336"/>
              <a:gd name="connsiteY32" fmla="*/ 926318 h 2323145"/>
              <a:gd name="connsiteX33" fmla="*/ 8636849 w 11269336"/>
              <a:gd name="connsiteY33" fmla="*/ 937900 h 2323145"/>
              <a:gd name="connsiteX34" fmla="*/ 8620213 w 11269336"/>
              <a:gd name="connsiteY34" fmla="*/ 943068 h 2323145"/>
              <a:gd name="connsiteX35" fmla="*/ 8612581 w 11269336"/>
              <a:gd name="connsiteY35" fmla="*/ 952695 h 2323145"/>
              <a:gd name="connsiteX36" fmla="*/ 8589038 w 11269336"/>
              <a:gd name="connsiteY36" fmla="*/ 963892 h 2323145"/>
              <a:gd name="connsiteX37" fmla="*/ 8579950 w 11269336"/>
              <a:gd name="connsiteY37" fmla="*/ 960899 h 2323145"/>
              <a:gd name="connsiteX38" fmla="*/ 8579319 w 11269336"/>
              <a:gd name="connsiteY38" fmla="*/ 965630 h 2323145"/>
              <a:gd name="connsiteX39" fmla="*/ 8547429 w 11269336"/>
              <a:gd name="connsiteY39" fmla="*/ 984506 h 2323145"/>
              <a:gd name="connsiteX40" fmla="*/ 8478704 w 11269336"/>
              <a:gd name="connsiteY40" fmla="*/ 1025490 h 2323145"/>
              <a:gd name="connsiteX41" fmla="*/ 8461421 w 11269336"/>
              <a:gd name="connsiteY41" fmla="*/ 1035512 h 2323145"/>
              <a:gd name="connsiteX42" fmla="*/ 8445003 w 11269336"/>
              <a:gd name="connsiteY42" fmla="*/ 1036851 h 2323145"/>
              <a:gd name="connsiteX43" fmla="*/ 8357350 w 11269336"/>
              <a:gd name="connsiteY43" fmla="*/ 1060213 h 2323145"/>
              <a:gd name="connsiteX44" fmla="*/ 8335565 w 11269336"/>
              <a:gd name="connsiteY44" fmla="*/ 1061151 h 2323145"/>
              <a:gd name="connsiteX45" fmla="*/ 8325267 w 11269336"/>
              <a:gd name="connsiteY45" fmla="*/ 1055919 h 2323145"/>
              <a:gd name="connsiteX46" fmla="*/ 8293586 w 11269336"/>
              <a:gd name="connsiteY46" fmla="*/ 1076144 h 2323145"/>
              <a:gd name="connsiteX47" fmla="*/ 8242405 w 11269336"/>
              <a:gd name="connsiteY47" fmla="*/ 1095960 h 2323145"/>
              <a:gd name="connsiteX48" fmla="*/ 8197391 w 11269336"/>
              <a:gd name="connsiteY48" fmla="*/ 1107746 h 2323145"/>
              <a:gd name="connsiteX49" fmla="*/ 8081474 w 11269336"/>
              <a:gd name="connsiteY49" fmla="*/ 1130125 h 2323145"/>
              <a:gd name="connsiteX50" fmla="*/ 8053585 w 11269336"/>
              <a:gd name="connsiteY50" fmla="*/ 1129169 h 2323145"/>
              <a:gd name="connsiteX51" fmla="*/ 8038422 w 11269336"/>
              <a:gd name="connsiteY51" fmla="*/ 1119092 h 2323145"/>
              <a:gd name="connsiteX52" fmla="*/ 8029450 w 11269336"/>
              <a:gd name="connsiteY52" fmla="*/ 1125592 h 2323145"/>
              <a:gd name="connsiteX53" fmla="*/ 7959552 w 11269336"/>
              <a:gd name="connsiteY53" fmla="*/ 1140188 h 2323145"/>
              <a:gd name="connsiteX54" fmla="*/ 7914188 w 11269336"/>
              <a:gd name="connsiteY54" fmla="*/ 1150862 h 2323145"/>
              <a:gd name="connsiteX55" fmla="*/ 7914918 w 11269336"/>
              <a:gd name="connsiteY55" fmla="*/ 1168758 h 2323145"/>
              <a:gd name="connsiteX56" fmla="*/ 7875510 w 11269336"/>
              <a:gd name="connsiteY56" fmla="*/ 1183153 h 2323145"/>
              <a:gd name="connsiteX57" fmla="*/ 7829932 w 11269336"/>
              <a:gd name="connsiteY57" fmla="*/ 1180782 h 2323145"/>
              <a:gd name="connsiteX58" fmla="*/ 7779182 w 11269336"/>
              <a:gd name="connsiteY58" fmla="*/ 1192665 h 2323145"/>
              <a:gd name="connsiteX59" fmla="*/ 7748774 w 11269336"/>
              <a:gd name="connsiteY59" fmla="*/ 1199586 h 2323145"/>
              <a:gd name="connsiteX60" fmla="*/ 7671846 w 11269336"/>
              <a:gd name="connsiteY60" fmla="*/ 1231966 h 2323145"/>
              <a:gd name="connsiteX61" fmla="*/ 7554146 w 11269336"/>
              <a:gd name="connsiteY61" fmla="*/ 1319748 h 2323145"/>
              <a:gd name="connsiteX62" fmla="*/ 7515052 w 11269336"/>
              <a:gd name="connsiteY62" fmla="*/ 1336718 h 2323145"/>
              <a:gd name="connsiteX63" fmla="*/ 7507193 w 11269336"/>
              <a:gd name="connsiteY63" fmla="*/ 1334617 h 2323145"/>
              <a:gd name="connsiteX64" fmla="*/ 7461694 w 11269336"/>
              <a:gd name="connsiteY64" fmla="*/ 1375866 h 2323145"/>
              <a:gd name="connsiteX65" fmla="*/ 7377571 w 11269336"/>
              <a:gd name="connsiteY65" fmla="*/ 1400128 h 2323145"/>
              <a:gd name="connsiteX66" fmla="*/ 7311261 w 11269336"/>
              <a:gd name="connsiteY66" fmla="*/ 1412652 h 2323145"/>
              <a:gd name="connsiteX67" fmla="*/ 7275307 w 11269336"/>
              <a:gd name="connsiteY67" fmla="*/ 1422171 h 2323145"/>
              <a:gd name="connsiteX68" fmla="*/ 7247783 w 11269336"/>
              <a:gd name="connsiteY68" fmla="*/ 1426330 h 2323145"/>
              <a:gd name="connsiteX69" fmla="*/ 7185047 w 11269336"/>
              <a:gd name="connsiteY69" fmla="*/ 1451812 h 2323145"/>
              <a:gd name="connsiteX70" fmla="*/ 7084117 w 11269336"/>
              <a:gd name="connsiteY70" fmla="*/ 1500281 h 2323145"/>
              <a:gd name="connsiteX71" fmla="*/ 7062011 w 11269336"/>
              <a:gd name="connsiteY71" fmla="*/ 1509183 h 2323145"/>
              <a:gd name="connsiteX72" fmla="*/ 7040555 w 11269336"/>
              <a:gd name="connsiteY72" fmla="*/ 1511207 h 2323145"/>
              <a:gd name="connsiteX73" fmla="*/ 7033438 w 11269336"/>
              <a:gd name="connsiteY73" fmla="*/ 1506772 h 2323145"/>
              <a:gd name="connsiteX74" fmla="*/ 7020886 w 11269336"/>
              <a:gd name="connsiteY74" fmla="*/ 1510764 h 2323145"/>
              <a:gd name="connsiteX75" fmla="*/ 7017033 w 11269336"/>
              <a:gd name="connsiteY75" fmla="*/ 1510650 h 2323145"/>
              <a:gd name="connsiteX76" fmla="*/ 6995460 w 11269336"/>
              <a:gd name="connsiteY76" fmla="*/ 1511173 h 2323145"/>
              <a:gd name="connsiteX77" fmla="*/ 6962144 w 11269336"/>
              <a:gd name="connsiteY77" fmla="*/ 1541508 h 2323145"/>
              <a:gd name="connsiteX78" fmla="*/ 6910674 w 11269336"/>
              <a:gd name="connsiteY78" fmla="*/ 1554793 h 2323145"/>
              <a:gd name="connsiteX79" fmla="*/ 6732152 w 11269336"/>
              <a:gd name="connsiteY79" fmla="*/ 1642538 h 2323145"/>
              <a:gd name="connsiteX80" fmla="*/ 6694106 w 11269336"/>
              <a:gd name="connsiteY80" fmla="*/ 1632377 h 2323145"/>
              <a:gd name="connsiteX81" fmla="*/ 6617223 w 11269336"/>
              <a:gd name="connsiteY81" fmla="*/ 1659889 h 2323145"/>
              <a:gd name="connsiteX82" fmla="*/ 6521138 w 11269336"/>
              <a:gd name="connsiteY82" fmla="*/ 1744340 h 2323145"/>
              <a:gd name="connsiteX83" fmla="*/ 6380677 w 11269336"/>
              <a:gd name="connsiteY83" fmla="*/ 1796883 h 2323145"/>
              <a:gd name="connsiteX84" fmla="*/ 6374897 w 11269336"/>
              <a:gd name="connsiteY84" fmla="*/ 1809910 h 2323145"/>
              <a:gd name="connsiteX85" fmla="*/ 6364545 w 11269336"/>
              <a:gd name="connsiteY85" fmla="*/ 1820090 h 2323145"/>
              <a:gd name="connsiteX86" fmla="*/ 6362126 w 11269336"/>
              <a:gd name="connsiteY86" fmla="*/ 1819991 h 2323145"/>
              <a:gd name="connsiteX87" fmla="*/ 6346673 w 11269336"/>
              <a:gd name="connsiteY87" fmla="*/ 1827824 h 2323145"/>
              <a:gd name="connsiteX88" fmla="*/ 6345588 w 11269336"/>
              <a:gd name="connsiteY88" fmla="*/ 1832232 h 2323145"/>
              <a:gd name="connsiteX89" fmla="*/ 6335708 w 11269336"/>
              <a:gd name="connsiteY89" fmla="*/ 1838451 h 2323145"/>
              <a:gd name="connsiteX90" fmla="*/ 6318182 w 11269336"/>
              <a:gd name="connsiteY90" fmla="*/ 1852975 h 2323145"/>
              <a:gd name="connsiteX91" fmla="*/ 6313084 w 11269336"/>
              <a:gd name="connsiteY91" fmla="*/ 1853561 h 2323145"/>
              <a:gd name="connsiteX92" fmla="*/ 6283816 w 11269336"/>
              <a:gd name="connsiteY92" fmla="*/ 1872148 h 2323145"/>
              <a:gd name="connsiteX93" fmla="*/ 6282550 w 11269336"/>
              <a:gd name="connsiteY93" fmla="*/ 1871392 h 2323145"/>
              <a:gd name="connsiteX94" fmla="*/ 6270527 w 11269336"/>
              <a:gd name="connsiteY94" fmla="*/ 1872208 h 2323145"/>
              <a:gd name="connsiteX95" fmla="*/ 6249518 w 11269336"/>
              <a:gd name="connsiteY95" fmla="*/ 1876079 h 2323145"/>
              <a:gd name="connsiteX96" fmla="*/ 6190386 w 11269336"/>
              <a:gd name="connsiteY96" fmla="*/ 1872478 h 2323145"/>
              <a:gd name="connsiteX97" fmla="*/ 6159777 w 11269336"/>
              <a:gd name="connsiteY97" fmla="*/ 1891745 h 2323145"/>
              <a:gd name="connsiteX98" fmla="*/ 6153131 w 11269336"/>
              <a:gd name="connsiteY98" fmla="*/ 1895079 h 2323145"/>
              <a:gd name="connsiteX99" fmla="*/ 6152798 w 11269336"/>
              <a:gd name="connsiteY99" fmla="*/ 1894920 h 2323145"/>
              <a:gd name="connsiteX100" fmla="*/ 6145388 w 11269336"/>
              <a:gd name="connsiteY100" fmla="*/ 1897990 h 2323145"/>
              <a:gd name="connsiteX101" fmla="*/ 6141014 w 11269336"/>
              <a:gd name="connsiteY101" fmla="*/ 1901155 h 2323145"/>
              <a:gd name="connsiteX102" fmla="*/ 6128122 w 11269336"/>
              <a:gd name="connsiteY102" fmla="*/ 1907623 h 2323145"/>
              <a:gd name="connsiteX103" fmla="*/ 6122351 w 11269336"/>
              <a:gd name="connsiteY103" fmla="*/ 1908359 h 2323145"/>
              <a:gd name="connsiteX104" fmla="*/ 6064750 w 11269336"/>
              <a:gd name="connsiteY104" fmla="*/ 1896394 h 2323145"/>
              <a:gd name="connsiteX105" fmla="*/ 5964230 w 11269336"/>
              <a:gd name="connsiteY105" fmla="*/ 1910038 h 2323145"/>
              <a:gd name="connsiteX106" fmla="*/ 5865399 w 11269336"/>
              <a:gd name="connsiteY106" fmla="*/ 1926966 h 2323145"/>
              <a:gd name="connsiteX107" fmla="*/ 5829951 w 11269336"/>
              <a:gd name="connsiteY107" fmla="*/ 1934755 h 2323145"/>
              <a:gd name="connsiteX108" fmla="*/ 5765285 w 11269336"/>
              <a:gd name="connsiteY108" fmla="*/ 1941322 h 2323145"/>
              <a:gd name="connsiteX109" fmla="*/ 5734750 w 11269336"/>
              <a:gd name="connsiteY109" fmla="*/ 1939793 h 2323145"/>
              <a:gd name="connsiteX110" fmla="*/ 5733569 w 11269336"/>
              <a:gd name="connsiteY110" fmla="*/ 1940505 h 2323145"/>
              <a:gd name="connsiteX111" fmla="*/ 5730329 w 11269336"/>
              <a:gd name="connsiteY111" fmla="*/ 1937845 h 2323145"/>
              <a:gd name="connsiteX112" fmla="*/ 5724661 w 11269336"/>
              <a:gd name="connsiteY112" fmla="*/ 1937455 h 2323145"/>
              <a:gd name="connsiteX113" fmla="*/ 5710186 w 11269336"/>
              <a:gd name="connsiteY113" fmla="*/ 1941370 h 2323145"/>
              <a:gd name="connsiteX114" fmla="*/ 5704910 w 11269336"/>
              <a:gd name="connsiteY114" fmla="*/ 1943663 h 2323145"/>
              <a:gd name="connsiteX115" fmla="*/ 5696836 w 11269336"/>
              <a:gd name="connsiteY115" fmla="*/ 1945271 h 2323145"/>
              <a:gd name="connsiteX116" fmla="*/ 5696583 w 11269336"/>
              <a:gd name="connsiteY116" fmla="*/ 1945050 h 2323145"/>
              <a:gd name="connsiteX117" fmla="*/ 5689123 w 11269336"/>
              <a:gd name="connsiteY117" fmla="*/ 1947067 h 2323145"/>
              <a:gd name="connsiteX118" fmla="*/ 5653291 w 11269336"/>
              <a:gd name="connsiteY118" fmla="*/ 1960245 h 2323145"/>
              <a:gd name="connsiteX119" fmla="*/ 5599385 w 11269336"/>
              <a:gd name="connsiteY119" fmla="*/ 1945198 h 2323145"/>
              <a:gd name="connsiteX120" fmla="*/ 5578300 w 11269336"/>
              <a:gd name="connsiteY120" fmla="*/ 1944963 h 2323145"/>
              <a:gd name="connsiteX121" fmla="*/ 5566758 w 11269336"/>
              <a:gd name="connsiteY121" fmla="*/ 1943441 h 2323145"/>
              <a:gd name="connsiteX122" fmla="*/ 5565857 w 11269336"/>
              <a:gd name="connsiteY122" fmla="*/ 1942445 h 2323145"/>
              <a:gd name="connsiteX123" fmla="*/ 5531534 w 11269336"/>
              <a:gd name="connsiteY123" fmla="*/ 1955208 h 2323145"/>
              <a:gd name="connsiteX124" fmla="*/ 5526552 w 11269336"/>
              <a:gd name="connsiteY124" fmla="*/ 1954799 h 2323145"/>
              <a:gd name="connsiteX125" fmla="*/ 5504723 w 11269336"/>
              <a:gd name="connsiteY125" fmla="*/ 1965811 h 2323145"/>
              <a:gd name="connsiteX126" fmla="*/ 5493156 w 11269336"/>
              <a:gd name="connsiteY126" fmla="*/ 1970063 h 2323145"/>
              <a:gd name="connsiteX127" fmla="*/ 5490486 w 11269336"/>
              <a:gd name="connsiteY127" fmla="*/ 1974227 h 2323145"/>
              <a:gd name="connsiteX128" fmla="*/ 5473107 w 11269336"/>
              <a:gd name="connsiteY128" fmla="*/ 1979001 h 2323145"/>
              <a:gd name="connsiteX129" fmla="*/ 5470885 w 11269336"/>
              <a:gd name="connsiteY129" fmla="*/ 1978432 h 2323145"/>
              <a:gd name="connsiteX130" fmla="*/ 5457393 w 11269336"/>
              <a:gd name="connsiteY130" fmla="*/ 1986525 h 2323145"/>
              <a:gd name="connsiteX131" fmla="*/ 5447102 w 11269336"/>
              <a:gd name="connsiteY131" fmla="*/ 1998329 h 2323145"/>
              <a:gd name="connsiteX132" fmla="*/ 5159151 w 11269336"/>
              <a:gd name="connsiteY132" fmla="*/ 2029640 h 2323145"/>
              <a:gd name="connsiteX133" fmla="*/ 5098838 w 11269336"/>
              <a:gd name="connsiteY133" fmla="*/ 2062961 h 2323145"/>
              <a:gd name="connsiteX134" fmla="*/ 4860988 w 11269336"/>
              <a:gd name="connsiteY134" fmla="*/ 2135698 h 2323145"/>
              <a:gd name="connsiteX135" fmla="*/ 4765388 w 11269336"/>
              <a:gd name="connsiteY135" fmla="*/ 2162525 h 2323145"/>
              <a:gd name="connsiteX136" fmla="*/ 4745033 w 11269336"/>
              <a:gd name="connsiteY136" fmla="*/ 2158859 h 2323145"/>
              <a:gd name="connsiteX137" fmla="*/ 4741475 w 11269336"/>
              <a:gd name="connsiteY137" fmla="*/ 2157998 h 2323145"/>
              <a:gd name="connsiteX138" fmla="*/ 4728247 w 11269336"/>
              <a:gd name="connsiteY138" fmla="*/ 2159526 h 2323145"/>
              <a:gd name="connsiteX139" fmla="*/ 4723263 w 11269336"/>
              <a:gd name="connsiteY139" fmla="*/ 2153742 h 2323145"/>
              <a:gd name="connsiteX140" fmla="*/ 4593061 w 11269336"/>
              <a:gd name="connsiteY140" fmla="*/ 2171597 h 2323145"/>
              <a:gd name="connsiteX141" fmla="*/ 4405765 w 11269336"/>
              <a:gd name="connsiteY141" fmla="*/ 2199902 h 2323145"/>
              <a:gd name="connsiteX142" fmla="*/ 4401354 w 11269336"/>
              <a:gd name="connsiteY142" fmla="*/ 2194745 h 2323145"/>
              <a:gd name="connsiteX143" fmla="*/ 4366646 w 11269336"/>
              <a:gd name="connsiteY143" fmla="*/ 2198564 h 2323145"/>
              <a:gd name="connsiteX144" fmla="*/ 4354009 w 11269336"/>
              <a:gd name="connsiteY144" fmla="*/ 2204984 h 2323145"/>
              <a:gd name="connsiteX145" fmla="*/ 4348284 w 11269336"/>
              <a:gd name="connsiteY145" fmla="*/ 2205270 h 2323145"/>
              <a:gd name="connsiteX146" fmla="*/ 4333906 w 11269336"/>
              <a:gd name="connsiteY146" fmla="*/ 2205251 h 2323145"/>
              <a:gd name="connsiteX147" fmla="*/ 4308819 w 11269336"/>
              <a:gd name="connsiteY147" fmla="*/ 2203822 h 2323145"/>
              <a:gd name="connsiteX148" fmla="*/ 4301210 w 11269336"/>
              <a:gd name="connsiteY148" fmla="*/ 2204456 h 2323145"/>
              <a:gd name="connsiteX149" fmla="*/ 4283095 w 11269336"/>
              <a:gd name="connsiteY149" fmla="*/ 2198177 h 2323145"/>
              <a:gd name="connsiteX150" fmla="*/ 4250119 w 11269336"/>
              <a:gd name="connsiteY150" fmla="*/ 2196342 h 2323145"/>
              <a:gd name="connsiteX151" fmla="*/ 4189203 w 11269336"/>
              <a:gd name="connsiteY151" fmla="*/ 2178994 h 2323145"/>
              <a:gd name="connsiteX152" fmla="*/ 4154035 w 11269336"/>
              <a:gd name="connsiteY152" fmla="*/ 2171950 h 2323145"/>
              <a:gd name="connsiteX153" fmla="*/ 4129569 w 11269336"/>
              <a:gd name="connsiteY153" fmla="*/ 2163850 h 2323145"/>
              <a:gd name="connsiteX154" fmla="*/ 4061250 w 11269336"/>
              <a:gd name="connsiteY154" fmla="*/ 2159236 h 2323145"/>
              <a:gd name="connsiteX155" fmla="*/ 3945480 w 11269336"/>
              <a:gd name="connsiteY155" fmla="*/ 2158279 h 2323145"/>
              <a:gd name="connsiteX156" fmla="*/ 3921468 w 11269336"/>
              <a:gd name="connsiteY156" fmla="*/ 2156588 h 2323145"/>
              <a:gd name="connsiteX157" fmla="*/ 3903348 w 11269336"/>
              <a:gd name="connsiteY157" fmla="*/ 2149220 h 2323145"/>
              <a:gd name="connsiteX158" fmla="*/ 3901342 w 11269336"/>
              <a:gd name="connsiteY158" fmla="*/ 2142355 h 2323145"/>
              <a:gd name="connsiteX159" fmla="*/ 3888539 w 11269336"/>
              <a:gd name="connsiteY159" fmla="*/ 2140476 h 2323145"/>
              <a:gd name="connsiteX160" fmla="*/ 3885662 w 11269336"/>
              <a:gd name="connsiteY160" fmla="*/ 2138740 h 2323145"/>
              <a:gd name="connsiteX161" fmla="*/ 3868627 w 11269336"/>
              <a:gd name="connsiteY161" fmla="*/ 2130023 h 2323145"/>
              <a:gd name="connsiteX162" fmla="*/ 3819177 w 11269336"/>
              <a:gd name="connsiteY162" fmla="*/ 2142111 h 2323145"/>
              <a:gd name="connsiteX163" fmla="*/ 3769100 w 11269336"/>
              <a:gd name="connsiteY163" fmla="*/ 2131731 h 2323145"/>
              <a:gd name="connsiteX164" fmla="*/ 3562752 w 11269336"/>
              <a:gd name="connsiteY164" fmla="*/ 2131785 h 2323145"/>
              <a:gd name="connsiteX165" fmla="*/ 3541402 w 11269336"/>
              <a:gd name="connsiteY165" fmla="*/ 2106821 h 2323145"/>
              <a:gd name="connsiteX166" fmla="*/ 3365341 w 11269336"/>
              <a:gd name="connsiteY166" fmla="*/ 2077638 h 2323145"/>
              <a:gd name="connsiteX167" fmla="*/ 3170922 w 11269336"/>
              <a:gd name="connsiteY167" fmla="*/ 2115957 h 2323145"/>
              <a:gd name="connsiteX168" fmla="*/ 3156256 w 11269336"/>
              <a:gd name="connsiteY168" fmla="*/ 2124773 h 2323145"/>
              <a:gd name="connsiteX169" fmla="*/ 3140298 w 11269336"/>
              <a:gd name="connsiteY169" fmla="*/ 2129182 h 2323145"/>
              <a:gd name="connsiteX170" fmla="*/ 3138514 w 11269336"/>
              <a:gd name="connsiteY170" fmla="*/ 2128069 h 2323145"/>
              <a:gd name="connsiteX171" fmla="*/ 3120467 w 11269336"/>
              <a:gd name="connsiteY171" fmla="*/ 2128281 h 2323145"/>
              <a:gd name="connsiteX172" fmla="*/ 3116175 w 11269336"/>
              <a:gd name="connsiteY172" fmla="*/ 2131633 h 2323145"/>
              <a:gd name="connsiteX173" fmla="*/ 3103685 w 11269336"/>
              <a:gd name="connsiteY173" fmla="*/ 2132814 h 2323145"/>
              <a:gd name="connsiteX174" fmla="*/ 3078794 w 11269336"/>
              <a:gd name="connsiteY174" fmla="*/ 2137935 h 2323145"/>
              <a:gd name="connsiteX175" fmla="*/ 3074407 w 11269336"/>
              <a:gd name="connsiteY175" fmla="*/ 2136274 h 2323145"/>
              <a:gd name="connsiteX176" fmla="*/ 3037285 w 11269336"/>
              <a:gd name="connsiteY176" fmla="*/ 2139919 h 2323145"/>
              <a:gd name="connsiteX177" fmla="*/ 3036901 w 11269336"/>
              <a:gd name="connsiteY177" fmla="*/ 2138726 h 2323145"/>
              <a:gd name="connsiteX178" fmla="*/ 3026996 w 11269336"/>
              <a:gd name="connsiteY178" fmla="*/ 2134322 h 2323145"/>
              <a:gd name="connsiteX179" fmla="*/ 3007772 w 11269336"/>
              <a:gd name="connsiteY179" fmla="*/ 2128742 h 2323145"/>
              <a:gd name="connsiteX180" fmla="*/ 2965030 w 11269336"/>
              <a:gd name="connsiteY180" fmla="*/ 2100494 h 2323145"/>
              <a:gd name="connsiteX181" fmla="*/ 2926342 w 11269336"/>
              <a:gd name="connsiteY181" fmla="*/ 2104155 h 2323145"/>
              <a:gd name="connsiteX182" fmla="*/ 2918608 w 11269336"/>
              <a:gd name="connsiteY182" fmla="*/ 2104215 h 2323145"/>
              <a:gd name="connsiteX183" fmla="*/ 2918475 w 11269336"/>
              <a:gd name="connsiteY183" fmla="*/ 2103937 h 2323145"/>
              <a:gd name="connsiteX184" fmla="*/ 2910360 w 11269336"/>
              <a:gd name="connsiteY184" fmla="*/ 2103444 h 2323145"/>
              <a:gd name="connsiteX185" fmla="*/ 2904507 w 11269336"/>
              <a:gd name="connsiteY185" fmla="*/ 2104326 h 2323145"/>
              <a:gd name="connsiteX186" fmla="*/ 2889503 w 11269336"/>
              <a:gd name="connsiteY186" fmla="*/ 2104443 h 2323145"/>
              <a:gd name="connsiteX187" fmla="*/ 2884480 w 11269336"/>
              <a:gd name="connsiteY187" fmla="*/ 2102626 h 2323145"/>
              <a:gd name="connsiteX188" fmla="*/ 2882689 w 11269336"/>
              <a:gd name="connsiteY188" fmla="*/ 2099228 h 2323145"/>
              <a:gd name="connsiteX189" fmla="*/ 2881291 w 11269336"/>
              <a:gd name="connsiteY189" fmla="*/ 2099618 h 2323145"/>
              <a:gd name="connsiteX190" fmla="*/ 2853979 w 11269336"/>
              <a:gd name="connsiteY190" fmla="*/ 2090388 h 2323145"/>
              <a:gd name="connsiteX191" fmla="*/ 2791790 w 11269336"/>
              <a:gd name="connsiteY191" fmla="*/ 2080332 h 2323145"/>
              <a:gd name="connsiteX192" fmla="*/ 2755844 w 11269336"/>
              <a:gd name="connsiteY192" fmla="*/ 2078874 h 2323145"/>
              <a:gd name="connsiteX193" fmla="*/ 2657742 w 11269336"/>
              <a:gd name="connsiteY193" fmla="*/ 2070179 h 2323145"/>
              <a:gd name="connsiteX194" fmla="*/ 2559549 w 11269336"/>
              <a:gd name="connsiteY194" fmla="*/ 2057873 h 2323145"/>
              <a:gd name="connsiteX195" fmla="*/ 2512054 w 11269336"/>
              <a:gd name="connsiteY195" fmla="*/ 2031671 h 2323145"/>
              <a:gd name="connsiteX196" fmla="*/ 2506437 w 11269336"/>
              <a:gd name="connsiteY196" fmla="*/ 2030918 h 2323145"/>
              <a:gd name="connsiteX197" fmla="*/ 2491752 w 11269336"/>
              <a:gd name="connsiteY197" fmla="*/ 2033906 h 2323145"/>
              <a:gd name="connsiteX198" fmla="*/ 2486338 w 11269336"/>
              <a:gd name="connsiteY198" fmla="*/ 2035862 h 2323145"/>
              <a:gd name="connsiteX199" fmla="*/ 2478186 w 11269336"/>
              <a:gd name="connsiteY199" fmla="*/ 2036953 h 2323145"/>
              <a:gd name="connsiteX200" fmla="*/ 2477950 w 11269336"/>
              <a:gd name="connsiteY200" fmla="*/ 2036715 h 2323145"/>
              <a:gd name="connsiteX201" fmla="*/ 2470381 w 11269336"/>
              <a:gd name="connsiteY201" fmla="*/ 2038256 h 2323145"/>
              <a:gd name="connsiteX202" fmla="*/ 2433781 w 11269336"/>
              <a:gd name="connsiteY202" fmla="*/ 2049140 h 2323145"/>
              <a:gd name="connsiteX203" fmla="*/ 2381172 w 11269336"/>
              <a:gd name="connsiteY203" fmla="*/ 2030645 h 2323145"/>
              <a:gd name="connsiteX204" fmla="*/ 2360198 w 11269336"/>
              <a:gd name="connsiteY204" fmla="*/ 2029059 h 2323145"/>
              <a:gd name="connsiteX205" fmla="*/ 2348815 w 11269336"/>
              <a:gd name="connsiteY205" fmla="*/ 2026798 h 2323145"/>
              <a:gd name="connsiteX206" fmla="*/ 2347988 w 11269336"/>
              <a:gd name="connsiteY206" fmla="*/ 2025745 h 2323145"/>
              <a:gd name="connsiteX207" fmla="*/ 2312920 w 11269336"/>
              <a:gd name="connsiteY207" fmla="*/ 2036311 h 2323145"/>
              <a:gd name="connsiteX208" fmla="*/ 2307986 w 11269336"/>
              <a:gd name="connsiteY208" fmla="*/ 2035583 h 2323145"/>
              <a:gd name="connsiteX209" fmla="*/ 2285481 w 11269336"/>
              <a:gd name="connsiteY209" fmla="*/ 2045197 h 2323145"/>
              <a:gd name="connsiteX210" fmla="*/ 2273666 w 11269336"/>
              <a:gd name="connsiteY210" fmla="*/ 2048710 h 2323145"/>
              <a:gd name="connsiteX211" fmla="*/ 2270719 w 11269336"/>
              <a:gd name="connsiteY211" fmla="*/ 2052702 h 2323145"/>
              <a:gd name="connsiteX212" fmla="*/ 2253080 w 11269336"/>
              <a:gd name="connsiteY212" fmla="*/ 2056363 h 2323145"/>
              <a:gd name="connsiteX213" fmla="*/ 2250906 w 11269336"/>
              <a:gd name="connsiteY213" fmla="*/ 2055654 h 2323145"/>
              <a:gd name="connsiteX214" fmla="*/ 2236905 w 11269336"/>
              <a:gd name="connsiteY214" fmla="*/ 2062882 h 2323145"/>
              <a:gd name="connsiteX215" fmla="*/ 2225830 w 11269336"/>
              <a:gd name="connsiteY215" fmla="*/ 2074027 h 2323145"/>
              <a:gd name="connsiteX216" fmla="*/ 2073776 w 11269336"/>
              <a:gd name="connsiteY216" fmla="*/ 2089244 h 2323145"/>
              <a:gd name="connsiteX217" fmla="*/ 1948256 w 11269336"/>
              <a:gd name="connsiteY217" fmla="*/ 2146616 h 2323145"/>
              <a:gd name="connsiteX218" fmla="*/ 1865582 w 11269336"/>
              <a:gd name="connsiteY218" fmla="*/ 2153738 h 2323145"/>
              <a:gd name="connsiteX219" fmla="*/ 1835210 w 11269336"/>
              <a:gd name="connsiteY219" fmla="*/ 2134244 h 2323145"/>
              <a:gd name="connsiteX220" fmla="*/ 1632661 w 11269336"/>
              <a:gd name="connsiteY220" fmla="*/ 2173882 h 2323145"/>
              <a:gd name="connsiteX221" fmla="*/ 1579590 w 11269336"/>
              <a:gd name="connsiteY221" fmla="*/ 2173680 h 2323145"/>
              <a:gd name="connsiteX222" fmla="*/ 1535601 w 11269336"/>
              <a:gd name="connsiteY222" fmla="*/ 2194590 h 2323145"/>
              <a:gd name="connsiteX223" fmla="*/ 1515594 w 11269336"/>
              <a:gd name="connsiteY223" fmla="*/ 2189622 h 2323145"/>
              <a:gd name="connsiteX224" fmla="*/ 1512113 w 11269336"/>
              <a:gd name="connsiteY224" fmla="*/ 2188534 h 2323145"/>
              <a:gd name="connsiteX225" fmla="*/ 1498838 w 11269336"/>
              <a:gd name="connsiteY225" fmla="*/ 2189213 h 2323145"/>
              <a:gd name="connsiteX226" fmla="*/ 1494279 w 11269336"/>
              <a:gd name="connsiteY226" fmla="*/ 2183112 h 2323145"/>
              <a:gd name="connsiteX227" fmla="*/ 1473714 w 11269336"/>
              <a:gd name="connsiteY227" fmla="*/ 2179625 h 2323145"/>
              <a:gd name="connsiteX228" fmla="*/ 1449503 w 11269336"/>
              <a:gd name="connsiteY228" fmla="*/ 2182633 h 2323145"/>
              <a:gd name="connsiteX229" fmla="*/ 1266687 w 11269336"/>
              <a:gd name="connsiteY229" fmla="*/ 2212688 h 2323145"/>
              <a:gd name="connsiteX230" fmla="*/ 1239614 w 11269336"/>
              <a:gd name="connsiteY230" fmla="*/ 2209727 h 2323145"/>
              <a:gd name="connsiteX231" fmla="*/ 1202436 w 11269336"/>
              <a:gd name="connsiteY231" fmla="*/ 2209817 h 2323145"/>
              <a:gd name="connsiteX232" fmla="*/ 1136097 w 11269336"/>
              <a:gd name="connsiteY232" fmla="*/ 2205112 h 2323145"/>
              <a:gd name="connsiteX233" fmla="*/ 988232 w 11269336"/>
              <a:gd name="connsiteY233" fmla="*/ 2235635 h 2323145"/>
              <a:gd name="connsiteX234" fmla="*/ 981959 w 11269336"/>
              <a:gd name="connsiteY234" fmla="*/ 2231607 h 2323145"/>
              <a:gd name="connsiteX235" fmla="*/ 938600 w 11269336"/>
              <a:gd name="connsiteY235" fmla="*/ 2238113 h 2323145"/>
              <a:gd name="connsiteX236" fmla="*/ 791788 w 11269336"/>
              <a:gd name="connsiteY236" fmla="*/ 2293224 h 2323145"/>
              <a:gd name="connsiteX237" fmla="*/ 706914 w 11269336"/>
              <a:gd name="connsiteY237" fmla="*/ 2305046 h 2323145"/>
              <a:gd name="connsiteX238" fmla="*/ 675971 w 11269336"/>
              <a:gd name="connsiteY238" fmla="*/ 2304030 h 2323145"/>
              <a:gd name="connsiteX239" fmla="*/ 624180 w 11269336"/>
              <a:gd name="connsiteY239" fmla="*/ 2302650 h 2323145"/>
              <a:gd name="connsiteX240" fmla="*/ 583453 w 11269336"/>
              <a:gd name="connsiteY240" fmla="*/ 2288788 h 2323145"/>
              <a:gd name="connsiteX241" fmla="*/ 540946 w 11269336"/>
              <a:gd name="connsiteY241" fmla="*/ 2292721 h 2323145"/>
              <a:gd name="connsiteX242" fmla="*/ 533680 w 11269336"/>
              <a:gd name="connsiteY242" fmla="*/ 2310233 h 2323145"/>
              <a:gd name="connsiteX243" fmla="*/ 487366 w 11269336"/>
              <a:gd name="connsiteY243" fmla="*/ 2309053 h 2323145"/>
              <a:gd name="connsiteX244" fmla="*/ 416820 w 11269336"/>
              <a:gd name="connsiteY244" fmla="*/ 2305443 h 2323145"/>
              <a:gd name="connsiteX245" fmla="*/ 376805 w 11269336"/>
              <a:gd name="connsiteY245" fmla="*/ 2307647 h 2323145"/>
              <a:gd name="connsiteX246" fmla="*/ 266777 w 11269336"/>
              <a:gd name="connsiteY246" fmla="*/ 2309012 h 2323145"/>
              <a:gd name="connsiteX247" fmla="*/ 156013 w 11269336"/>
              <a:gd name="connsiteY247" fmla="*/ 2306832 h 2323145"/>
              <a:gd name="connsiteX248" fmla="*/ 87258 w 11269336"/>
              <a:gd name="connsiteY248" fmla="*/ 2285511 h 2323145"/>
              <a:gd name="connsiteX249" fmla="*/ 23798 w 11269336"/>
              <a:gd name="connsiteY249" fmla="*/ 2281822 h 2323145"/>
              <a:gd name="connsiteX250" fmla="*/ 0 w 11269336"/>
              <a:gd name="connsiteY250" fmla="*/ 2285369 h 2323145"/>
              <a:gd name="connsiteX251" fmla="*/ 0 w 11269336"/>
              <a:gd name="connsiteY251" fmla="*/ 0 h 23231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</a:cxnLst>
            <a:rect l="l" t="t" r="r" b="b"/>
            <a:pathLst>
              <a:path w="11269336" h="2323145">
                <a:moveTo>
                  <a:pt x="0" y="0"/>
                </a:moveTo>
                <a:lnTo>
                  <a:pt x="11269336" y="0"/>
                </a:lnTo>
                <a:lnTo>
                  <a:pt x="11268645" y="511"/>
                </a:lnTo>
                <a:cubicBezTo>
                  <a:pt x="11257520" y="14091"/>
                  <a:pt x="11248967" y="32073"/>
                  <a:pt x="11230739" y="37096"/>
                </a:cubicBezTo>
                <a:cubicBezTo>
                  <a:pt x="11194283" y="47141"/>
                  <a:pt x="11124351" y="55013"/>
                  <a:pt x="11082485" y="78590"/>
                </a:cubicBezTo>
                <a:cubicBezTo>
                  <a:pt x="11064655" y="69818"/>
                  <a:pt x="11049588" y="97621"/>
                  <a:pt x="11031776" y="79197"/>
                </a:cubicBezTo>
                <a:cubicBezTo>
                  <a:pt x="11016683" y="85023"/>
                  <a:pt x="11009945" y="92832"/>
                  <a:pt x="10995894" y="83459"/>
                </a:cubicBezTo>
                <a:cubicBezTo>
                  <a:pt x="10971843" y="134740"/>
                  <a:pt x="10888992" y="106042"/>
                  <a:pt x="10861177" y="147419"/>
                </a:cubicBezTo>
                <a:cubicBezTo>
                  <a:pt x="10850370" y="129415"/>
                  <a:pt x="10807086" y="138624"/>
                  <a:pt x="10782732" y="135645"/>
                </a:cubicBezTo>
                <a:cubicBezTo>
                  <a:pt x="10869014" y="196205"/>
                  <a:pt x="10693356" y="147304"/>
                  <a:pt x="10660773" y="179312"/>
                </a:cubicBezTo>
                <a:cubicBezTo>
                  <a:pt x="10667385" y="121467"/>
                  <a:pt x="10595265" y="182241"/>
                  <a:pt x="10564442" y="160738"/>
                </a:cubicBezTo>
                <a:cubicBezTo>
                  <a:pt x="10544419" y="190949"/>
                  <a:pt x="10518436" y="167191"/>
                  <a:pt x="10490200" y="183533"/>
                </a:cubicBezTo>
                <a:cubicBezTo>
                  <a:pt x="10423905" y="202688"/>
                  <a:pt x="10362764" y="244779"/>
                  <a:pt x="10271351" y="243104"/>
                </a:cubicBezTo>
                <a:cubicBezTo>
                  <a:pt x="10247818" y="329775"/>
                  <a:pt x="10135674" y="303068"/>
                  <a:pt x="10061033" y="364937"/>
                </a:cubicBezTo>
                <a:cubicBezTo>
                  <a:pt x="10014289" y="383940"/>
                  <a:pt x="9930032" y="360289"/>
                  <a:pt x="9921770" y="406154"/>
                </a:cubicBezTo>
                <a:cubicBezTo>
                  <a:pt x="9894276" y="384665"/>
                  <a:pt x="9881945" y="430851"/>
                  <a:pt x="9858388" y="439489"/>
                </a:cubicBezTo>
                <a:cubicBezTo>
                  <a:pt x="9835642" y="426888"/>
                  <a:pt x="9828901" y="443125"/>
                  <a:pt x="9811914" y="449865"/>
                </a:cubicBezTo>
                <a:cubicBezTo>
                  <a:pt x="9801869" y="441287"/>
                  <a:pt x="9787055" y="444835"/>
                  <a:pt x="9784394" y="457816"/>
                </a:cubicBezTo>
                <a:cubicBezTo>
                  <a:pt x="9797169" y="483924"/>
                  <a:pt x="9656844" y="450179"/>
                  <a:pt x="9656836" y="469967"/>
                </a:cubicBezTo>
                <a:cubicBezTo>
                  <a:pt x="9589537" y="485301"/>
                  <a:pt x="9662097" y="527310"/>
                  <a:pt x="9561575" y="559978"/>
                </a:cubicBezTo>
                <a:cubicBezTo>
                  <a:pt x="9479149" y="599104"/>
                  <a:pt x="9215234" y="670585"/>
                  <a:pt x="9162278" y="704724"/>
                </a:cubicBezTo>
                <a:cubicBezTo>
                  <a:pt x="9173017" y="730567"/>
                  <a:pt x="9063215" y="727685"/>
                  <a:pt x="9062863" y="754656"/>
                </a:cubicBezTo>
                <a:cubicBezTo>
                  <a:pt x="9021608" y="774940"/>
                  <a:pt x="8924639" y="816390"/>
                  <a:pt x="8914746" y="826428"/>
                </a:cubicBezTo>
                <a:lnTo>
                  <a:pt x="8917778" y="835198"/>
                </a:lnTo>
                <a:lnTo>
                  <a:pt x="8905560" y="838358"/>
                </a:lnTo>
                <a:lnTo>
                  <a:pt x="8897564" y="834287"/>
                </a:lnTo>
                <a:lnTo>
                  <a:pt x="8878040" y="844150"/>
                </a:lnTo>
                <a:cubicBezTo>
                  <a:pt x="8861112" y="848992"/>
                  <a:pt x="8812843" y="856499"/>
                  <a:pt x="8795998" y="863337"/>
                </a:cubicBezTo>
                <a:cubicBezTo>
                  <a:pt x="8792888" y="873975"/>
                  <a:pt x="8786153" y="880792"/>
                  <a:pt x="8776970" y="885177"/>
                </a:cubicBezTo>
                <a:lnTo>
                  <a:pt x="8755719" y="889754"/>
                </a:lnTo>
                <a:lnTo>
                  <a:pt x="8743257" y="904723"/>
                </a:lnTo>
                <a:cubicBezTo>
                  <a:pt x="8737642" y="908108"/>
                  <a:pt x="8730651" y="908759"/>
                  <a:pt x="8721366" y="904711"/>
                </a:cubicBezTo>
                <a:cubicBezTo>
                  <a:pt x="8711895" y="915873"/>
                  <a:pt x="8676250" y="900745"/>
                  <a:pt x="8678353" y="926318"/>
                </a:cubicBezTo>
                <a:cubicBezTo>
                  <a:pt x="8658506" y="928813"/>
                  <a:pt x="8647569" y="933735"/>
                  <a:pt x="8636849" y="937900"/>
                </a:cubicBezTo>
                <a:lnTo>
                  <a:pt x="8620213" y="943068"/>
                </a:lnTo>
                <a:lnTo>
                  <a:pt x="8612581" y="952695"/>
                </a:lnTo>
                <a:cubicBezTo>
                  <a:pt x="8605836" y="959769"/>
                  <a:pt x="8598255" y="964412"/>
                  <a:pt x="8589038" y="963892"/>
                </a:cubicBezTo>
                <a:lnTo>
                  <a:pt x="8579950" y="960899"/>
                </a:lnTo>
                <a:cubicBezTo>
                  <a:pt x="8579740" y="962476"/>
                  <a:pt x="8579529" y="964053"/>
                  <a:pt x="8579319" y="965630"/>
                </a:cubicBezTo>
                <a:cubicBezTo>
                  <a:pt x="8579138" y="972972"/>
                  <a:pt x="8576531" y="980010"/>
                  <a:pt x="8547429" y="984506"/>
                </a:cubicBezTo>
                <a:cubicBezTo>
                  <a:pt x="8529238" y="1001725"/>
                  <a:pt x="8505565" y="1015840"/>
                  <a:pt x="8478704" y="1025490"/>
                </a:cubicBezTo>
                <a:cubicBezTo>
                  <a:pt x="8473109" y="1019545"/>
                  <a:pt x="8465819" y="1032194"/>
                  <a:pt x="8461421" y="1035512"/>
                </a:cubicBezTo>
                <a:cubicBezTo>
                  <a:pt x="8459739" y="1031087"/>
                  <a:pt x="8447663" y="1032074"/>
                  <a:pt x="8445003" y="1036851"/>
                </a:cubicBezTo>
                <a:cubicBezTo>
                  <a:pt x="8366593" y="1075951"/>
                  <a:pt x="8398773" y="1021402"/>
                  <a:pt x="8357350" y="1060213"/>
                </a:cubicBezTo>
                <a:cubicBezTo>
                  <a:pt x="8349366" y="1063843"/>
                  <a:pt x="8342208" y="1063367"/>
                  <a:pt x="8335565" y="1061151"/>
                </a:cubicBezTo>
                <a:lnTo>
                  <a:pt x="8325267" y="1055919"/>
                </a:lnTo>
                <a:lnTo>
                  <a:pt x="8293586" y="1076144"/>
                </a:lnTo>
                <a:cubicBezTo>
                  <a:pt x="8277595" y="1084193"/>
                  <a:pt x="8260401" y="1090863"/>
                  <a:pt x="8242405" y="1095960"/>
                </a:cubicBezTo>
                <a:cubicBezTo>
                  <a:pt x="8226373" y="1101227"/>
                  <a:pt x="8224213" y="1102052"/>
                  <a:pt x="8197391" y="1107746"/>
                </a:cubicBezTo>
                <a:cubicBezTo>
                  <a:pt x="8090266" y="1152133"/>
                  <a:pt x="8141491" y="1082372"/>
                  <a:pt x="8081474" y="1130125"/>
                </a:cubicBezTo>
                <a:cubicBezTo>
                  <a:pt x="8070634" y="1134173"/>
                  <a:pt x="8061619" y="1132810"/>
                  <a:pt x="8053585" y="1129169"/>
                </a:cubicBezTo>
                <a:lnTo>
                  <a:pt x="8038422" y="1119092"/>
                </a:lnTo>
                <a:lnTo>
                  <a:pt x="8029450" y="1125592"/>
                </a:lnTo>
                <a:cubicBezTo>
                  <a:pt x="7992226" y="1133484"/>
                  <a:pt x="7978616" y="1122765"/>
                  <a:pt x="7959552" y="1140188"/>
                </a:cubicBezTo>
                <a:cubicBezTo>
                  <a:pt x="7922008" y="1119572"/>
                  <a:pt x="7937737" y="1141786"/>
                  <a:pt x="7914188" y="1150862"/>
                </a:cubicBezTo>
                <a:cubicBezTo>
                  <a:pt x="7896037" y="1160155"/>
                  <a:pt x="7933463" y="1163411"/>
                  <a:pt x="7914918" y="1168758"/>
                </a:cubicBezTo>
                <a:cubicBezTo>
                  <a:pt x="7893102" y="1165887"/>
                  <a:pt x="7898453" y="1187420"/>
                  <a:pt x="7875510" y="1183153"/>
                </a:cubicBezTo>
                <a:cubicBezTo>
                  <a:pt x="7877354" y="1165743"/>
                  <a:pt x="7834286" y="1194789"/>
                  <a:pt x="7829932" y="1180782"/>
                </a:cubicBezTo>
                <a:cubicBezTo>
                  <a:pt x="7816047" y="1204874"/>
                  <a:pt x="7801901" y="1181513"/>
                  <a:pt x="7779182" y="1192665"/>
                </a:cubicBezTo>
                <a:cubicBezTo>
                  <a:pt x="7769446" y="1202686"/>
                  <a:pt x="7761564" y="1205661"/>
                  <a:pt x="7748774" y="1199586"/>
                </a:cubicBezTo>
                <a:cubicBezTo>
                  <a:pt x="7704339" y="1247771"/>
                  <a:pt x="7717626" y="1207638"/>
                  <a:pt x="7671846" y="1231966"/>
                </a:cubicBezTo>
                <a:cubicBezTo>
                  <a:pt x="7632956" y="1255682"/>
                  <a:pt x="7587383" y="1275180"/>
                  <a:pt x="7554146" y="1319748"/>
                </a:cubicBezTo>
                <a:cubicBezTo>
                  <a:pt x="7548775" y="1331557"/>
                  <a:pt x="7531272" y="1339155"/>
                  <a:pt x="7515052" y="1336718"/>
                </a:cubicBezTo>
                <a:cubicBezTo>
                  <a:pt x="7512260" y="1336298"/>
                  <a:pt x="7509613" y="1335590"/>
                  <a:pt x="7507193" y="1334617"/>
                </a:cubicBezTo>
                <a:cubicBezTo>
                  <a:pt x="7488273" y="1365207"/>
                  <a:pt x="7468925" y="1356298"/>
                  <a:pt x="7461694" y="1375866"/>
                </a:cubicBezTo>
                <a:cubicBezTo>
                  <a:pt x="7422434" y="1391917"/>
                  <a:pt x="7384603" y="1382819"/>
                  <a:pt x="7377571" y="1400128"/>
                </a:cubicBezTo>
                <a:cubicBezTo>
                  <a:pt x="7356236" y="1403926"/>
                  <a:pt x="7322509" y="1393138"/>
                  <a:pt x="7311261" y="1412652"/>
                </a:cubicBezTo>
                <a:cubicBezTo>
                  <a:pt x="7305349" y="1400071"/>
                  <a:pt x="7289966" y="1428039"/>
                  <a:pt x="7275307" y="1422171"/>
                </a:cubicBezTo>
                <a:cubicBezTo>
                  <a:pt x="7264529" y="1416601"/>
                  <a:pt x="7257348" y="1423786"/>
                  <a:pt x="7247783" y="1426330"/>
                </a:cubicBezTo>
                <a:cubicBezTo>
                  <a:pt x="7233839" y="1423056"/>
                  <a:pt x="7194363" y="1442037"/>
                  <a:pt x="7185047" y="1451812"/>
                </a:cubicBezTo>
                <a:cubicBezTo>
                  <a:pt x="7164447" y="1483396"/>
                  <a:pt x="7101577" y="1475742"/>
                  <a:pt x="7084117" y="1500281"/>
                </a:cubicBezTo>
                <a:cubicBezTo>
                  <a:pt x="7076899" y="1504821"/>
                  <a:pt x="7069494" y="1507565"/>
                  <a:pt x="7062011" y="1509183"/>
                </a:cubicBezTo>
                <a:lnTo>
                  <a:pt x="7040555" y="1511207"/>
                </a:lnTo>
                <a:lnTo>
                  <a:pt x="7033438" y="1506772"/>
                </a:lnTo>
                <a:lnTo>
                  <a:pt x="7020886" y="1510764"/>
                </a:lnTo>
                <a:lnTo>
                  <a:pt x="7017033" y="1510650"/>
                </a:lnTo>
                <a:lnTo>
                  <a:pt x="6995460" y="1511173"/>
                </a:lnTo>
                <a:cubicBezTo>
                  <a:pt x="7010208" y="1537643"/>
                  <a:pt x="6938512" y="1522467"/>
                  <a:pt x="6962144" y="1541508"/>
                </a:cubicBezTo>
                <a:cubicBezTo>
                  <a:pt x="6926351" y="1550586"/>
                  <a:pt x="6958236" y="1566326"/>
                  <a:pt x="6910674" y="1554793"/>
                </a:cubicBezTo>
                <a:cubicBezTo>
                  <a:pt x="6859225" y="1589274"/>
                  <a:pt x="6769015" y="1598548"/>
                  <a:pt x="6732152" y="1642538"/>
                </a:cubicBezTo>
                <a:cubicBezTo>
                  <a:pt x="6734901" y="1628031"/>
                  <a:pt x="6709146" y="1622413"/>
                  <a:pt x="6694106" y="1632377"/>
                </a:cubicBezTo>
                <a:cubicBezTo>
                  <a:pt x="6702628" y="1575914"/>
                  <a:pt x="6638899" y="1692862"/>
                  <a:pt x="6617223" y="1659889"/>
                </a:cubicBezTo>
                <a:cubicBezTo>
                  <a:pt x="6623246" y="1693349"/>
                  <a:pt x="6561228" y="1764690"/>
                  <a:pt x="6521138" y="1744340"/>
                </a:cubicBezTo>
                <a:cubicBezTo>
                  <a:pt x="6469831" y="1761656"/>
                  <a:pt x="6438109" y="1796731"/>
                  <a:pt x="6380677" y="1796883"/>
                </a:cubicBezTo>
                <a:cubicBezTo>
                  <a:pt x="6379865" y="1801686"/>
                  <a:pt x="6377810" y="1805986"/>
                  <a:pt x="6374897" y="1809910"/>
                </a:cubicBezTo>
                <a:lnTo>
                  <a:pt x="6364545" y="1820090"/>
                </a:lnTo>
                <a:lnTo>
                  <a:pt x="6362126" y="1819991"/>
                </a:lnTo>
                <a:cubicBezTo>
                  <a:pt x="6353055" y="1821720"/>
                  <a:pt x="6348796" y="1824537"/>
                  <a:pt x="6346673" y="1827824"/>
                </a:cubicBezTo>
                <a:lnTo>
                  <a:pt x="6345588" y="1832232"/>
                </a:lnTo>
                <a:lnTo>
                  <a:pt x="6335708" y="1838451"/>
                </a:lnTo>
                <a:lnTo>
                  <a:pt x="6318182" y="1852975"/>
                </a:lnTo>
                <a:lnTo>
                  <a:pt x="6313084" y="1853561"/>
                </a:lnTo>
                <a:lnTo>
                  <a:pt x="6283816" y="1872148"/>
                </a:lnTo>
                <a:lnTo>
                  <a:pt x="6282550" y="1871392"/>
                </a:lnTo>
                <a:cubicBezTo>
                  <a:pt x="6279041" y="1870121"/>
                  <a:pt x="6275192" y="1869982"/>
                  <a:pt x="6270527" y="1872208"/>
                </a:cubicBezTo>
                <a:cubicBezTo>
                  <a:pt x="6265029" y="1853962"/>
                  <a:pt x="6262790" y="1867903"/>
                  <a:pt x="6249518" y="1876079"/>
                </a:cubicBezTo>
                <a:cubicBezTo>
                  <a:pt x="6238019" y="1849564"/>
                  <a:pt x="6207959" y="1881750"/>
                  <a:pt x="6190386" y="1872478"/>
                </a:cubicBezTo>
                <a:cubicBezTo>
                  <a:pt x="6180893" y="1879083"/>
                  <a:pt x="6170646" y="1885584"/>
                  <a:pt x="6159777" y="1891745"/>
                </a:cubicBezTo>
                <a:lnTo>
                  <a:pt x="6153131" y="1895079"/>
                </a:lnTo>
                <a:lnTo>
                  <a:pt x="6152798" y="1894920"/>
                </a:lnTo>
                <a:cubicBezTo>
                  <a:pt x="6150925" y="1895166"/>
                  <a:pt x="6148578" y="1896082"/>
                  <a:pt x="6145388" y="1897990"/>
                </a:cubicBezTo>
                <a:lnTo>
                  <a:pt x="6141014" y="1901155"/>
                </a:lnTo>
                <a:lnTo>
                  <a:pt x="6128122" y="1907623"/>
                </a:lnTo>
                <a:lnTo>
                  <a:pt x="6122351" y="1908359"/>
                </a:lnTo>
                <a:cubicBezTo>
                  <a:pt x="6099508" y="1905910"/>
                  <a:pt x="6088334" y="1869006"/>
                  <a:pt x="6064750" y="1896394"/>
                </a:cubicBezTo>
                <a:cubicBezTo>
                  <a:pt x="6025977" y="1903785"/>
                  <a:pt x="5997095" y="1889190"/>
                  <a:pt x="5964230" y="1910038"/>
                </a:cubicBezTo>
                <a:cubicBezTo>
                  <a:pt x="5927910" y="1916874"/>
                  <a:pt x="5894873" y="1914928"/>
                  <a:pt x="5865399" y="1926966"/>
                </a:cubicBezTo>
                <a:cubicBezTo>
                  <a:pt x="5851644" y="1923038"/>
                  <a:pt x="5839380" y="1922808"/>
                  <a:pt x="5829951" y="1934755"/>
                </a:cubicBezTo>
                <a:cubicBezTo>
                  <a:pt x="5795498" y="1938369"/>
                  <a:pt x="5784532" y="1926246"/>
                  <a:pt x="5765285" y="1941322"/>
                </a:cubicBezTo>
                <a:cubicBezTo>
                  <a:pt x="5741789" y="1922874"/>
                  <a:pt x="5742385" y="1931607"/>
                  <a:pt x="5734750" y="1939793"/>
                </a:cubicBezTo>
                <a:lnTo>
                  <a:pt x="5733569" y="1940505"/>
                </a:lnTo>
                <a:lnTo>
                  <a:pt x="5730329" y="1937845"/>
                </a:lnTo>
                <a:lnTo>
                  <a:pt x="5724661" y="1937455"/>
                </a:lnTo>
                <a:lnTo>
                  <a:pt x="5710186" y="1941370"/>
                </a:lnTo>
                <a:lnTo>
                  <a:pt x="5704910" y="1943663"/>
                </a:lnTo>
                <a:cubicBezTo>
                  <a:pt x="5701213" y="1944937"/>
                  <a:pt x="5698678" y="1945391"/>
                  <a:pt x="5696836" y="1945271"/>
                </a:cubicBezTo>
                <a:lnTo>
                  <a:pt x="5696583" y="1945050"/>
                </a:lnTo>
                <a:lnTo>
                  <a:pt x="5689123" y="1947067"/>
                </a:lnTo>
                <a:cubicBezTo>
                  <a:pt x="5676655" y="1951072"/>
                  <a:pt x="5664639" y="1955533"/>
                  <a:pt x="5653291" y="1960245"/>
                </a:cubicBezTo>
                <a:cubicBezTo>
                  <a:pt x="5640346" y="1947636"/>
                  <a:pt x="5600180" y="1973739"/>
                  <a:pt x="5599385" y="1945198"/>
                </a:cubicBezTo>
                <a:cubicBezTo>
                  <a:pt x="5583913" y="1950736"/>
                  <a:pt x="5576590" y="1964134"/>
                  <a:pt x="5578300" y="1944963"/>
                </a:cubicBezTo>
                <a:cubicBezTo>
                  <a:pt x="5573104" y="1946266"/>
                  <a:pt x="5569560" y="1945382"/>
                  <a:pt x="5566758" y="1943441"/>
                </a:cubicBezTo>
                <a:lnTo>
                  <a:pt x="5565857" y="1942445"/>
                </a:lnTo>
                <a:lnTo>
                  <a:pt x="5531534" y="1955208"/>
                </a:lnTo>
                <a:lnTo>
                  <a:pt x="5526552" y="1954799"/>
                </a:lnTo>
                <a:lnTo>
                  <a:pt x="5504723" y="1965811"/>
                </a:lnTo>
                <a:lnTo>
                  <a:pt x="5493156" y="1970063"/>
                </a:lnTo>
                <a:lnTo>
                  <a:pt x="5490486" y="1974227"/>
                </a:lnTo>
                <a:cubicBezTo>
                  <a:pt x="5487271" y="1977077"/>
                  <a:pt x="5482233" y="1979045"/>
                  <a:pt x="5473107" y="1979001"/>
                </a:cubicBezTo>
                <a:lnTo>
                  <a:pt x="5470885" y="1978432"/>
                </a:lnTo>
                <a:lnTo>
                  <a:pt x="5457393" y="1986525"/>
                </a:lnTo>
                <a:cubicBezTo>
                  <a:pt x="5453194" y="1989853"/>
                  <a:pt x="5449663" y="1993721"/>
                  <a:pt x="5447102" y="1998329"/>
                </a:cubicBezTo>
                <a:cubicBezTo>
                  <a:pt x="5386283" y="2017364"/>
                  <a:pt x="5223545" y="2015483"/>
                  <a:pt x="5159151" y="2029640"/>
                </a:cubicBezTo>
                <a:cubicBezTo>
                  <a:pt x="5141359" y="2036610"/>
                  <a:pt x="5090827" y="2076822"/>
                  <a:pt x="5098838" y="2062961"/>
                </a:cubicBezTo>
                <a:cubicBezTo>
                  <a:pt x="5047883" y="2099457"/>
                  <a:pt x="4922007" y="2111466"/>
                  <a:pt x="4860988" y="2135698"/>
                </a:cubicBezTo>
                <a:cubicBezTo>
                  <a:pt x="4805413" y="2152292"/>
                  <a:pt x="4784714" y="2158665"/>
                  <a:pt x="4765388" y="2162525"/>
                </a:cubicBezTo>
                <a:cubicBezTo>
                  <a:pt x="4758560" y="2161978"/>
                  <a:pt x="4751823" y="2160531"/>
                  <a:pt x="4745033" y="2158859"/>
                </a:cubicBezTo>
                <a:lnTo>
                  <a:pt x="4741475" y="2157998"/>
                </a:lnTo>
                <a:lnTo>
                  <a:pt x="4728247" y="2159526"/>
                </a:lnTo>
                <a:lnTo>
                  <a:pt x="4723263" y="2153742"/>
                </a:lnTo>
                <a:lnTo>
                  <a:pt x="4593061" y="2171597"/>
                </a:lnTo>
                <a:lnTo>
                  <a:pt x="4405765" y="2199902"/>
                </a:lnTo>
                <a:cubicBezTo>
                  <a:pt x="4403942" y="2198353"/>
                  <a:pt x="4402457" y="2196614"/>
                  <a:pt x="4401354" y="2194745"/>
                </a:cubicBezTo>
                <a:lnTo>
                  <a:pt x="4366646" y="2198564"/>
                </a:lnTo>
                <a:lnTo>
                  <a:pt x="4354009" y="2204984"/>
                </a:lnTo>
                <a:lnTo>
                  <a:pt x="4348284" y="2205270"/>
                </a:lnTo>
                <a:lnTo>
                  <a:pt x="4333906" y="2205251"/>
                </a:lnTo>
                <a:cubicBezTo>
                  <a:pt x="4326429" y="2204713"/>
                  <a:pt x="4318024" y="2203940"/>
                  <a:pt x="4308819" y="2203822"/>
                </a:cubicBezTo>
                <a:lnTo>
                  <a:pt x="4301210" y="2204456"/>
                </a:lnTo>
                <a:lnTo>
                  <a:pt x="4283095" y="2198177"/>
                </a:lnTo>
                <a:cubicBezTo>
                  <a:pt x="4269863" y="2193337"/>
                  <a:pt x="4259612" y="2190345"/>
                  <a:pt x="4250119" y="2196342"/>
                </a:cubicBezTo>
                <a:cubicBezTo>
                  <a:pt x="4230702" y="2190559"/>
                  <a:pt x="4213171" y="2166890"/>
                  <a:pt x="4189203" y="2178994"/>
                </a:cubicBezTo>
                <a:cubicBezTo>
                  <a:pt x="4194512" y="2165594"/>
                  <a:pt x="4160734" y="2183257"/>
                  <a:pt x="4154035" y="2171950"/>
                </a:cubicBezTo>
                <a:cubicBezTo>
                  <a:pt x="4150098" y="2162547"/>
                  <a:pt x="4138934" y="2165714"/>
                  <a:pt x="4129569" y="2163850"/>
                </a:cubicBezTo>
                <a:cubicBezTo>
                  <a:pt x="4121391" y="2155090"/>
                  <a:pt x="4076089" y="2154737"/>
                  <a:pt x="4061250" y="2159236"/>
                </a:cubicBezTo>
                <a:cubicBezTo>
                  <a:pt x="4020618" y="2177811"/>
                  <a:pt x="3978175" y="2144465"/>
                  <a:pt x="3945480" y="2158279"/>
                </a:cubicBezTo>
                <a:cubicBezTo>
                  <a:pt x="3936362" y="2159139"/>
                  <a:pt x="3928502" y="2158369"/>
                  <a:pt x="3921468" y="2156588"/>
                </a:cubicBezTo>
                <a:lnTo>
                  <a:pt x="3903348" y="2149220"/>
                </a:lnTo>
                <a:lnTo>
                  <a:pt x="3901342" y="2142355"/>
                </a:lnTo>
                <a:lnTo>
                  <a:pt x="3888539" y="2140476"/>
                </a:lnTo>
                <a:lnTo>
                  <a:pt x="3885662" y="2138740"/>
                </a:lnTo>
                <a:cubicBezTo>
                  <a:pt x="3880178" y="2135398"/>
                  <a:pt x="3874645" y="2132286"/>
                  <a:pt x="3868627" y="2130023"/>
                </a:cubicBezTo>
                <a:cubicBezTo>
                  <a:pt x="3859240" y="2159198"/>
                  <a:pt x="3815892" y="2115590"/>
                  <a:pt x="3819177" y="2142111"/>
                </a:cubicBezTo>
                <a:cubicBezTo>
                  <a:pt x="3784478" y="2134756"/>
                  <a:pt x="3796708" y="2161930"/>
                  <a:pt x="3769100" y="2131731"/>
                </a:cubicBezTo>
                <a:cubicBezTo>
                  <a:pt x="3702423" y="2139704"/>
                  <a:pt x="3625642" y="2109386"/>
                  <a:pt x="3562752" y="2131785"/>
                </a:cubicBezTo>
                <a:cubicBezTo>
                  <a:pt x="3576244" y="2120400"/>
                  <a:pt x="3560801" y="2104591"/>
                  <a:pt x="3541402" y="2106821"/>
                </a:cubicBezTo>
                <a:cubicBezTo>
                  <a:pt x="3592232" y="2061584"/>
                  <a:pt x="3356194" y="2115384"/>
                  <a:pt x="3365341" y="2077638"/>
                </a:cubicBezTo>
                <a:cubicBezTo>
                  <a:pt x="3303594" y="2079161"/>
                  <a:pt x="3221644" y="2111487"/>
                  <a:pt x="3170922" y="2115957"/>
                </a:cubicBezTo>
                <a:cubicBezTo>
                  <a:pt x="3166532" y="2119769"/>
                  <a:pt x="3161579" y="2122617"/>
                  <a:pt x="3156256" y="2124773"/>
                </a:cubicBezTo>
                <a:lnTo>
                  <a:pt x="3140298" y="2129182"/>
                </a:lnTo>
                <a:lnTo>
                  <a:pt x="3138514" y="2128069"/>
                </a:lnTo>
                <a:cubicBezTo>
                  <a:pt x="3130169" y="2125710"/>
                  <a:pt x="3124679" y="2126336"/>
                  <a:pt x="3120467" y="2128281"/>
                </a:cubicBezTo>
                <a:lnTo>
                  <a:pt x="3116175" y="2131633"/>
                </a:lnTo>
                <a:lnTo>
                  <a:pt x="3103685" y="2132814"/>
                </a:lnTo>
                <a:lnTo>
                  <a:pt x="3078794" y="2137935"/>
                </a:lnTo>
                <a:lnTo>
                  <a:pt x="3074407" y="2136274"/>
                </a:lnTo>
                <a:lnTo>
                  <a:pt x="3037285" y="2139919"/>
                </a:lnTo>
                <a:lnTo>
                  <a:pt x="3036901" y="2138726"/>
                </a:lnTo>
                <a:cubicBezTo>
                  <a:pt x="3035193" y="2136135"/>
                  <a:pt x="3032337" y="2134379"/>
                  <a:pt x="3026996" y="2134322"/>
                </a:cubicBezTo>
                <a:cubicBezTo>
                  <a:pt x="3037063" y="2116196"/>
                  <a:pt x="3024412" y="2127308"/>
                  <a:pt x="3007772" y="2128742"/>
                </a:cubicBezTo>
                <a:cubicBezTo>
                  <a:pt x="3019697" y="2100910"/>
                  <a:pt x="2971305" y="2115987"/>
                  <a:pt x="2965030" y="2100494"/>
                </a:cubicBezTo>
                <a:cubicBezTo>
                  <a:pt x="2952539" y="2102174"/>
                  <a:pt x="2939545" y="2103445"/>
                  <a:pt x="2926342" y="2104155"/>
                </a:cubicBezTo>
                <a:lnTo>
                  <a:pt x="2918608" y="2104215"/>
                </a:lnTo>
                <a:cubicBezTo>
                  <a:pt x="2918564" y="2104122"/>
                  <a:pt x="2918519" y="2104030"/>
                  <a:pt x="2918475" y="2103937"/>
                </a:cubicBezTo>
                <a:cubicBezTo>
                  <a:pt x="2916840" y="2103354"/>
                  <a:pt x="2914314" y="2103149"/>
                  <a:pt x="2910360" y="2103444"/>
                </a:cubicBezTo>
                <a:lnTo>
                  <a:pt x="2904507" y="2104326"/>
                </a:lnTo>
                <a:lnTo>
                  <a:pt x="2889503" y="2104443"/>
                </a:lnTo>
                <a:lnTo>
                  <a:pt x="2884480" y="2102626"/>
                </a:lnTo>
                <a:lnTo>
                  <a:pt x="2882689" y="2099228"/>
                </a:lnTo>
                <a:lnTo>
                  <a:pt x="2881291" y="2099618"/>
                </a:lnTo>
                <a:cubicBezTo>
                  <a:pt x="2870663" y="2105606"/>
                  <a:pt x="2867338" y="2114210"/>
                  <a:pt x="2853979" y="2090388"/>
                </a:cubicBezTo>
                <a:cubicBezTo>
                  <a:pt x="2829652" y="2100099"/>
                  <a:pt x="2824975" y="2085577"/>
                  <a:pt x="2791790" y="2080332"/>
                </a:cubicBezTo>
                <a:cubicBezTo>
                  <a:pt x="2777850" y="2089504"/>
                  <a:pt x="2766709" y="2086170"/>
                  <a:pt x="2755844" y="2078874"/>
                </a:cubicBezTo>
                <a:cubicBezTo>
                  <a:pt x="2723488" y="2083049"/>
                  <a:pt x="2694065" y="2072780"/>
                  <a:pt x="2657742" y="2070179"/>
                </a:cubicBezTo>
                <a:cubicBezTo>
                  <a:pt x="2618372" y="2082020"/>
                  <a:pt x="2598368" y="2060559"/>
                  <a:pt x="2559549" y="2057873"/>
                </a:cubicBezTo>
                <a:cubicBezTo>
                  <a:pt x="2525789" y="2078403"/>
                  <a:pt x="2531908" y="2039838"/>
                  <a:pt x="2512054" y="2031671"/>
                </a:cubicBezTo>
                <a:lnTo>
                  <a:pt x="2506437" y="2030918"/>
                </a:lnTo>
                <a:lnTo>
                  <a:pt x="2491752" y="2033906"/>
                </a:lnTo>
                <a:lnTo>
                  <a:pt x="2486338" y="2035862"/>
                </a:lnTo>
                <a:cubicBezTo>
                  <a:pt x="2482568" y="2036899"/>
                  <a:pt x="2480011" y="2037191"/>
                  <a:pt x="2478186" y="2036953"/>
                </a:cubicBezTo>
                <a:lnTo>
                  <a:pt x="2477950" y="2036715"/>
                </a:lnTo>
                <a:lnTo>
                  <a:pt x="2470381" y="2038256"/>
                </a:lnTo>
                <a:cubicBezTo>
                  <a:pt x="2457686" y="2041461"/>
                  <a:pt x="2445410" y="2045155"/>
                  <a:pt x="2433781" y="2049140"/>
                </a:cubicBezTo>
                <a:cubicBezTo>
                  <a:pt x="2421781" y="2035703"/>
                  <a:pt x="2379959" y="2059234"/>
                  <a:pt x="2381172" y="2030645"/>
                </a:cubicBezTo>
                <a:cubicBezTo>
                  <a:pt x="2365380" y="2035192"/>
                  <a:pt x="2357148" y="2048120"/>
                  <a:pt x="2360198" y="2029059"/>
                </a:cubicBezTo>
                <a:cubicBezTo>
                  <a:pt x="2354933" y="2030031"/>
                  <a:pt x="2351467" y="2028919"/>
                  <a:pt x="2348815" y="2026798"/>
                </a:cubicBezTo>
                <a:lnTo>
                  <a:pt x="2347988" y="2025745"/>
                </a:lnTo>
                <a:lnTo>
                  <a:pt x="2312920" y="2036311"/>
                </a:lnTo>
                <a:lnTo>
                  <a:pt x="2307986" y="2035583"/>
                </a:lnTo>
                <a:lnTo>
                  <a:pt x="2285481" y="2045197"/>
                </a:lnTo>
                <a:lnTo>
                  <a:pt x="2273666" y="2048710"/>
                </a:lnTo>
                <a:lnTo>
                  <a:pt x="2270719" y="2052702"/>
                </a:lnTo>
                <a:cubicBezTo>
                  <a:pt x="2267315" y="2055347"/>
                  <a:pt x="2262161" y="2056992"/>
                  <a:pt x="2253080" y="2056363"/>
                </a:cubicBezTo>
                <a:lnTo>
                  <a:pt x="2250906" y="2055654"/>
                </a:lnTo>
                <a:lnTo>
                  <a:pt x="2236905" y="2062882"/>
                </a:lnTo>
                <a:cubicBezTo>
                  <a:pt x="2232493" y="2065942"/>
                  <a:pt x="2228705" y="2069583"/>
                  <a:pt x="2225830" y="2074027"/>
                </a:cubicBezTo>
                <a:cubicBezTo>
                  <a:pt x="2173117" y="2059597"/>
                  <a:pt x="2128486" y="2085502"/>
                  <a:pt x="2073776" y="2089244"/>
                </a:cubicBezTo>
                <a:cubicBezTo>
                  <a:pt x="2046050" y="2059365"/>
                  <a:pt x="1957570" y="2112693"/>
                  <a:pt x="1948256" y="2146616"/>
                </a:cubicBezTo>
                <a:cubicBezTo>
                  <a:pt x="1943005" y="2109192"/>
                  <a:pt x="1832736" y="2206239"/>
                  <a:pt x="1865582" y="2153738"/>
                </a:cubicBezTo>
                <a:cubicBezTo>
                  <a:pt x="1847376" y="2159567"/>
                  <a:pt x="1826258" y="2147592"/>
                  <a:pt x="1835210" y="2134244"/>
                </a:cubicBezTo>
                <a:cubicBezTo>
                  <a:pt x="1781916" y="2167476"/>
                  <a:pt x="1695112" y="2153556"/>
                  <a:pt x="1632661" y="2173882"/>
                </a:cubicBezTo>
                <a:cubicBezTo>
                  <a:pt x="1594177" y="2150642"/>
                  <a:pt x="1616426" y="2173975"/>
                  <a:pt x="1579590" y="2173680"/>
                </a:cubicBezTo>
                <a:cubicBezTo>
                  <a:pt x="1592812" y="2198112"/>
                  <a:pt x="1533818" y="2165220"/>
                  <a:pt x="1535601" y="2194590"/>
                </a:cubicBezTo>
                <a:cubicBezTo>
                  <a:pt x="1528840" y="2193608"/>
                  <a:pt x="1522236" y="2191728"/>
                  <a:pt x="1515594" y="2189622"/>
                </a:cubicBezTo>
                <a:lnTo>
                  <a:pt x="1512113" y="2188534"/>
                </a:lnTo>
                <a:lnTo>
                  <a:pt x="1498838" y="2189213"/>
                </a:lnTo>
                <a:lnTo>
                  <a:pt x="1494279" y="2183112"/>
                </a:lnTo>
                <a:lnTo>
                  <a:pt x="1473714" y="2179625"/>
                </a:lnTo>
                <a:cubicBezTo>
                  <a:pt x="1466138" y="2179292"/>
                  <a:pt x="1458132" y="2180071"/>
                  <a:pt x="1449503" y="2182633"/>
                </a:cubicBezTo>
                <a:lnTo>
                  <a:pt x="1266687" y="2212688"/>
                </a:lnTo>
                <a:cubicBezTo>
                  <a:pt x="1256792" y="2212722"/>
                  <a:pt x="1247024" y="2217857"/>
                  <a:pt x="1239614" y="2209727"/>
                </a:cubicBezTo>
                <a:cubicBezTo>
                  <a:pt x="1228778" y="2200326"/>
                  <a:pt x="1202276" y="2223497"/>
                  <a:pt x="1202436" y="2209817"/>
                </a:cubicBezTo>
                <a:cubicBezTo>
                  <a:pt x="1183471" y="2225854"/>
                  <a:pt x="1157340" y="2206849"/>
                  <a:pt x="1136097" y="2205112"/>
                </a:cubicBezTo>
                <a:cubicBezTo>
                  <a:pt x="1100396" y="2209415"/>
                  <a:pt x="1013922" y="2231219"/>
                  <a:pt x="988232" y="2235635"/>
                </a:cubicBezTo>
                <a:cubicBezTo>
                  <a:pt x="986445" y="2234079"/>
                  <a:pt x="984332" y="2232722"/>
                  <a:pt x="981959" y="2231607"/>
                </a:cubicBezTo>
                <a:cubicBezTo>
                  <a:pt x="968170" y="2225130"/>
                  <a:pt x="948759" y="2228043"/>
                  <a:pt x="938600" y="2238113"/>
                </a:cubicBezTo>
                <a:cubicBezTo>
                  <a:pt x="888371" y="2272824"/>
                  <a:pt x="837950" y="2280135"/>
                  <a:pt x="791788" y="2293224"/>
                </a:cubicBezTo>
                <a:cubicBezTo>
                  <a:pt x="739035" y="2305159"/>
                  <a:pt x="769009" y="2269676"/>
                  <a:pt x="706914" y="2305046"/>
                </a:cubicBezTo>
                <a:cubicBezTo>
                  <a:pt x="697882" y="2295919"/>
                  <a:pt x="689339" y="2296797"/>
                  <a:pt x="675971" y="2304030"/>
                </a:cubicBezTo>
                <a:cubicBezTo>
                  <a:pt x="650201" y="2309060"/>
                  <a:pt x="647591" y="2282853"/>
                  <a:pt x="624180" y="2302650"/>
                </a:cubicBezTo>
                <a:cubicBezTo>
                  <a:pt x="626400" y="2287987"/>
                  <a:pt x="574045" y="2305175"/>
                  <a:pt x="583453" y="2288788"/>
                </a:cubicBezTo>
                <a:cubicBezTo>
                  <a:pt x="564313" y="2278832"/>
                  <a:pt x="559671" y="2301039"/>
                  <a:pt x="540946" y="2292721"/>
                </a:cubicBezTo>
                <a:cubicBezTo>
                  <a:pt x="521576" y="2293191"/>
                  <a:pt x="554439" y="2305843"/>
                  <a:pt x="533680" y="2310233"/>
                </a:cubicBezTo>
                <a:cubicBezTo>
                  <a:pt x="508069" y="2313043"/>
                  <a:pt x="512638" y="2338541"/>
                  <a:pt x="487366" y="2309053"/>
                </a:cubicBezTo>
                <a:cubicBezTo>
                  <a:pt x="462164" y="2321083"/>
                  <a:pt x="454441" y="2307251"/>
                  <a:pt x="416820" y="2305443"/>
                </a:cubicBezTo>
                <a:cubicBezTo>
                  <a:pt x="403012" y="2315890"/>
                  <a:pt x="390105" y="2313733"/>
                  <a:pt x="376805" y="2307647"/>
                </a:cubicBezTo>
                <a:cubicBezTo>
                  <a:pt x="341751" y="2315035"/>
                  <a:pt x="307408" y="2307897"/>
                  <a:pt x="266777" y="2309012"/>
                </a:cubicBezTo>
                <a:cubicBezTo>
                  <a:pt x="225310" y="2324664"/>
                  <a:pt x="199419" y="2305548"/>
                  <a:pt x="156013" y="2306832"/>
                </a:cubicBezTo>
                <a:cubicBezTo>
                  <a:pt x="117457" y="2333851"/>
                  <a:pt x="122965" y="2279562"/>
                  <a:pt x="87258" y="2285511"/>
                </a:cubicBezTo>
                <a:cubicBezTo>
                  <a:pt x="38977" y="2309189"/>
                  <a:pt x="74043" y="2277969"/>
                  <a:pt x="23798" y="2281822"/>
                </a:cubicBezTo>
                <a:lnTo>
                  <a:pt x="0" y="2285369"/>
                </a:lnTo>
                <a:lnTo>
                  <a:pt x="0" y="0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>
              <a:solidFill>
                <a:schemeClr val="bg2"/>
              </a:solidFill>
            </a:endParaRP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8B630B02-4848-6030-20E1-60E37A2BB7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1397" y="180677"/>
            <a:ext cx="7655427" cy="739881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3600" dirty="0"/>
              <a:t>Ontwerpen</a:t>
            </a:r>
          </a:p>
        </p:txBody>
      </p:sp>
      <p:pic>
        <p:nvPicPr>
          <p:cNvPr id="7" name="Content Placeholder 6" descr="A screenshot of a computer&#10;&#10;AI-generated content may be incorrect.">
            <a:hlinkClick r:id="rId2"/>
            <a:extLst>
              <a:ext uri="{FF2B5EF4-FFF2-40B4-BE49-F238E27FC236}">
                <a16:creationId xmlns:a16="http://schemas.microsoft.com/office/drawing/2014/main" id="{687FAC66-58AB-EDD3-E447-8833D999E1F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20248" y="39810"/>
            <a:ext cx="3666790" cy="6697330"/>
          </a:xfrm>
          <a:prstGeom prst="rect">
            <a:avLst/>
          </a:prstGeom>
        </p:spPr>
      </p:pic>
      <p:pic>
        <p:nvPicPr>
          <p:cNvPr id="4" name="Picture 3" descr="A diagram of a computer system&#10;&#10;AI-generated content may be incorrect.">
            <a:extLst>
              <a:ext uri="{FF2B5EF4-FFF2-40B4-BE49-F238E27FC236}">
                <a16:creationId xmlns:a16="http://schemas.microsoft.com/office/drawing/2014/main" id="{EF70F3A7-1B62-2DE7-2D42-B723706F23C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96546" y="1705880"/>
            <a:ext cx="3425130" cy="3365190"/>
          </a:xfrm>
          <a:prstGeom prst="rect">
            <a:avLst/>
          </a:prstGeom>
        </p:spPr>
      </p:pic>
      <p:sp>
        <p:nvSpPr>
          <p:cNvPr id="30" name="Freeform: Shape 29">
            <a:extLst>
              <a:ext uri="{FF2B5EF4-FFF2-40B4-BE49-F238E27FC236}">
                <a16:creationId xmlns:a16="http://schemas.microsoft.com/office/drawing/2014/main" id="{CFDF195F-784B-4D00-8C92-6FC1B0499EA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307088" y="6277971"/>
            <a:ext cx="6884912" cy="580030"/>
          </a:xfrm>
          <a:custGeom>
            <a:avLst/>
            <a:gdLst>
              <a:gd name="connsiteX0" fmla="*/ 6884912 w 6884912"/>
              <a:gd name="connsiteY0" fmla="*/ 0 h 1161397"/>
              <a:gd name="connsiteX1" fmla="*/ 6884912 w 6884912"/>
              <a:gd name="connsiteY1" fmla="*/ 1161397 h 1161397"/>
              <a:gd name="connsiteX2" fmla="*/ 0 w 6884912"/>
              <a:gd name="connsiteY2" fmla="*/ 1161397 h 1161397"/>
              <a:gd name="connsiteX3" fmla="*/ 27135 w 6884912"/>
              <a:gd name="connsiteY3" fmla="*/ 1147460 h 1161397"/>
              <a:gd name="connsiteX4" fmla="*/ 115388 w 6884912"/>
              <a:gd name="connsiteY4" fmla="*/ 1159043 h 1161397"/>
              <a:gd name="connsiteX5" fmla="*/ 119094 w 6884912"/>
              <a:gd name="connsiteY5" fmla="*/ 1148463 h 1161397"/>
              <a:gd name="connsiteX6" fmla="*/ 171824 w 6884912"/>
              <a:gd name="connsiteY6" fmla="*/ 1133224 h 1161397"/>
              <a:gd name="connsiteX7" fmla="*/ 376455 w 6884912"/>
              <a:gd name="connsiteY7" fmla="*/ 1137381 h 1161397"/>
              <a:gd name="connsiteX8" fmla="*/ 478946 w 6884912"/>
              <a:gd name="connsiteY8" fmla="*/ 1106011 h 1161397"/>
              <a:gd name="connsiteX9" fmla="*/ 512111 w 6884912"/>
              <a:gd name="connsiteY9" fmla="*/ 1085599 h 1161397"/>
              <a:gd name="connsiteX10" fmla="*/ 567875 w 6884912"/>
              <a:gd name="connsiteY10" fmla="*/ 1051976 h 1161397"/>
              <a:gd name="connsiteX11" fmla="*/ 601644 w 6884912"/>
              <a:gd name="connsiteY11" fmla="*/ 1003997 h 1161397"/>
              <a:gd name="connsiteX12" fmla="*/ 651408 w 6884912"/>
              <a:gd name="connsiteY12" fmla="*/ 984938 h 1161397"/>
              <a:gd name="connsiteX13" fmla="*/ 673197 w 6884912"/>
              <a:gd name="connsiteY13" fmla="*/ 1010060 h 1161397"/>
              <a:gd name="connsiteX14" fmla="*/ 723108 w 6884912"/>
              <a:gd name="connsiteY14" fmla="*/ 980081 h 1161397"/>
              <a:gd name="connsiteX15" fmla="*/ 797699 w 6884912"/>
              <a:gd name="connsiteY15" fmla="*/ 931362 h 1161397"/>
              <a:gd name="connsiteX16" fmla="*/ 843359 w 6884912"/>
              <a:gd name="connsiteY16" fmla="*/ 910894 h 1161397"/>
              <a:gd name="connsiteX17" fmla="*/ 965215 w 6884912"/>
              <a:gd name="connsiteY17" fmla="*/ 846701 h 1161397"/>
              <a:gd name="connsiteX18" fmla="*/ 1085080 w 6884912"/>
              <a:gd name="connsiteY18" fmla="*/ 776086 h 1161397"/>
              <a:gd name="connsiteX19" fmla="*/ 1131224 w 6884912"/>
              <a:gd name="connsiteY19" fmla="*/ 706160 h 1161397"/>
              <a:gd name="connsiteX20" fmla="*/ 1138051 w 6884912"/>
              <a:gd name="connsiteY20" fmla="*/ 702034 h 1161397"/>
              <a:gd name="connsiteX21" fmla="*/ 1158800 w 6884912"/>
              <a:gd name="connsiteY21" fmla="*/ 700004 h 1161397"/>
              <a:gd name="connsiteX22" fmla="*/ 1166947 w 6884912"/>
              <a:gd name="connsiteY22" fmla="*/ 700762 h 1161397"/>
              <a:gd name="connsiteX23" fmla="*/ 1178135 w 6884912"/>
              <a:gd name="connsiteY23" fmla="*/ 698631 h 1161397"/>
              <a:gd name="connsiteX24" fmla="*/ 1178301 w 6884912"/>
              <a:gd name="connsiteY24" fmla="*/ 698094 h 1161397"/>
              <a:gd name="connsiteX25" fmla="*/ 1188995 w 6884912"/>
              <a:gd name="connsiteY25" fmla="*/ 697048 h 1161397"/>
              <a:gd name="connsiteX26" fmla="*/ 1242716 w 6884912"/>
              <a:gd name="connsiteY26" fmla="*/ 698052 h 1161397"/>
              <a:gd name="connsiteX27" fmla="*/ 1299977 w 6884912"/>
              <a:gd name="connsiteY27" fmla="*/ 639196 h 1161397"/>
              <a:gd name="connsiteX28" fmla="*/ 1326190 w 6884912"/>
              <a:gd name="connsiteY28" fmla="*/ 625955 h 1161397"/>
              <a:gd name="connsiteX29" fmla="*/ 1339600 w 6884912"/>
              <a:gd name="connsiteY29" fmla="*/ 616295 h 1161397"/>
              <a:gd name="connsiteX30" fmla="*/ 1340054 w 6884912"/>
              <a:gd name="connsiteY30" fmla="*/ 614022 h 1161397"/>
              <a:gd name="connsiteX31" fmla="*/ 1391606 w 6884912"/>
              <a:gd name="connsiteY31" fmla="*/ 615229 h 1161397"/>
              <a:gd name="connsiteX32" fmla="*/ 1397565 w 6884912"/>
              <a:gd name="connsiteY32" fmla="*/ 611490 h 1161397"/>
              <a:gd name="connsiteX33" fmla="*/ 1432302 w 6884912"/>
              <a:gd name="connsiteY33" fmla="*/ 617267 h 1161397"/>
              <a:gd name="connsiteX34" fmla="*/ 1449644 w 6884912"/>
              <a:gd name="connsiteY34" fmla="*/ 617591 h 1161397"/>
              <a:gd name="connsiteX35" fmla="*/ 1455793 w 6884912"/>
              <a:gd name="connsiteY35" fmla="*/ 623174 h 1161397"/>
              <a:gd name="connsiteX36" fmla="*/ 1480758 w 6884912"/>
              <a:gd name="connsiteY36" fmla="*/ 620863 h 1161397"/>
              <a:gd name="connsiteX37" fmla="*/ 1483154 w 6884912"/>
              <a:gd name="connsiteY37" fmla="*/ 618527 h 1161397"/>
              <a:gd name="connsiteX38" fmla="*/ 1505495 w 6884912"/>
              <a:gd name="connsiteY38" fmla="*/ 624325 h 1161397"/>
              <a:gd name="connsiteX39" fmla="*/ 1526340 w 6884912"/>
              <a:gd name="connsiteY39" fmla="*/ 638496 h 1161397"/>
              <a:gd name="connsiteX40" fmla="*/ 1731986 w 6884912"/>
              <a:gd name="connsiteY40" fmla="*/ 589682 h 1161397"/>
              <a:gd name="connsiteX41" fmla="*/ 1927935 w 6884912"/>
              <a:gd name="connsiteY41" fmla="*/ 628540 h 1161397"/>
              <a:gd name="connsiteX42" fmla="*/ 2039075 w 6884912"/>
              <a:gd name="connsiteY42" fmla="*/ 599964 h 1161397"/>
              <a:gd name="connsiteX43" fmla="*/ 2066980 w 6884912"/>
              <a:gd name="connsiteY43" fmla="*/ 550413 h 1161397"/>
              <a:gd name="connsiteX44" fmla="*/ 2352236 w 6884912"/>
              <a:gd name="connsiteY44" fmla="*/ 519602 h 1161397"/>
              <a:gd name="connsiteX45" fmla="*/ 2420791 w 6884912"/>
              <a:gd name="connsiteY45" fmla="*/ 492826 h 1161397"/>
              <a:gd name="connsiteX46" fmla="*/ 2489932 w 6884912"/>
              <a:gd name="connsiteY46" fmla="*/ 507864 h 1161397"/>
              <a:gd name="connsiteX47" fmla="*/ 2512917 w 6884912"/>
              <a:gd name="connsiteY47" fmla="*/ 489127 h 1161397"/>
              <a:gd name="connsiteX48" fmla="*/ 2516783 w 6884912"/>
              <a:gd name="connsiteY48" fmla="*/ 485473 h 1161397"/>
              <a:gd name="connsiteX49" fmla="*/ 2534360 w 6884912"/>
              <a:gd name="connsiteY49" fmla="*/ 480064 h 1161397"/>
              <a:gd name="connsiteX50" fmla="*/ 2536691 w 6884912"/>
              <a:gd name="connsiteY50" fmla="*/ 467018 h 1161397"/>
              <a:gd name="connsiteX51" fmla="*/ 2561265 w 6884912"/>
              <a:gd name="connsiteY51" fmla="*/ 450623 h 1161397"/>
              <a:gd name="connsiteX52" fmla="*/ 2594349 w 6884912"/>
              <a:gd name="connsiteY52" fmla="*/ 443884 h 1161397"/>
              <a:gd name="connsiteX53" fmla="*/ 2754324 w 6884912"/>
              <a:gd name="connsiteY53" fmla="*/ 424766 h 1161397"/>
              <a:gd name="connsiteX54" fmla="*/ 2848470 w 6884912"/>
              <a:gd name="connsiteY54" fmla="*/ 405966 h 1161397"/>
              <a:gd name="connsiteX55" fmla="*/ 2881772 w 6884912"/>
              <a:gd name="connsiteY55" fmla="*/ 387260 h 1161397"/>
              <a:gd name="connsiteX56" fmla="*/ 2929932 w 6884912"/>
              <a:gd name="connsiteY56" fmla="*/ 368912 h 1161397"/>
              <a:gd name="connsiteX57" fmla="*/ 3013020 w 6884912"/>
              <a:gd name="connsiteY57" fmla="*/ 327578 h 1161397"/>
              <a:gd name="connsiteX58" fmla="*/ 3127968 w 6884912"/>
              <a:gd name="connsiteY58" fmla="*/ 287613 h 1161397"/>
              <a:gd name="connsiteX59" fmla="*/ 3222191 w 6884912"/>
              <a:gd name="connsiteY59" fmla="*/ 307887 h 1161397"/>
              <a:gd name="connsiteX60" fmla="*/ 3227953 w 6884912"/>
              <a:gd name="connsiteY60" fmla="*/ 297650 h 1161397"/>
              <a:gd name="connsiteX61" fmla="*/ 3287859 w 6884912"/>
              <a:gd name="connsiteY61" fmla="*/ 287558 h 1161397"/>
              <a:gd name="connsiteX62" fmla="*/ 3510042 w 6884912"/>
              <a:gd name="connsiteY62" fmla="*/ 311820 h 1161397"/>
              <a:gd name="connsiteX63" fmla="*/ 3626773 w 6884912"/>
              <a:gd name="connsiteY63" fmla="*/ 290452 h 1161397"/>
              <a:gd name="connsiteX64" fmla="*/ 3666217 w 6884912"/>
              <a:gd name="connsiteY64" fmla="*/ 273255 h 1161397"/>
              <a:gd name="connsiteX65" fmla="*/ 3732427 w 6884912"/>
              <a:gd name="connsiteY65" fmla="*/ 245039 h 1161397"/>
              <a:gd name="connsiteX66" fmla="*/ 3777022 w 6884912"/>
              <a:gd name="connsiteY66" fmla="*/ 200276 h 1161397"/>
              <a:gd name="connsiteX67" fmla="*/ 3791246 w 6884912"/>
              <a:gd name="connsiteY67" fmla="*/ 189996 h 1161397"/>
              <a:gd name="connsiteX68" fmla="*/ 3819864 w 6884912"/>
              <a:gd name="connsiteY68" fmla="*/ 194605 h 1161397"/>
              <a:gd name="connsiteX69" fmla="*/ 3830398 w 6884912"/>
              <a:gd name="connsiteY69" fmla="*/ 188383 h 1161397"/>
              <a:gd name="connsiteX70" fmla="*/ 3834360 w 6884912"/>
              <a:gd name="connsiteY70" fmla="*/ 188992 h 1161397"/>
              <a:gd name="connsiteX71" fmla="*/ 3843715 w 6884912"/>
              <a:gd name="connsiteY71" fmla="*/ 188752 h 1161397"/>
              <a:gd name="connsiteX72" fmla="*/ 3842609 w 6884912"/>
              <a:gd name="connsiteY72" fmla="*/ 197386 h 1161397"/>
              <a:gd name="connsiteX73" fmla="*/ 3853961 w 6884912"/>
              <a:gd name="connsiteY73" fmla="*/ 213380 h 1161397"/>
              <a:gd name="connsiteX74" fmla="*/ 3907640 w 6884912"/>
              <a:gd name="connsiteY74" fmla="*/ 207568 h 1161397"/>
              <a:gd name="connsiteX75" fmla="*/ 3910449 w 6884912"/>
              <a:gd name="connsiteY75" fmla="*/ 197808 h 1161397"/>
              <a:gd name="connsiteX76" fmla="*/ 3917197 w 6884912"/>
              <a:gd name="connsiteY76" fmla="*/ 196121 h 1161397"/>
              <a:gd name="connsiteX77" fmla="*/ 3922400 w 6884912"/>
              <a:gd name="connsiteY77" fmla="*/ 205056 h 1161397"/>
              <a:gd name="connsiteX78" fmla="*/ 4013061 w 6884912"/>
              <a:gd name="connsiteY78" fmla="*/ 224874 h 1161397"/>
              <a:gd name="connsiteX79" fmla="*/ 4134285 w 6884912"/>
              <a:gd name="connsiteY79" fmla="*/ 235592 h 1161397"/>
              <a:gd name="connsiteX80" fmla="*/ 4220717 w 6884912"/>
              <a:gd name="connsiteY80" fmla="*/ 192946 h 1161397"/>
              <a:gd name="connsiteX81" fmla="*/ 4228802 w 6884912"/>
              <a:gd name="connsiteY81" fmla="*/ 201468 h 1161397"/>
              <a:gd name="connsiteX82" fmla="*/ 4289361 w 6884912"/>
              <a:gd name="connsiteY82" fmla="*/ 196642 h 1161397"/>
              <a:gd name="connsiteX83" fmla="*/ 4498913 w 6884912"/>
              <a:gd name="connsiteY83" fmla="*/ 118915 h 1161397"/>
              <a:gd name="connsiteX84" fmla="*/ 4617330 w 6884912"/>
              <a:gd name="connsiteY84" fmla="*/ 111163 h 1161397"/>
              <a:gd name="connsiteX85" fmla="*/ 4659778 w 6884912"/>
              <a:gd name="connsiteY85" fmla="*/ 118219 h 1161397"/>
              <a:gd name="connsiteX86" fmla="*/ 4730870 w 6884912"/>
              <a:gd name="connsiteY86" fmla="*/ 129432 h 1161397"/>
              <a:gd name="connsiteX87" fmla="*/ 4785037 w 6884912"/>
              <a:gd name="connsiteY87" fmla="*/ 161964 h 1161397"/>
              <a:gd name="connsiteX88" fmla="*/ 4844073 w 6884912"/>
              <a:gd name="connsiteY88" fmla="*/ 161768 h 1161397"/>
              <a:gd name="connsiteX89" fmla="*/ 4856454 w 6884912"/>
              <a:gd name="connsiteY89" fmla="*/ 130488 h 1161397"/>
              <a:gd name="connsiteX90" fmla="*/ 4920038 w 6884912"/>
              <a:gd name="connsiteY90" fmla="*/ 140418 h 1161397"/>
              <a:gd name="connsiteX91" fmla="*/ 5016639 w 6884912"/>
              <a:gd name="connsiteY91" fmla="*/ 158905 h 1161397"/>
              <a:gd name="connsiteX92" fmla="*/ 5072009 w 6884912"/>
              <a:gd name="connsiteY92" fmla="*/ 161502 h 1161397"/>
              <a:gd name="connsiteX93" fmla="*/ 5223626 w 6884912"/>
              <a:gd name="connsiteY93" fmla="*/ 177356 h 1161397"/>
              <a:gd name="connsiteX94" fmla="*/ 5375773 w 6884912"/>
              <a:gd name="connsiteY94" fmla="*/ 199913 h 1161397"/>
              <a:gd name="connsiteX95" fmla="*/ 5467502 w 6884912"/>
              <a:gd name="connsiteY95" fmla="*/ 250963 h 1161397"/>
              <a:gd name="connsiteX96" fmla="*/ 5592395 w 6884912"/>
              <a:gd name="connsiteY96" fmla="*/ 265434 h 1161397"/>
              <a:gd name="connsiteX97" fmla="*/ 5613532 w 6884912"/>
              <a:gd name="connsiteY97" fmla="*/ 273379 h 1161397"/>
              <a:gd name="connsiteX98" fmla="*/ 5642173 w 6884912"/>
              <a:gd name="connsiteY98" fmla="*/ 266904 h 1161397"/>
              <a:gd name="connsiteX99" fmla="*/ 5756910 w 6884912"/>
              <a:gd name="connsiteY99" fmla="*/ 239211 h 1161397"/>
              <a:gd name="connsiteX100" fmla="*/ 5846667 w 6884912"/>
              <a:gd name="connsiteY100" fmla="*/ 201786 h 1161397"/>
              <a:gd name="connsiteX101" fmla="*/ 5960732 w 6884912"/>
              <a:gd name="connsiteY101" fmla="*/ 220708 h 1161397"/>
              <a:gd name="connsiteX102" fmla="*/ 6029542 w 6884912"/>
              <a:gd name="connsiteY102" fmla="*/ 210339 h 1161397"/>
              <a:gd name="connsiteX103" fmla="*/ 6141123 w 6884912"/>
              <a:gd name="connsiteY103" fmla="*/ 159923 h 1161397"/>
              <a:gd name="connsiteX104" fmla="*/ 6290640 w 6884912"/>
              <a:gd name="connsiteY104" fmla="*/ 167441 h 1161397"/>
              <a:gd name="connsiteX105" fmla="*/ 6322806 w 6884912"/>
              <a:gd name="connsiteY105" fmla="*/ 213293 h 1161397"/>
              <a:gd name="connsiteX106" fmla="*/ 6364914 w 6884912"/>
              <a:gd name="connsiteY106" fmla="*/ 240140 h 1161397"/>
              <a:gd name="connsiteX107" fmla="*/ 6380420 w 6884912"/>
              <a:gd name="connsiteY107" fmla="*/ 173195 h 1161397"/>
              <a:gd name="connsiteX108" fmla="*/ 6507891 w 6884912"/>
              <a:gd name="connsiteY108" fmla="*/ 118474 h 1161397"/>
              <a:gd name="connsiteX109" fmla="*/ 6571807 w 6884912"/>
              <a:gd name="connsiteY109" fmla="*/ 98636 h 1161397"/>
              <a:gd name="connsiteX110" fmla="*/ 6671880 w 6884912"/>
              <a:gd name="connsiteY110" fmla="*/ 82931 h 1161397"/>
              <a:gd name="connsiteX111" fmla="*/ 6702266 w 6884912"/>
              <a:gd name="connsiteY111" fmla="*/ 75470 h 1161397"/>
              <a:gd name="connsiteX112" fmla="*/ 6845802 w 6884912"/>
              <a:gd name="connsiteY112" fmla="*/ 24496 h 11613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</a:cxnLst>
            <a:rect l="l" t="t" r="r" b="b"/>
            <a:pathLst>
              <a:path w="6884912" h="1161397">
                <a:moveTo>
                  <a:pt x="6884912" y="0"/>
                </a:moveTo>
                <a:lnTo>
                  <a:pt x="6884912" y="1161397"/>
                </a:lnTo>
                <a:lnTo>
                  <a:pt x="0" y="1161397"/>
                </a:lnTo>
                <a:lnTo>
                  <a:pt x="27135" y="1147460"/>
                </a:lnTo>
                <a:cubicBezTo>
                  <a:pt x="57431" y="1167048"/>
                  <a:pt x="61886" y="1135904"/>
                  <a:pt x="115388" y="1159043"/>
                </a:cubicBezTo>
                <a:cubicBezTo>
                  <a:pt x="116121" y="1155340"/>
                  <a:pt x="117370" y="1151777"/>
                  <a:pt x="119094" y="1148463"/>
                </a:cubicBezTo>
                <a:cubicBezTo>
                  <a:pt x="129121" y="1129214"/>
                  <a:pt x="152727" y="1122391"/>
                  <a:pt x="171824" y="1133224"/>
                </a:cubicBezTo>
                <a:cubicBezTo>
                  <a:pt x="254344" y="1161369"/>
                  <a:pt x="315458" y="1143220"/>
                  <a:pt x="376455" y="1137381"/>
                </a:cubicBezTo>
                <a:cubicBezTo>
                  <a:pt x="443775" y="1125614"/>
                  <a:pt x="382885" y="1083927"/>
                  <a:pt x="478946" y="1106011"/>
                </a:cubicBezTo>
                <a:cubicBezTo>
                  <a:pt x="481662" y="1085172"/>
                  <a:pt x="491731" y="1081489"/>
                  <a:pt x="512111" y="1085599"/>
                </a:cubicBezTo>
                <a:cubicBezTo>
                  <a:pt x="544368" y="1078502"/>
                  <a:pt x="526559" y="1032754"/>
                  <a:pt x="567875" y="1051976"/>
                </a:cubicBezTo>
                <a:cubicBezTo>
                  <a:pt x="553871" y="1028602"/>
                  <a:pt x="624901" y="1025930"/>
                  <a:pt x="601644" y="1003997"/>
                </a:cubicBezTo>
                <a:cubicBezTo>
                  <a:pt x="614803" y="975652"/>
                  <a:pt x="637415" y="1010272"/>
                  <a:pt x="651408" y="984938"/>
                </a:cubicBezTo>
                <a:cubicBezTo>
                  <a:pt x="673042" y="974024"/>
                  <a:pt x="646948" y="1015207"/>
                  <a:pt x="673197" y="1010060"/>
                </a:cubicBezTo>
                <a:cubicBezTo>
                  <a:pt x="703527" y="999318"/>
                  <a:pt x="718626" y="1045053"/>
                  <a:pt x="723108" y="980081"/>
                </a:cubicBezTo>
                <a:cubicBezTo>
                  <a:pt x="760262" y="985126"/>
                  <a:pt x="757827" y="957145"/>
                  <a:pt x="797699" y="931362"/>
                </a:cubicBezTo>
                <a:cubicBezTo>
                  <a:pt x="821097" y="940623"/>
                  <a:pt x="833565" y="929189"/>
                  <a:pt x="843359" y="910894"/>
                </a:cubicBezTo>
                <a:cubicBezTo>
                  <a:pt x="887668" y="902160"/>
                  <a:pt x="919738" y="869376"/>
                  <a:pt x="965215" y="846701"/>
                </a:cubicBezTo>
                <a:cubicBezTo>
                  <a:pt x="1023081" y="848019"/>
                  <a:pt x="1036422" y="800154"/>
                  <a:pt x="1085080" y="776086"/>
                </a:cubicBezTo>
                <a:cubicBezTo>
                  <a:pt x="1140763" y="795544"/>
                  <a:pt x="1110309" y="730471"/>
                  <a:pt x="1131224" y="706160"/>
                </a:cubicBezTo>
                <a:lnTo>
                  <a:pt x="1138051" y="702034"/>
                </a:lnTo>
                <a:lnTo>
                  <a:pt x="1158800" y="700004"/>
                </a:lnTo>
                <a:lnTo>
                  <a:pt x="1166947" y="700762"/>
                </a:lnTo>
                <a:cubicBezTo>
                  <a:pt x="1172432" y="700717"/>
                  <a:pt x="1175913" y="699961"/>
                  <a:pt x="1178135" y="698631"/>
                </a:cubicBezTo>
                <a:lnTo>
                  <a:pt x="1178301" y="698094"/>
                </a:lnTo>
                <a:lnTo>
                  <a:pt x="1188995" y="697048"/>
                </a:lnTo>
                <a:cubicBezTo>
                  <a:pt x="1207294" y="696390"/>
                  <a:pt x="1225337" y="696802"/>
                  <a:pt x="1242716" y="698052"/>
                </a:cubicBezTo>
                <a:cubicBezTo>
                  <a:pt x="1250387" y="668345"/>
                  <a:pt x="1318259" y="689091"/>
                  <a:pt x="1299977" y="639196"/>
                </a:cubicBezTo>
                <a:cubicBezTo>
                  <a:pt x="1323072" y="639367"/>
                  <a:pt x="1341279" y="658105"/>
                  <a:pt x="1326190" y="625955"/>
                </a:cubicBezTo>
                <a:cubicBezTo>
                  <a:pt x="1333572" y="625050"/>
                  <a:pt x="1337406" y="621362"/>
                  <a:pt x="1339600" y="616295"/>
                </a:cubicBezTo>
                <a:lnTo>
                  <a:pt x="1340054" y="614022"/>
                </a:lnTo>
                <a:lnTo>
                  <a:pt x="1391606" y="615229"/>
                </a:lnTo>
                <a:lnTo>
                  <a:pt x="1397565" y="611490"/>
                </a:lnTo>
                <a:lnTo>
                  <a:pt x="1432302" y="617267"/>
                </a:lnTo>
                <a:lnTo>
                  <a:pt x="1449644" y="617591"/>
                </a:lnTo>
                <a:lnTo>
                  <a:pt x="1455793" y="623174"/>
                </a:lnTo>
                <a:cubicBezTo>
                  <a:pt x="1461744" y="626151"/>
                  <a:pt x="1469373" y="626493"/>
                  <a:pt x="1480758" y="620863"/>
                </a:cubicBezTo>
                <a:lnTo>
                  <a:pt x="1483154" y="618527"/>
                </a:lnTo>
                <a:lnTo>
                  <a:pt x="1505495" y="624325"/>
                </a:lnTo>
                <a:cubicBezTo>
                  <a:pt x="1512992" y="627532"/>
                  <a:pt x="1520025" y="632078"/>
                  <a:pt x="1526340" y="638496"/>
                </a:cubicBezTo>
                <a:cubicBezTo>
                  <a:pt x="1586113" y="586768"/>
                  <a:pt x="1659006" y="610309"/>
                  <a:pt x="1731986" y="589682"/>
                </a:cubicBezTo>
                <a:cubicBezTo>
                  <a:pt x="1750397" y="523106"/>
                  <a:pt x="1896056" y="573257"/>
                  <a:pt x="1927935" y="628540"/>
                </a:cubicBezTo>
                <a:cubicBezTo>
                  <a:pt x="1912854" y="559823"/>
                  <a:pt x="2112261" y="676347"/>
                  <a:pt x="2039075" y="599964"/>
                </a:cubicBezTo>
                <a:cubicBezTo>
                  <a:pt x="2066036" y="601198"/>
                  <a:pt x="2086366" y="569532"/>
                  <a:pt x="2066980" y="550413"/>
                </a:cubicBezTo>
                <a:cubicBezTo>
                  <a:pt x="2155364" y="582582"/>
                  <a:pt x="2259548" y="514786"/>
                  <a:pt x="2352236" y="519602"/>
                </a:cubicBezTo>
                <a:cubicBezTo>
                  <a:pt x="2388450" y="459394"/>
                  <a:pt x="2373298" y="511682"/>
                  <a:pt x="2420791" y="492826"/>
                </a:cubicBezTo>
                <a:cubicBezTo>
                  <a:pt x="2417962" y="542563"/>
                  <a:pt x="2475071" y="455098"/>
                  <a:pt x="2489932" y="507864"/>
                </a:cubicBezTo>
                <a:cubicBezTo>
                  <a:pt x="2498105" y="502761"/>
                  <a:pt x="2505553" y="496153"/>
                  <a:pt x="2512917" y="489127"/>
                </a:cubicBezTo>
                <a:lnTo>
                  <a:pt x="2516783" y="485473"/>
                </a:lnTo>
                <a:lnTo>
                  <a:pt x="2534360" y="480064"/>
                </a:lnTo>
                <a:lnTo>
                  <a:pt x="2536691" y="467018"/>
                </a:lnTo>
                <a:lnTo>
                  <a:pt x="2561265" y="450623"/>
                </a:lnTo>
                <a:cubicBezTo>
                  <a:pt x="2570872" y="446262"/>
                  <a:pt x="2581686" y="443655"/>
                  <a:pt x="2594349" y="443884"/>
                </a:cubicBezTo>
                <a:cubicBezTo>
                  <a:pt x="2640435" y="464638"/>
                  <a:pt x="2696955" y="396361"/>
                  <a:pt x="2754324" y="424766"/>
                </a:cubicBezTo>
                <a:cubicBezTo>
                  <a:pt x="2775130" y="430896"/>
                  <a:pt x="2837731" y="423458"/>
                  <a:pt x="2848470" y="405966"/>
                </a:cubicBezTo>
                <a:cubicBezTo>
                  <a:pt x="2861295" y="401100"/>
                  <a:pt x="2876936" y="405309"/>
                  <a:pt x="2881772" y="387260"/>
                </a:cubicBezTo>
                <a:cubicBezTo>
                  <a:pt x="2890299" y="365261"/>
                  <a:pt x="2938134" y="392997"/>
                  <a:pt x="2929932" y="368912"/>
                </a:cubicBezTo>
                <a:cubicBezTo>
                  <a:pt x="2963844" y="387799"/>
                  <a:pt x="2986550" y="341223"/>
                  <a:pt x="3013020" y="327578"/>
                </a:cubicBezTo>
                <a:cubicBezTo>
                  <a:pt x="3040041" y="346996"/>
                  <a:pt x="3068934" y="299222"/>
                  <a:pt x="3127968" y="287613"/>
                </a:cubicBezTo>
                <a:cubicBezTo>
                  <a:pt x="3157770" y="310215"/>
                  <a:pt x="3167695" y="279445"/>
                  <a:pt x="3222191" y="307887"/>
                </a:cubicBezTo>
                <a:cubicBezTo>
                  <a:pt x="3223593" y="304249"/>
                  <a:pt x="3225533" y="300801"/>
                  <a:pt x="3227953" y="297650"/>
                </a:cubicBezTo>
                <a:cubicBezTo>
                  <a:pt x="3242008" y="279345"/>
                  <a:pt x="3268831" y="274825"/>
                  <a:pt x="3287859" y="287558"/>
                </a:cubicBezTo>
                <a:cubicBezTo>
                  <a:pt x="3373144" y="323866"/>
                  <a:pt x="3442657" y="311681"/>
                  <a:pt x="3510042" y="311820"/>
                </a:cubicBezTo>
                <a:cubicBezTo>
                  <a:pt x="3585274" y="306641"/>
                  <a:pt x="3525753" y="258887"/>
                  <a:pt x="3626773" y="290452"/>
                </a:cubicBezTo>
                <a:cubicBezTo>
                  <a:pt x="3633124" y="269835"/>
                  <a:pt x="3644693" y="267134"/>
                  <a:pt x="3666217" y="273255"/>
                </a:cubicBezTo>
                <a:cubicBezTo>
                  <a:pt x="3702502" y="269310"/>
                  <a:pt x="3690563" y="221720"/>
                  <a:pt x="3732427" y="245039"/>
                </a:cubicBezTo>
                <a:cubicBezTo>
                  <a:pt x="3720985" y="220241"/>
                  <a:pt x="3798776" y="224539"/>
                  <a:pt x="3777022" y="200276"/>
                </a:cubicBezTo>
                <a:cubicBezTo>
                  <a:pt x="3781759" y="193499"/>
                  <a:pt x="3786499" y="190723"/>
                  <a:pt x="3791246" y="189996"/>
                </a:cubicBezTo>
                <a:cubicBezTo>
                  <a:pt x="3800740" y="188542"/>
                  <a:pt x="3810265" y="195284"/>
                  <a:pt x="3819864" y="194605"/>
                </a:cubicBezTo>
                <a:lnTo>
                  <a:pt x="3830398" y="188383"/>
                </a:lnTo>
                <a:lnTo>
                  <a:pt x="3834360" y="188992"/>
                </a:lnTo>
                <a:lnTo>
                  <a:pt x="3843715" y="188752"/>
                </a:lnTo>
                <a:lnTo>
                  <a:pt x="3842609" y="197386"/>
                </a:lnTo>
                <a:cubicBezTo>
                  <a:pt x="3840673" y="205638"/>
                  <a:pt x="3839248" y="214671"/>
                  <a:pt x="3853961" y="213380"/>
                </a:cubicBezTo>
                <a:cubicBezTo>
                  <a:pt x="3884396" y="206569"/>
                  <a:pt x="3895082" y="241941"/>
                  <a:pt x="3907640" y="207568"/>
                </a:cubicBezTo>
                <a:lnTo>
                  <a:pt x="3910449" y="197808"/>
                </a:lnTo>
                <a:lnTo>
                  <a:pt x="3917197" y="196121"/>
                </a:lnTo>
                <a:cubicBezTo>
                  <a:pt x="3920833" y="196372"/>
                  <a:pt x="3922919" y="198717"/>
                  <a:pt x="3922400" y="205056"/>
                </a:cubicBezTo>
                <a:cubicBezTo>
                  <a:pt x="3950680" y="178467"/>
                  <a:pt x="3984062" y="218098"/>
                  <a:pt x="4013061" y="224874"/>
                </a:cubicBezTo>
                <a:cubicBezTo>
                  <a:pt x="4034530" y="199451"/>
                  <a:pt x="4074202" y="238734"/>
                  <a:pt x="4134285" y="235592"/>
                </a:cubicBezTo>
                <a:cubicBezTo>
                  <a:pt x="4157674" y="206403"/>
                  <a:pt x="4174806" y="233822"/>
                  <a:pt x="4220717" y="192946"/>
                </a:cubicBezTo>
                <a:cubicBezTo>
                  <a:pt x="4222964" y="196132"/>
                  <a:pt x="4225687" y="199002"/>
                  <a:pt x="4228802" y="201468"/>
                </a:cubicBezTo>
                <a:cubicBezTo>
                  <a:pt x="4246898" y="215792"/>
                  <a:pt x="4274013" y="213632"/>
                  <a:pt x="4289361" y="196642"/>
                </a:cubicBezTo>
                <a:cubicBezTo>
                  <a:pt x="4363212" y="140627"/>
                  <a:pt x="4433598" y="135488"/>
                  <a:pt x="4498913" y="118915"/>
                </a:cubicBezTo>
                <a:cubicBezTo>
                  <a:pt x="4573135" y="105586"/>
                  <a:pt x="4527062" y="166416"/>
                  <a:pt x="4617330" y="111163"/>
                </a:cubicBezTo>
                <a:cubicBezTo>
                  <a:pt x="4628518" y="129608"/>
                  <a:pt x="4640397" y="129405"/>
                  <a:pt x="4659778" y="118219"/>
                </a:cubicBezTo>
                <a:cubicBezTo>
                  <a:pt x="4695929" y="113193"/>
                  <a:pt x="4695958" y="162259"/>
                  <a:pt x="4730870" y="129432"/>
                </a:cubicBezTo>
                <a:cubicBezTo>
                  <a:pt x="4725822" y="156271"/>
                  <a:pt x="4800214" y="133127"/>
                  <a:pt x="4785037" y="161964"/>
                </a:cubicBezTo>
                <a:cubicBezTo>
                  <a:pt x="4810025" y="183633"/>
                  <a:pt x="4819434" y="143205"/>
                  <a:pt x="4844073" y="161768"/>
                </a:cubicBezTo>
                <a:cubicBezTo>
                  <a:pt x="4870797" y="164132"/>
                  <a:pt x="4827288" y="135164"/>
                  <a:pt x="4856454" y="130488"/>
                </a:cubicBezTo>
                <a:cubicBezTo>
                  <a:pt x="4892086" y="129553"/>
                  <a:pt x="4889263" y="81477"/>
                  <a:pt x="4920038" y="140418"/>
                </a:cubicBezTo>
                <a:cubicBezTo>
                  <a:pt x="4956358" y="122308"/>
                  <a:pt x="4965108" y="149263"/>
                  <a:pt x="5016639" y="158905"/>
                </a:cubicBezTo>
                <a:cubicBezTo>
                  <a:pt x="5037063" y="141828"/>
                  <a:pt x="5054534" y="147986"/>
                  <a:pt x="5072009" y="161502"/>
                </a:cubicBezTo>
                <a:cubicBezTo>
                  <a:pt x="5121260" y="153653"/>
                  <a:pt x="5167555" y="172635"/>
                  <a:pt x="5223626" y="177356"/>
                </a:cubicBezTo>
                <a:cubicBezTo>
                  <a:pt x="5282824" y="155243"/>
                  <a:pt x="5315859" y="195041"/>
                  <a:pt x="5375773" y="199913"/>
                </a:cubicBezTo>
                <a:cubicBezTo>
                  <a:pt x="5432511" y="156218"/>
                  <a:pt x="5417550" y="256036"/>
                  <a:pt x="5467502" y="250963"/>
                </a:cubicBezTo>
                <a:cubicBezTo>
                  <a:pt x="5547124" y="209975"/>
                  <a:pt x="5467171" y="283839"/>
                  <a:pt x="5592395" y="265434"/>
                </a:cubicBezTo>
                <a:cubicBezTo>
                  <a:pt x="5599201" y="258867"/>
                  <a:pt x="5614752" y="264706"/>
                  <a:pt x="5613532" y="273379"/>
                </a:cubicBezTo>
                <a:cubicBezTo>
                  <a:pt x="5621390" y="270408"/>
                  <a:pt x="5639720" y="253173"/>
                  <a:pt x="5642173" y="266904"/>
                </a:cubicBezTo>
                <a:cubicBezTo>
                  <a:pt x="5682296" y="267049"/>
                  <a:pt x="5721812" y="257513"/>
                  <a:pt x="5756910" y="239211"/>
                </a:cubicBezTo>
                <a:cubicBezTo>
                  <a:pt x="5834998" y="260050"/>
                  <a:pt x="5790596" y="197229"/>
                  <a:pt x="5846667" y="201786"/>
                </a:cubicBezTo>
                <a:cubicBezTo>
                  <a:pt x="5892444" y="227312"/>
                  <a:pt x="5908324" y="204527"/>
                  <a:pt x="5960732" y="220708"/>
                </a:cubicBezTo>
                <a:cubicBezTo>
                  <a:pt x="5977124" y="175349"/>
                  <a:pt x="6009640" y="223654"/>
                  <a:pt x="6029542" y="210339"/>
                </a:cubicBezTo>
                <a:cubicBezTo>
                  <a:pt x="6063108" y="261420"/>
                  <a:pt x="6107411" y="160034"/>
                  <a:pt x="6141123" y="159923"/>
                </a:cubicBezTo>
                <a:cubicBezTo>
                  <a:pt x="6198068" y="167749"/>
                  <a:pt x="6260628" y="219715"/>
                  <a:pt x="6290640" y="167441"/>
                </a:cubicBezTo>
                <a:cubicBezTo>
                  <a:pt x="6295193" y="188689"/>
                  <a:pt x="6290494" y="217816"/>
                  <a:pt x="6322806" y="213293"/>
                </a:cubicBezTo>
                <a:cubicBezTo>
                  <a:pt x="6335911" y="223881"/>
                  <a:pt x="6338726" y="256581"/>
                  <a:pt x="6364914" y="240140"/>
                </a:cubicBezTo>
                <a:cubicBezTo>
                  <a:pt x="6331888" y="211628"/>
                  <a:pt x="6385856" y="207033"/>
                  <a:pt x="6380420" y="173195"/>
                </a:cubicBezTo>
                <a:cubicBezTo>
                  <a:pt x="6420580" y="151473"/>
                  <a:pt x="6513519" y="179296"/>
                  <a:pt x="6507891" y="118474"/>
                </a:cubicBezTo>
                <a:cubicBezTo>
                  <a:pt x="6519398" y="82452"/>
                  <a:pt x="6571830" y="137398"/>
                  <a:pt x="6571807" y="98636"/>
                </a:cubicBezTo>
                <a:cubicBezTo>
                  <a:pt x="6594702" y="123421"/>
                  <a:pt x="6634676" y="82071"/>
                  <a:pt x="6671880" y="82931"/>
                </a:cubicBezTo>
                <a:cubicBezTo>
                  <a:pt x="6678855" y="65407"/>
                  <a:pt x="6687415" y="66196"/>
                  <a:pt x="6702266" y="75470"/>
                </a:cubicBezTo>
                <a:cubicBezTo>
                  <a:pt x="6747004" y="78450"/>
                  <a:pt x="6798307" y="53072"/>
                  <a:pt x="6845802" y="24496"/>
                </a:cubicBez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Arrow: Right 8">
            <a:extLst>
              <a:ext uri="{FF2B5EF4-FFF2-40B4-BE49-F238E27FC236}">
                <a16:creationId xmlns:a16="http://schemas.microsoft.com/office/drawing/2014/main" id="{DBFE428D-5C73-3622-6E79-D0DB2051D43A}"/>
              </a:ext>
            </a:extLst>
          </p:cNvPr>
          <p:cNvSpPr/>
          <p:nvPr/>
        </p:nvSpPr>
        <p:spPr>
          <a:xfrm>
            <a:off x="6275324" y="3055223"/>
            <a:ext cx="978408" cy="484632"/>
          </a:xfrm>
          <a:prstGeom prst="rightArrow">
            <a:avLst/>
          </a:prstGeom>
          <a:solidFill>
            <a:srgbClr val="FFFF00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81396749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F31221D-267F-33BC-124E-E8D2D4E080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Down Arrow 7">
            <a:extLst>
              <a:ext uri="{FF2B5EF4-FFF2-40B4-BE49-F238E27FC236}">
                <a16:creationId xmlns:a16="http://schemas.microsoft.com/office/drawing/2014/main" id="{D4771268-CB57-404A-9271-370EB28F60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800100" y="1491343"/>
            <a:ext cx="3333749" cy="3499103"/>
          </a:xfrm>
          <a:prstGeom prst="downArrow">
            <a:avLst>
              <a:gd name="adj1" fmla="val 100000"/>
              <a:gd name="adj2" fmla="val 15788"/>
            </a:avLst>
          </a:prstGeom>
          <a:solidFill>
            <a:srgbClr val="404040"/>
          </a:solidFill>
          <a:ln w="539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1468BD5A-6D9A-B2BC-DAB9-29B2C41829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8700" y="1967266"/>
            <a:ext cx="2628900" cy="2547257"/>
          </a:xfrm>
          <a:noFill/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36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Ontwerpen</a:t>
            </a:r>
          </a:p>
        </p:txBody>
      </p:sp>
      <p:pic>
        <p:nvPicPr>
          <p:cNvPr id="7" name="Content Placeholder 6" descr="A computer screen shot of a software diagram&#10;&#10;AI-generated content may be incorrect.">
            <a:extLst>
              <a:ext uri="{FF2B5EF4-FFF2-40B4-BE49-F238E27FC236}">
                <a16:creationId xmlns:a16="http://schemas.microsoft.com/office/drawing/2014/main" id="{DCEDA2B9-63D3-F49B-5E52-414F6FD3723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41037" y="394198"/>
            <a:ext cx="7456591" cy="6133046"/>
          </a:xfrm>
          <a:prstGeom prst="rect">
            <a:avLst/>
          </a:prstGeom>
        </p:spPr>
      </p:pic>
      <p:pic>
        <p:nvPicPr>
          <p:cNvPr id="9" name="Picture 8" descr="A diagram of a stereo processing pipeline&#10;&#10;AI-generated content may be incorrect.">
            <a:extLst>
              <a:ext uri="{FF2B5EF4-FFF2-40B4-BE49-F238E27FC236}">
                <a16:creationId xmlns:a16="http://schemas.microsoft.com/office/drawing/2014/main" id="{8C671605-9D8F-217F-830A-DAF347B3BA7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3468" y="56307"/>
            <a:ext cx="2995632" cy="6610638"/>
          </a:xfrm>
          <a:prstGeom prst="rect">
            <a:avLst/>
          </a:prstGeom>
        </p:spPr>
      </p:pic>
      <p:cxnSp>
        <p:nvCxnSpPr>
          <p:cNvPr id="24" name="Connector: Elbow 23">
            <a:extLst>
              <a:ext uri="{FF2B5EF4-FFF2-40B4-BE49-F238E27FC236}">
                <a16:creationId xmlns:a16="http://schemas.microsoft.com/office/drawing/2014/main" id="{BEC59454-6544-066D-D1EE-5ABEAB47F7E5}"/>
              </a:ext>
            </a:extLst>
          </p:cNvPr>
          <p:cNvCxnSpPr>
            <a:cxnSpLocks/>
          </p:cNvCxnSpPr>
          <p:nvPr/>
        </p:nvCxnSpPr>
        <p:spPr>
          <a:xfrm rot="10800000">
            <a:off x="2544234" y="2167467"/>
            <a:ext cx="3599273" cy="1058672"/>
          </a:xfrm>
          <a:prstGeom prst="bentConnector3">
            <a:avLst>
              <a:gd name="adj1" fmla="val 55998"/>
            </a:avLst>
          </a:prstGeom>
          <a:ln w="19050" cap="flat" cmpd="sng" algn="ctr">
            <a:solidFill>
              <a:schemeClr val="accent2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2422102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4AD4335-DB6F-DDA3-8BCD-0B4F9C0AF1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Demo</a:t>
            </a:r>
          </a:p>
        </p:txBody>
      </p:sp>
      <p:sp>
        <p:nvSpPr>
          <p:cNvPr id="7" name="Tijdelijke aanduiding voor inhoud 6">
            <a:extLst>
              <a:ext uri="{FF2B5EF4-FFF2-40B4-BE49-F238E27FC236}">
                <a16:creationId xmlns:a16="http://schemas.microsoft.com/office/drawing/2014/main" id="{475FD24C-3CC3-ADA4-5C95-026ED0711F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28097286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8C49C9-2DE7-B0F3-9E50-BCB60A4E63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8700" y="1967266"/>
            <a:ext cx="2628900" cy="2547257"/>
          </a:xfrm>
          <a:noFill/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3600" kern="1200" dirty="0" err="1">
                <a:solidFill>
                  <a:srgbClr val="FFFFFF"/>
                </a:solidFill>
                <a:latin typeface="+mj-lt"/>
                <a:ea typeface="+mj-ea"/>
                <a:cs typeface="+mj-cs"/>
              </a:rPr>
              <a:t>Zitten</a:t>
            </a:r>
            <a:r>
              <a:rPr lang="en-US" sz="36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 we op 50%?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28AC4B9-3BD5-32F1-CDD3-557C5C2D6C74}"/>
              </a:ext>
            </a:extLst>
          </p:cNvPr>
          <p:cNvSpPr txBox="1"/>
          <p:nvPr/>
        </p:nvSpPr>
        <p:spPr>
          <a:xfrm>
            <a:off x="5296471" y="1209255"/>
            <a:ext cx="203132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 err="1"/>
              <a:t>Leerdoelen</a:t>
            </a:r>
            <a:endParaRPr lang="en-US" b="1" dirty="0"/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023C9758-DBA0-EC6A-04D5-9008BD391F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2318" y="1890931"/>
            <a:ext cx="10515600" cy="4351338"/>
          </a:xfrm>
        </p:spPr>
        <p:txBody>
          <a:bodyPr/>
          <a:lstStyle/>
          <a:p>
            <a:endParaRPr lang="en-US" dirty="0"/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F2F30C36-1FB9-D06C-EE8B-1C019115B65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51630" y="1699404"/>
            <a:ext cx="3017583" cy="30829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9E799E4-D4A3-E85F-8F74-60FC3278F429}"/>
              </a:ext>
            </a:extLst>
          </p:cNvPr>
          <p:cNvSpPr txBox="1"/>
          <p:nvPr/>
        </p:nvSpPr>
        <p:spPr>
          <a:xfrm>
            <a:off x="8407741" y="1173769"/>
            <a:ext cx="113101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Taken</a:t>
            </a: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264265068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7D60F01-DF12-68A3-DE46-A2C487E9EE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5" y="640080"/>
            <a:ext cx="6213617" cy="1481328"/>
          </a:xfrm>
        </p:spPr>
        <p:txBody>
          <a:bodyPr anchor="b">
            <a:normAutofit fontScale="90000"/>
          </a:bodyPr>
          <a:lstStyle/>
          <a:p>
            <a:r>
              <a:rPr lang="nl-NL" sz="5400" dirty="0"/>
              <a:t>Wat gaan we doen?/De komende 50%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55F3C2F9-7FD3-D860-9848-C7700A683F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0936" y="2660904"/>
            <a:ext cx="4818888" cy="3547872"/>
          </a:xfrm>
        </p:spPr>
        <p:txBody>
          <a:bodyPr anchor="t">
            <a:normAutofit/>
          </a:bodyPr>
          <a:lstStyle/>
          <a:p>
            <a:r>
              <a:rPr lang="nl-NL" sz="2200" dirty="0"/>
              <a:t>Kalibreren</a:t>
            </a:r>
          </a:p>
          <a:p>
            <a:r>
              <a:rPr lang="nl-NL" sz="2200" dirty="0"/>
              <a:t>2D grafiek</a:t>
            </a:r>
          </a:p>
          <a:p>
            <a:r>
              <a:rPr lang="nl-NL" sz="2200" dirty="0"/>
              <a:t>GUI</a:t>
            </a:r>
          </a:p>
          <a:p>
            <a:r>
              <a:rPr lang="nl-NL" sz="2200" dirty="0"/>
              <a:t>Documenteren</a:t>
            </a:r>
          </a:p>
        </p:txBody>
      </p:sp>
    </p:spTree>
    <p:extLst>
      <p:ext uri="{BB962C8B-B14F-4D97-AF65-F5344CB8AC3E}">
        <p14:creationId xmlns:p14="http://schemas.microsoft.com/office/powerpoint/2010/main" val="333565791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0851ACB-07AF-6A68-A4CF-686BD1130B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3631" y="809898"/>
            <a:ext cx="9942716" cy="1554480"/>
          </a:xfrm>
        </p:spPr>
        <p:txBody>
          <a:bodyPr anchor="ctr">
            <a:normAutofit/>
          </a:bodyPr>
          <a:lstStyle/>
          <a:p>
            <a:r>
              <a:rPr lang="nl-NL" sz="4800"/>
              <a:t>Retrospective</a:t>
            </a:r>
          </a:p>
        </p:txBody>
      </p:sp>
      <p:sp>
        <p:nvSpPr>
          <p:cNvPr id="29" name="Tijdelijke aanduiding voor inhoud 2">
            <a:extLst>
              <a:ext uri="{FF2B5EF4-FFF2-40B4-BE49-F238E27FC236}">
                <a16:creationId xmlns:a16="http://schemas.microsoft.com/office/drawing/2014/main" id="{6F623A0E-51EE-AF81-1C89-5D7FF16393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45028" y="3017522"/>
            <a:ext cx="9941319" cy="3124658"/>
          </a:xfrm>
        </p:spPr>
        <p:txBody>
          <a:bodyPr anchor="ctr">
            <a:normAutofit/>
          </a:bodyPr>
          <a:lstStyle/>
          <a:p>
            <a:r>
              <a:rPr lang="nl-NL" sz="2400"/>
              <a:t>Goed:</a:t>
            </a:r>
          </a:p>
          <a:p>
            <a:pPr lvl="1"/>
            <a:r>
              <a:rPr lang="nl-NL"/>
              <a:t>Communicatie</a:t>
            </a:r>
          </a:p>
          <a:p>
            <a:pPr lvl="1"/>
            <a:r>
              <a:rPr lang="nl-NL"/>
              <a:t>Takenverdeling</a:t>
            </a:r>
          </a:p>
          <a:p>
            <a:pPr lvl="1"/>
            <a:r>
              <a:rPr lang="nl-NL"/>
              <a:t>Samenwerking</a:t>
            </a:r>
          </a:p>
          <a:p>
            <a:pPr lvl="1"/>
            <a:r>
              <a:rPr lang="nl-NL"/>
              <a:t>Georganiseerd</a:t>
            </a:r>
          </a:p>
          <a:p>
            <a:r>
              <a:rPr lang="nl-NL" sz="2400"/>
              <a:t>Kan beter:</a:t>
            </a:r>
          </a:p>
          <a:p>
            <a:pPr lvl="1"/>
            <a:r>
              <a:rPr lang="nl-NL"/>
              <a:t>Documentatie</a:t>
            </a:r>
          </a:p>
          <a:p>
            <a:endParaRPr lang="nl-NL" sz="2400"/>
          </a:p>
        </p:txBody>
      </p:sp>
    </p:spTree>
    <p:extLst>
      <p:ext uri="{BB962C8B-B14F-4D97-AF65-F5344CB8AC3E}">
        <p14:creationId xmlns:p14="http://schemas.microsoft.com/office/powerpoint/2010/main" val="282481473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Kantoorthema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538D9D"/>
      </a:hlink>
      <a:folHlink>
        <a:srgbClr val="A5738E"/>
      </a:folHlink>
    </a:clrScheme>
    <a:fontScheme name="Kantoorthema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3A418E6B-C5F0-4B95-8D77-61E3EF3B5DF5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348</TotalTime>
  <Words>151</Words>
  <Application>Microsoft Office PowerPoint</Application>
  <PresentationFormat>Widescreen</PresentationFormat>
  <Paragraphs>64</Paragraphs>
  <Slides>14</Slides>
  <Notes>0</Notes>
  <HiddenSlides>1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9" baseType="lpstr">
      <vt:lpstr>Aptos</vt:lpstr>
      <vt:lpstr>Aptos Display</vt:lpstr>
      <vt:lpstr>Arial</vt:lpstr>
      <vt:lpstr>Courier New</vt:lpstr>
      <vt:lpstr>Office Theme</vt:lpstr>
      <vt:lpstr>Project 5/6 50% presentatie</vt:lpstr>
      <vt:lpstr>Inhoudsopgave</vt:lpstr>
      <vt:lpstr>De opdrachtgever</vt:lpstr>
      <vt:lpstr>Probleemstelling</vt:lpstr>
      <vt:lpstr>De opdracht</vt:lpstr>
      <vt:lpstr>De scope </vt:lpstr>
      <vt:lpstr>Wat we hebben gedaan</vt:lpstr>
      <vt:lpstr>PowerPoint Presentation</vt:lpstr>
      <vt:lpstr>Ontwerpen</vt:lpstr>
      <vt:lpstr>Ontwerpen</vt:lpstr>
      <vt:lpstr>Demo</vt:lpstr>
      <vt:lpstr>Zitten we op 50%?</vt:lpstr>
      <vt:lpstr>Wat gaan we doen?/De komende 50%</vt:lpstr>
      <vt:lpstr>Retrospective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Tom Heijmans</dc:creator>
  <cp:lastModifiedBy>Ali Haimed (1103776)</cp:lastModifiedBy>
  <cp:revision>4</cp:revision>
  <dcterms:created xsi:type="dcterms:W3CDTF">2025-11-12T13:42:07Z</dcterms:created>
  <dcterms:modified xsi:type="dcterms:W3CDTF">2025-11-14T06:04:11Z</dcterms:modified>
</cp:coreProperties>
</file>