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6" r:id="rId10"/>
    <p:sldId id="275" r:id="rId11"/>
    <p:sldId id="274" r:id="rId12"/>
    <p:sldId id="261" r:id="rId13"/>
    <p:sldId id="272" r:id="rId14"/>
    <p:sldId id="260" r:id="rId15"/>
    <p:sldId id="27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C9E6DC-382B-4CC4-A649-1B8F663856C1}" v="27" dt="2025-11-13T12:44:58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90" autoAdjust="0"/>
    <p:restoredTop sz="94660"/>
  </p:normalViewPr>
  <p:slideViewPr>
    <p:cSldViewPr snapToGrid="0">
      <p:cViewPr>
        <p:scale>
          <a:sx n="105" d="100"/>
          <a:sy n="105" d="100"/>
        </p:scale>
        <p:origin x="736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B3C9E6DC-382B-4CC4-A649-1B8F663856C1}"/>
    <pc:docChg chg="undo custSel addSld modSld modMainMaster">
      <pc:chgData name="Tom Heijmans" userId="518c28196cba6f70" providerId="LiveId" clId="{B3C9E6DC-382B-4CC4-A649-1B8F663856C1}" dt="2025-11-13T12:45:13.703" v="393" actId="1076"/>
      <pc:docMkLst>
        <pc:docMk/>
      </pc:docMkLst>
      <pc:sldChg chg="addSp delSp modSp mod setBg delDesignElem">
        <pc:chgData name="Tom Heijmans" userId="518c28196cba6f70" providerId="LiveId" clId="{B3C9E6DC-382B-4CC4-A649-1B8F663856C1}" dt="2025-11-13T10:22:43.799" v="146" actId="26606"/>
        <pc:sldMkLst>
          <pc:docMk/>
          <pc:sldMk cId="3370430170" sldId="256"/>
        </pc:sldMkLst>
        <pc:spChg chg="mo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2" creationId="{F6203A12-DAEC-3FDF-11FA-091060E3762C}"/>
          </ac:spMkLst>
        </pc:spChg>
        <pc:spChg chg="mod or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3" creationId="{F92DBD36-496A-DABE-366D-1747E8468E83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2" creationId="{B1595A09-E336-4D1B-9B3A-06A2287A54E2}"/>
          </ac:spMkLst>
        </pc:spChg>
        <pc:spChg chg="add del">
          <ac:chgData name="Tom Heijmans" userId="518c28196cba6f70" providerId="LiveId" clId="{B3C9E6DC-382B-4CC4-A649-1B8F663856C1}" dt="2025-11-13T10:01:40.056" v="88" actId="26606"/>
          <ac:spMkLst>
            <pc:docMk/>
            <pc:sldMk cId="3370430170" sldId="256"/>
            <ac:spMk id="13" creationId="{077D6507-8E8D-40E1-A7B9-63012EF9492F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4" creationId="{3540989C-C7B8-473B-BF87-6F2DA6A90006}"/>
          </ac:spMkLst>
        </pc:spChg>
        <pc:spChg chg="add del">
          <ac:chgData name="Tom Heijmans" userId="518c28196cba6f70" providerId="LiveId" clId="{B3C9E6DC-382B-4CC4-A649-1B8F663856C1}" dt="2025-11-13T10:09:28.307" v="101"/>
          <ac:spMkLst>
            <pc:docMk/>
            <pc:sldMk cId="3370430170" sldId="256"/>
            <ac:spMk id="15" creationId="{BD7C2DEF-63C5-495B-BBE5-720E5D12B4D2}"/>
          </ac:spMkLst>
        </pc:spChg>
        <pc:picChg chg="add del">
          <ac:chgData name="Tom Heijmans" userId="518c28196cba6f70" providerId="LiveId" clId="{B3C9E6DC-382B-4CC4-A649-1B8F663856C1}" dt="2025-11-13T09:59:21.319" v="80" actId="21"/>
          <ac:picMkLst>
            <pc:docMk/>
            <pc:sldMk cId="3370430170" sldId="256"/>
            <ac:picMk id="5" creationId="{22B3E375-0B8C-FBA2-D5C9-0745DE49C01C}"/>
          </ac:picMkLst>
        </pc:picChg>
        <pc:picChg chg="add del mod">
          <ac:chgData name="Tom Heijmans" userId="518c28196cba6f70" providerId="LiveId" clId="{B3C9E6DC-382B-4CC4-A649-1B8F663856C1}" dt="2025-11-13T10:02:41.713" v="98" actId="478"/>
          <ac:picMkLst>
            <pc:docMk/>
            <pc:sldMk cId="3370430170" sldId="256"/>
            <ac:picMk id="6" creationId="{A8CEB5D4-17C5-9D34-AC0E-ED9BB1E80582}"/>
          </ac:picMkLst>
        </pc:picChg>
        <pc:picChg chg="add del mod ord">
          <ac:chgData name="Tom Heijmans" userId="518c28196cba6f70" providerId="LiveId" clId="{B3C9E6DC-382B-4CC4-A649-1B8F663856C1}" dt="2025-11-13T10:01:54.285" v="93" actId="22"/>
          <ac:picMkLst>
            <pc:docMk/>
            <pc:sldMk cId="3370430170" sldId="256"/>
            <ac:picMk id="8" creationId="{C323A52C-737A-3377-8FC3-D1A02942C510}"/>
          </ac:picMkLst>
        </pc:picChg>
        <pc:picChg chg="add mod ord">
          <ac:chgData name="Tom Heijmans" userId="518c28196cba6f70" providerId="LiveId" clId="{B3C9E6DC-382B-4CC4-A649-1B8F663856C1}" dt="2025-11-13T10:22:43.799" v="146" actId="26606"/>
          <ac:picMkLst>
            <pc:docMk/>
            <pc:sldMk cId="3370430170" sldId="256"/>
            <ac:picMk id="10" creationId="{A3EC0C5B-1710-66BE-18F7-353467119C51}"/>
          </ac:picMkLst>
        </pc:picChg>
        <pc:picChg chg="add del">
          <ac:chgData name="Tom Heijmans" userId="518c28196cba6f70" providerId="LiveId" clId="{B3C9E6DC-382B-4CC4-A649-1B8F663856C1}" dt="2025-11-13T10:09:28.307" v="101"/>
          <ac:picMkLst>
            <pc:docMk/>
            <pc:sldMk cId="3370430170" sldId="256"/>
            <ac:picMk id="17" creationId="{FE21E403-0B61-4473-BE57-AB0F16379674}"/>
          </ac:picMkLst>
        </pc:picChg>
      </pc:sldChg>
      <pc:sldChg chg="modSp mod">
        <pc:chgData name="Tom Heijmans" userId="518c28196cba6f70" providerId="LiveId" clId="{B3C9E6DC-382B-4CC4-A649-1B8F663856C1}" dt="2025-11-13T11:30:37.923" v="221" actId="20577"/>
        <pc:sldMkLst>
          <pc:docMk/>
          <pc:sldMk cId="2273918763" sldId="257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73918763" sldId="257"/>
            <ac:spMk id="2" creationId="{14D083C3-5619-A5C4-D177-724F6BB9AB77}"/>
          </ac:spMkLst>
        </pc:spChg>
        <pc:spChg chg="mod">
          <ac:chgData name="Tom Heijmans" userId="518c28196cba6f70" providerId="LiveId" clId="{B3C9E6DC-382B-4CC4-A649-1B8F663856C1}" dt="2025-11-13T11:30:37.923" v="221" actId="20577"/>
          <ac:spMkLst>
            <pc:docMk/>
            <pc:sldMk cId="2273918763" sldId="257"/>
            <ac:spMk id="3" creationId="{A9B11EB2-0A11-4DC3-14E2-9DAAEBC25D5C}"/>
          </ac:spMkLst>
        </pc:spChg>
      </pc:sldChg>
      <pc:sldChg chg="addSp modSp mod">
        <pc:chgData name="Tom Heijmans" userId="518c28196cba6f70" providerId="LiveId" clId="{B3C9E6DC-382B-4CC4-A649-1B8F663856C1}" dt="2025-11-13T12:45:13.703" v="393" actId="1076"/>
        <pc:sldMkLst>
          <pc:docMk/>
          <pc:sldMk cId="1238502200" sldId="258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2" creationId="{56CBD5C1-50A9-FAF7-65E7-4908518010B5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3" creationId="{123C502E-835C-B6AF-AF88-D4C9B01140BD}"/>
          </ac:spMkLst>
        </pc:spChg>
        <pc:picChg chg="mod">
          <ac:chgData name="Tom Heijmans" userId="518c28196cba6f70" providerId="LiveId" clId="{B3C9E6DC-382B-4CC4-A649-1B8F663856C1}" dt="2025-11-13T12:45:09.233" v="392" actId="1076"/>
          <ac:picMkLst>
            <pc:docMk/>
            <pc:sldMk cId="1238502200" sldId="258"/>
            <ac:picMk id="5" creationId="{296A188A-4DBF-2A03-EF5F-76D5ADCD794A}"/>
          </ac:picMkLst>
        </pc:picChg>
        <pc:picChg chg="add mod">
          <ac:chgData name="Tom Heijmans" userId="518c28196cba6f70" providerId="LiveId" clId="{B3C9E6DC-382B-4CC4-A649-1B8F663856C1}" dt="2025-11-13T12:45:13.703" v="393" actId="1076"/>
          <ac:picMkLst>
            <pc:docMk/>
            <pc:sldMk cId="1238502200" sldId="258"/>
            <ac:picMk id="6" creationId="{72DC5032-78C5-4C55-C0CD-B3E1F9032190}"/>
          </ac:picMkLst>
        </pc:picChg>
      </pc:sldChg>
      <pc:sldChg chg="addSp modSp mod">
        <pc:chgData name="Tom Heijmans" userId="518c28196cba6f70" providerId="LiveId" clId="{B3C9E6DC-382B-4CC4-A649-1B8F663856C1}" dt="2025-11-13T11:30:10.642" v="192" actId="1076"/>
        <pc:sldMkLst>
          <pc:docMk/>
          <pc:sldMk cId="1942964482" sldId="259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2" creationId="{04EC2E30-888A-B680-94C1-243CC0A7980F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3" creationId="{6BF46591-3E2D-8CF4-06ED-6E16B36E034D}"/>
          </ac:spMkLst>
        </pc:spChg>
        <pc:picChg chg="add mod">
          <ac:chgData name="Tom Heijmans" userId="518c28196cba6f70" providerId="LiveId" clId="{B3C9E6DC-382B-4CC4-A649-1B8F663856C1}" dt="2025-11-13T09:56:30.836" v="78" actId="14100"/>
          <ac:picMkLst>
            <pc:docMk/>
            <pc:sldMk cId="1942964482" sldId="259"/>
            <ac:picMk id="5" creationId="{469CDBE5-139B-39C3-61B3-AEDC70030143}"/>
          </ac:picMkLst>
        </pc:picChg>
        <pc:picChg chg="add mod">
          <ac:chgData name="Tom Heijmans" userId="518c28196cba6f70" providerId="LiveId" clId="{B3C9E6DC-382B-4CC4-A649-1B8F663856C1}" dt="2025-11-13T11:30:10.642" v="192" actId="1076"/>
          <ac:picMkLst>
            <pc:docMk/>
            <pc:sldMk cId="1942964482" sldId="259"/>
            <ac:picMk id="1026" creationId="{A95E92AC-A928-FE2E-5343-3361CD8AC468}"/>
          </ac:picMkLst>
        </pc:picChg>
      </pc:sldChg>
      <pc:sldChg chg="addSp delSp modSp mod setBg">
        <pc:chgData name="Tom Heijmans" userId="518c28196cba6f70" providerId="LiveId" clId="{B3C9E6DC-382B-4CC4-A649-1B8F663856C1}" dt="2025-11-13T11:13:24.194" v="191" actId="26606"/>
        <pc:sldMkLst>
          <pc:docMk/>
          <pc:sldMk cId="3335657919" sldId="260"/>
        </pc:sldMkLst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2" creationId="{37D60F01-DF12-68A3-DE46-A2C487E9EE31}"/>
          </ac:spMkLst>
        </pc:spChg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3" creationId="{55F3C2F9-7FD3-D860-9848-C7700A683F59}"/>
          </ac:spMkLst>
        </pc:spChg>
        <pc:spChg chg="add del mod">
          <ac:chgData name="Tom Heijmans" userId="518c28196cba6f70" providerId="LiveId" clId="{B3C9E6DC-382B-4CC4-A649-1B8F663856C1}" dt="2025-11-13T10:23:39.457" v="147" actId="478"/>
          <ac:spMkLst>
            <pc:docMk/>
            <pc:sldMk cId="3335657919" sldId="260"/>
            <ac:spMk id="4" creationId="{D081A7D4-A543-D483-7533-B30037CE83FA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3" creationId="{743AA782-23D1-4521-8CAD-47662984AA08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5" creationId="{71877DBC-BB60-40F0-AC93-2ACDBAAE60CE}"/>
          </ac:spMkLst>
        </pc:spChg>
        <pc:picChg chg="add del mod">
          <ac:chgData name="Tom Heijmans" userId="518c28196cba6f70" providerId="LiveId" clId="{B3C9E6DC-382B-4CC4-A649-1B8F663856C1}" dt="2025-11-13T10:36:20.463" v="152" actId="478"/>
          <ac:picMkLst>
            <pc:docMk/>
            <pc:sldMk cId="3335657919" sldId="260"/>
            <ac:picMk id="6" creationId="{5A45763C-FAE4-CC14-EC74-538581A2674A}"/>
          </ac:picMkLst>
        </pc:picChg>
        <pc:picChg chg="add mod">
          <ac:chgData name="Tom Heijmans" userId="518c28196cba6f70" providerId="LiveId" clId="{B3C9E6DC-382B-4CC4-A649-1B8F663856C1}" dt="2025-11-13T11:13:24.194" v="191" actId="26606"/>
          <ac:picMkLst>
            <pc:docMk/>
            <pc:sldMk cId="3335657919" sldId="260"/>
            <ac:picMk id="8" creationId="{BF42A7F1-7453-38C6-BAE5-F10F24D406B9}"/>
          </ac:picMkLst>
        </pc:picChg>
      </pc:sldChg>
      <pc:sldChg chg="addSp delSp modSp mod modShow">
        <pc:chgData name="Tom Heijmans" userId="518c28196cba6f70" providerId="LiveId" clId="{B3C9E6DC-382B-4CC4-A649-1B8F663856C1}" dt="2025-11-13T10:36:23.946" v="154" actId="478"/>
        <pc:sldMkLst>
          <pc:docMk/>
          <pc:sldMk cId="2280972869" sldId="261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80972869" sldId="261"/>
            <ac:spMk id="2" creationId="{94AD4335-DB6F-DDA3-8BCD-0B4F9C0AF1E1}"/>
          </ac:spMkLst>
        </pc:spChg>
        <pc:spChg chg="del mod">
          <ac:chgData name="Tom Heijmans" userId="518c28196cba6f70" providerId="LiveId" clId="{B3C9E6DC-382B-4CC4-A649-1B8F663856C1}" dt="2025-11-13T10:36:22.478" v="153" actId="22"/>
          <ac:spMkLst>
            <pc:docMk/>
            <pc:sldMk cId="2280972869" sldId="261"/>
            <ac:spMk id="3" creationId="{4B19FBF4-9528-CE05-72B3-394E38622257}"/>
          </ac:spMkLst>
        </pc:spChg>
        <pc:spChg chg="add mod">
          <ac:chgData name="Tom Heijmans" userId="518c28196cba6f70" providerId="LiveId" clId="{B3C9E6DC-382B-4CC4-A649-1B8F663856C1}" dt="2025-11-13T10:36:23.946" v="154" actId="478"/>
          <ac:spMkLst>
            <pc:docMk/>
            <pc:sldMk cId="2280972869" sldId="261"/>
            <ac:spMk id="7" creationId="{475FD24C-3CC3-ADA4-5C95-026ED0711F52}"/>
          </ac:spMkLst>
        </pc:spChg>
        <pc:picChg chg="add del mod ord">
          <ac:chgData name="Tom Heijmans" userId="518c28196cba6f70" providerId="LiveId" clId="{B3C9E6DC-382B-4CC4-A649-1B8F663856C1}" dt="2025-11-13T10:36:23.946" v="154" actId="478"/>
          <ac:picMkLst>
            <pc:docMk/>
            <pc:sldMk cId="2280972869" sldId="261"/>
            <ac:picMk id="5" creationId="{691B7613-0373-C779-42E4-521E3FDAC256}"/>
          </ac:picMkLst>
        </pc:picChg>
      </pc:sldChg>
      <pc:sldChg chg="modSp">
        <pc:chgData name="Tom Heijmans" userId="518c28196cba6f70" providerId="LiveId" clId="{B3C9E6DC-382B-4CC4-A649-1B8F663856C1}" dt="2025-11-13T10:22:29.063" v="145"/>
        <pc:sldMkLst>
          <pc:docMk/>
          <pc:sldMk cId="1950260872" sldId="262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2" creationId="{90851ACB-07AF-6A68-A4CF-686BD1130B97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3" creationId="{6F623A0E-51EE-AF81-1C89-5D7FF16393A9}"/>
          </ac:spMkLst>
        </pc:spChg>
      </pc:sldChg>
      <pc:sldChg chg="modSp new mod">
        <pc:chgData name="Tom Heijmans" userId="518c28196cba6f70" providerId="LiveId" clId="{B3C9E6DC-382B-4CC4-A649-1B8F663856C1}" dt="2025-11-13T12:41:22.328" v="389" actId="20577"/>
        <pc:sldMkLst>
          <pc:docMk/>
          <pc:sldMk cId="3093572949" sldId="263"/>
        </pc:sldMkLst>
        <pc:spChg chg="mod">
          <ac:chgData name="Tom Heijmans" userId="518c28196cba6f70" providerId="LiveId" clId="{B3C9E6DC-382B-4CC4-A649-1B8F663856C1}" dt="2025-11-13T11:51:34.930" v="247" actId="20577"/>
          <ac:spMkLst>
            <pc:docMk/>
            <pc:sldMk cId="3093572949" sldId="263"/>
            <ac:spMk id="2" creationId="{738FEEA1-82FD-0E61-7838-FF982BE73933}"/>
          </ac:spMkLst>
        </pc:spChg>
        <pc:spChg chg="mod">
          <ac:chgData name="Tom Heijmans" userId="518c28196cba6f70" providerId="LiveId" clId="{B3C9E6DC-382B-4CC4-A649-1B8F663856C1}" dt="2025-11-13T12:41:22.328" v="389" actId="20577"/>
          <ac:spMkLst>
            <pc:docMk/>
            <pc:sldMk cId="3093572949" sldId="263"/>
            <ac:spMk id="3" creationId="{F67C9BC1-AAB5-8919-7FF0-EFA59C50FC39}"/>
          </ac:spMkLst>
        </pc:spChg>
      </pc:sldChg>
      <pc:sldChg chg="modSp new mod">
        <pc:chgData name="Tom Heijmans" userId="518c28196cba6f70" providerId="LiveId" clId="{B3C9E6DC-382B-4CC4-A649-1B8F663856C1}" dt="2025-11-13T12:40:53.289" v="368" actId="20577"/>
        <pc:sldMkLst>
          <pc:docMk/>
          <pc:sldMk cId="2185787134" sldId="264"/>
        </pc:sldMkLst>
        <pc:spChg chg="mod">
          <ac:chgData name="Tom Heijmans" userId="518c28196cba6f70" providerId="LiveId" clId="{B3C9E6DC-382B-4CC4-A649-1B8F663856C1}" dt="2025-11-13T12:40:53.289" v="368" actId="20577"/>
          <ac:spMkLst>
            <pc:docMk/>
            <pc:sldMk cId="2185787134" sldId="264"/>
            <ac:spMk id="2" creationId="{33AC976F-6FA4-DD78-EA2E-3820F0EE1A7F}"/>
          </ac:spMkLst>
        </pc:spChg>
      </pc:sldChg>
      <pc:sldMasterChg chg="setBg">
        <pc:chgData name="Tom Heijmans" userId="518c28196cba6f70" providerId="LiveId" clId="{B3C9E6DC-382B-4CC4-A649-1B8F663856C1}" dt="2025-11-13T10:11:47.905" v="103"/>
        <pc:sldMasterMkLst>
          <pc:docMk/>
          <pc:sldMasterMk cId="1871853926" sldId="2147483678"/>
        </pc:sldMasterMkLst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7BF1D6-8226-4C59-AEAE-E885FC1F9A3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B9BABA-45F5-4982-9487-7516027BAD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Gesprekken opdrachtgever</a:t>
          </a:r>
        </a:p>
      </dgm:t>
    </dgm:pt>
    <dgm:pt modelId="{634E0690-A5B7-4007-B071-A936C0D7C1A5}" type="parTrans" cxnId="{41DC71A6-D11B-4C17-97D0-AF9AB12E5136}">
      <dgm:prSet/>
      <dgm:spPr/>
      <dgm:t>
        <a:bodyPr/>
        <a:lstStyle/>
        <a:p>
          <a:endParaRPr lang="en-US"/>
        </a:p>
      </dgm:t>
    </dgm:pt>
    <dgm:pt modelId="{79D06961-8964-4B82-AADE-6A64B57711AC}" type="sibTrans" cxnId="{41DC71A6-D11B-4C17-97D0-AF9AB12E5136}">
      <dgm:prSet/>
      <dgm:spPr/>
      <dgm:t>
        <a:bodyPr/>
        <a:lstStyle/>
        <a:p>
          <a:endParaRPr lang="en-US"/>
        </a:p>
      </dgm:t>
    </dgm:pt>
    <dgm:pt modelId="{FF4D547C-B7B1-4B7A-9906-7BEDB8409E6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Focus op de functionaliteit</a:t>
          </a:r>
        </a:p>
      </dgm:t>
    </dgm:pt>
    <dgm:pt modelId="{B8CA404C-A117-4935-83F8-8EEB8608F383}" type="parTrans" cxnId="{E79791F0-AE2B-4AA3-B293-EB95586359CC}">
      <dgm:prSet/>
      <dgm:spPr/>
      <dgm:t>
        <a:bodyPr/>
        <a:lstStyle/>
        <a:p>
          <a:endParaRPr lang="en-US"/>
        </a:p>
      </dgm:t>
    </dgm:pt>
    <dgm:pt modelId="{7D8B8128-6FF9-4BA1-B14F-B3F307583358}" type="sibTrans" cxnId="{E79791F0-AE2B-4AA3-B293-EB95586359CC}">
      <dgm:prSet/>
      <dgm:spPr/>
      <dgm:t>
        <a:bodyPr/>
        <a:lstStyle/>
        <a:p>
          <a:endParaRPr lang="en-US"/>
        </a:p>
      </dgm:t>
    </dgm:pt>
    <dgm:pt modelId="{56E364F6-DEE7-4C25-9E3D-76B30BB2A8C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Extra’s:</a:t>
          </a:r>
        </a:p>
      </dgm:t>
    </dgm:pt>
    <dgm:pt modelId="{6F0AC9EB-8F03-463A-8677-E9CE02ED318F}" type="parTrans" cxnId="{BADE13B3-0B2D-48BA-824E-EAC57D80CDC9}">
      <dgm:prSet/>
      <dgm:spPr/>
      <dgm:t>
        <a:bodyPr/>
        <a:lstStyle/>
        <a:p>
          <a:endParaRPr lang="en-US"/>
        </a:p>
      </dgm:t>
    </dgm:pt>
    <dgm:pt modelId="{36C82AE8-94E2-428D-AAE0-CA9262A260E5}" type="sibTrans" cxnId="{BADE13B3-0B2D-48BA-824E-EAC57D80CDC9}">
      <dgm:prSet/>
      <dgm:spPr/>
      <dgm:t>
        <a:bodyPr/>
        <a:lstStyle/>
        <a:p>
          <a:endParaRPr lang="en-US"/>
        </a:p>
      </dgm:t>
    </dgm:pt>
    <dgm:pt modelId="{442E20E2-F9FB-43CE-8EBD-08CCA1932B5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Akoestische waarneming (microfoon)</a:t>
          </a:r>
        </a:p>
      </dgm:t>
    </dgm:pt>
    <dgm:pt modelId="{EBBAFB20-27F8-4F22-BB36-C0859E38A64D}" type="parTrans" cxnId="{73D9EDE9-1120-4700-AD53-910C16CA63C4}">
      <dgm:prSet/>
      <dgm:spPr/>
      <dgm:t>
        <a:bodyPr/>
        <a:lstStyle/>
        <a:p>
          <a:endParaRPr lang="en-US"/>
        </a:p>
      </dgm:t>
    </dgm:pt>
    <dgm:pt modelId="{F715B248-E8AC-44DB-890F-213D1EE26144}" type="sibTrans" cxnId="{73D9EDE9-1120-4700-AD53-910C16CA63C4}">
      <dgm:prSet/>
      <dgm:spPr/>
      <dgm:t>
        <a:bodyPr/>
        <a:lstStyle/>
        <a:p>
          <a:endParaRPr lang="en-US"/>
        </a:p>
      </dgm:t>
    </dgm:pt>
    <dgm:pt modelId="{B488F1A6-1BA1-4024-8BD1-B02F3934421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Nachtzichtcamera’s</a:t>
          </a:r>
        </a:p>
      </dgm:t>
    </dgm:pt>
    <dgm:pt modelId="{03D49876-26FE-46BB-B2A1-EE3165679974}" type="parTrans" cxnId="{3A8F8DA7-0E83-4112-9D7B-DB3C42076202}">
      <dgm:prSet/>
      <dgm:spPr/>
      <dgm:t>
        <a:bodyPr/>
        <a:lstStyle/>
        <a:p>
          <a:endParaRPr lang="en-US"/>
        </a:p>
      </dgm:t>
    </dgm:pt>
    <dgm:pt modelId="{6CFF2888-D7E3-4A9C-9FF6-2BCF742E2348}" type="sibTrans" cxnId="{3A8F8DA7-0E83-4112-9D7B-DB3C42076202}">
      <dgm:prSet/>
      <dgm:spPr/>
      <dgm:t>
        <a:bodyPr/>
        <a:lstStyle/>
        <a:p>
          <a:endParaRPr lang="en-US"/>
        </a:p>
      </dgm:t>
    </dgm:pt>
    <dgm:pt modelId="{5D61A38E-ED69-4635-865C-851C4AB1466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3D locatie</a:t>
          </a:r>
        </a:p>
      </dgm:t>
    </dgm:pt>
    <dgm:pt modelId="{D4271979-0304-4005-96C5-A02A6782255B}" type="parTrans" cxnId="{E68881E5-4487-4041-B558-CE773980409D}">
      <dgm:prSet/>
      <dgm:spPr/>
      <dgm:t>
        <a:bodyPr/>
        <a:lstStyle/>
        <a:p>
          <a:endParaRPr lang="en-US"/>
        </a:p>
      </dgm:t>
    </dgm:pt>
    <dgm:pt modelId="{541C950A-5902-40A0-9654-EEF1DDF19367}" type="sibTrans" cxnId="{E68881E5-4487-4041-B558-CE773980409D}">
      <dgm:prSet/>
      <dgm:spPr/>
      <dgm:t>
        <a:bodyPr/>
        <a:lstStyle/>
        <a:p>
          <a:endParaRPr lang="en-US"/>
        </a:p>
      </dgm:t>
    </dgm:pt>
    <dgm:pt modelId="{6B2BD03E-FEE5-4C9B-9086-2EE1BCFDE315}" type="pres">
      <dgm:prSet presAssocID="{CA7BF1D6-8226-4C59-AEAE-E885FC1F9A3B}" presName="root" presStyleCnt="0">
        <dgm:presLayoutVars>
          <dgm:dir/>
          <dgm:resizeHandles val="exact"/>
        </dgm:presLayoutVars>
      </dgm:prSet>
      <dgm:spPr/>
    </dgm:pt>
    <dgm:pt modelId="{74598062-BFB7-488B-A68C-83A193658013}" type="pres">
      <dgm:prSet presAssocID="{60B9BABA-45F5-4982-9487-7516027BAD53}" presName="compNode" presStyleCnt="0"/>
      <dgm:spPr/>
    </dgm:pt>
    <dgm:pt modelId="{46658309-3E3F-4A8A-B766-DD16D96933AA}" type="pres">
      <dgm:prSet presAssocID="{60B9BABA-45F5-4982-9487-7516027BAD5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C7F8C06-8ACD-4E45-9C94-3C58C632E059}" type="pres">
      <dgm:prSet presAssocID="{60B9BABA-45F5-4982-9487-7516027BAD53}" presName="iconSpace" presStyleCnt="0"/>
      <dgm:spPr/>
    </dgm:pt>
    <dgm:pt modelId="{758FB19D-BEA6-4AB6-A5BE-91CBE6B33C95}" type="pres">
      <dgm:prSet presAssocID="{60B9BABA-45F5-4982-9487-7516027BAD53}" presName="parTx" presStyleLbl="revTx" presStyleIdx="0" presStyleCnt="6">
        <dgm:presLayoutVars>
          <dgm:chMax val="0"/>
          <dgm:chPref val="0"/>
        </dgm:presLayoutVars>
      </dgm:prSet>
      <dgm:spPr/>
    </dgm:pt>
    <dgm:pt modelId="{B4FCF1BF-E1BC-4CF6-9D09-C04D83D0EE5B}" type="pres">
      <dgm:prSet presAssocID="{60B9BABA-45F5-4982-9487-7516027BAD53}" presName="txSpace" presStyleCnt="0"/>
      <dgm:spPr/>
    </dgm:pt>
    <dgm:pt modelId="{E132FDDD-719E-4C43-87DF-1CC0A870ACAA}" type="pres">
      <dgm:prSet presAssocID="{60B9BABA-45F5-4982-9487-7516027BAD53}" presName="desTx" presStyleLbl="revTx" presStyleIdx="1" presStyleCnt="6">
        <dgm:presLayoutVars/>
      </dgm:prSet>
      <dgm:spPr/>
    </dgm:pt>
    <dgm:pt modelId="{15FAFCA4-010E-4A1B-B7DA-3656EBF3757F}" type="pres">
      <dgm:prSet presAssocID="{79D06961-8964-4B82-AADE-6A64B57711AC}" presName="sibTrans" presStyleCnt="0"/>
      <dgm:spPr/>
    </dgm:pt>
    <dgm:pt modelId="{DC5DA1D9-F215-4E21-9A2C-FCA180192ED5}" type="pres">
      <dgm:prSet presAssocID="{FF4D547C-B7B1-4B7A-9906-7BEDB8409E6A}" presName="compNode" presStyleCnt="0"/>
      <dgm:spPr/>
    </dgm:pt>
    <dgm:pt modelId="{31CB2959-0E88-4748-B7AA-6470DE4F9E4F}" type="pres">
      <dgm:prSet presAssocID="{FF4D547C-B7B1-4B7A-9906-7BEDB8409E6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448226C-A1EA-4FBD-BE67-57C1ADDABFF3}" type="pres">
      <dgm:prSet presAssocID="{FF4D547C-B7B1-4B7A-9906-7BEDB8409E6A}" presName="iconSpace" presStyleCnt="0"/>
      <dgm:spPr/>
    </dgm:pt>
    <dgm:pt modelId="{AAD222A4-0EFA-4E9C-B984-57A29DD1B169}" type="pres">
      <dgm:prSet presAssocID="{FF4D547C-B7B1-4B7A-9906-7BEDB8409E6A}" presName="parTx" presStyleLbl="revTx" presStyleIdx="2" presStyleCnt="6">
        <dgm:presLayoutVars>
          <dgm:chMax val="0"/>
          <dgm:chPref val="0"/>
        </dgm:presLayoutVars>
      </dgm:prSet>
      <dgm:spPr/>
    </dgm:pt>
    <dgm:pt modelId="{D4D5D80E-2E3B-4367-9CF5-2C68DBC8F81B}" type="pres">
      <dgm:prSet presAssocID="{FF4D547C-B7B1-4B7A-9906-7BEDB8409E6A}" presName="txSpace" presStyleCnt="0"/>
      <dgm:spPr/>
    </dgm:pt>
    <dgm:pt modelId="{9C641790-5D02-4BEB-AA0B-6A5B948F0912}" type="pres">
      <dgm:prSet presAssocID="{FF4D547C-B7B1-4B7A-9906-7BEDB8409E6A}" presName="desTx" presStyleLbl="revTx" presStyleIdx="3" presStyleCnt="6">
        <dgm:presLayoutVars/>
      </dgm:prSet>
      <dgm:spPr/>
    </dgm:pt>
    <dgm:pt modelId="{4E919213-BA39-4D86-A2FC-A70D1463CDE5}" type="pres">
      <dgm:prSet presAssocID="{7D8B8128-6FF9-4BA1-B14F-B3F307583358}" presName="sibTrans" presStyleCnt="0"/>
      <dgm:spPr/>
    </dgm:pt>
    <dgm:pt modelId="{375D15FA-303F-41D2-92B0-F1A7DC7E5FC9}" type="pres">
      <dgm:prSet presAssocID="{56E364F6-DEE7-4C25-9E3D-76B30BB2A8C4}" presName="compNode" presStyleCnt="0"/>
      <dgm:spPr/>
    </dgm:pt>
    <dgm:pt modelId="{16CD96CD-D625-4AF9-8DED-2D169166A3DC}" type="pres">
      <dgm:prSet presAssocID="{56E364F6-DEE7-4C25-9E3D-76B30BB2A8C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thpaste"/>
        </a:ext>
      </dgm:extLst>
    </dgm:pt>
    <dgm:pt modelId="{92D4C3DA-AA54-48C9-9596-C5DA41D1681B}" type="pres">
      <dgm:prSet presAssocID="{56E364F6-DEE7-4C25-9E3D-76B30BB2A8C4}" presName="iconSpace" presStyleCnt="0"/>
      <dgm:spPr/>
    </dgm:pt>
    <dgm:pt modelId="{957739F5-2368-4FEB-A39F-0BDFDF45A820}" type="pres">
      <dgm:prSet presAssocID="{56E364F6-DEE7-4C25-9E3D-76B30BB2A8C4}" presName="parTx" presStyleLbl="revTx" presStyleIdx="4" presStyleCnt="6">
        <dgm:presLayoutVars>
          <dgm:chMax val="0"/>
          <dgm:chPref val="0"/>
        </dgm:presLayoutVars>
      </dgm:prSet>
      <dgm:spPr/>
    </dgm:pt>
    <dgm:pt modelId="{19EF5EA9-2FD7-4E0A-B5A7-814F14797105}" type="pres">
      <dgm:prSet presAssocID="{56E364F6-DEE7-4C25-9E3D-76B30BB2A8C4}" presName="txSpace" presStyleCnt="0"/>
      <dgm:spPr/>
    </dgm:pt>
    <dgm:pt modelId="{60C997D9-A212-4B22-BACB-472E232586C5}" type="pres">
      <dgm:prSet presAssocID="{56E364F6-DEE7-4C25-9E3D-76B30BB2A8C4}" presName="desTx" presStyleLbl="revTx" presStyleIdx="5" presStyleCnt="6">
        <dgm:presLayoutVars/>
      </dgm:prSet>
      <dgm:spPr/>
    </dgm:pt>
  </dgm:ptLst>
  <dgm:cxnLst>
    <dgm:cxn modelId="{E2B7591E-3AB8-469C-9653-BD3ADD71464E}" type="presOf" srcId="{B488F1A6-1BA1-4024-8BD1-B02F3934421E}" destId="{60C997D9-A212-4B22-BACB-472E232586C5}" srcOrd="0" destOrd="1" presId="urn:microsoft.com/office/officeart/2018/2/layout/IconLabelDescriptionList"/>
    <dgm:cxn modelId="{F7B1665A-2143-45EB-BA86-EBE4D32D645E}" type="presOf" srcId="{CA7BF1D6-8226-4C59-AEAE-E885FC1F9A3B}" destId="{6B2BD03E-FEE5-4C9B-9086-2EE1BCFDE315}" srcOrd="0" destOrd="0" presId="urn:microsoft.com/office/officeart/2018/2/layout/IconLabelDescriptionList"/>
    <dgm:cxn modelId="{AA0E985B-1786-4A00-9D50-2D3D244E1A0F}" type="presOf" srcId="{56E364F6-DEE7-4C25-9E3D-76B30BB2A8C4}" destId="{957739F5-2368-4FEB-A39F-0BDFDF45A820}" srcOrd="0" destOrd="0" presId="urn:microsoft.com/office/officeart/2018/2/layout/IconLabelDescriptionList"/>
    <dgm:cxn modelId="{E5FBD45D-EF93-4A1F-8950-1CEF0F14C37B}" type="presOf" srcId="{5D61A38E-ED69-4635-865C-851C4AB14669}" destId="{60C997D9-A212-4B22-BACB-472E232586C5}" srcOrd="0" destOrd="2" presId="urn:microsoft.com/office/officeart/2018/2/layout/IconLabelDescriptionList"/>
    <dgm:cxn modelId="{E1579D78-7FC6-4A04-AD06-9F2B46FF84A2}" type="presOf" srcId="{442E20E2-F9FB-43CE-8EBD-08CCA1932B5C}" destId="{60C997D9-A212-4B22-BACB-472E232586C5}" srcOrd="0" destOrd="0" presId="urn:microsoft.com/office/officeart/2018/2/layout/IconLabelDescriptionList"/>
    <dgm:cxn modelId="{41DC71A6-D11B-4C17-97D0-AF9AB12E5136}" srcId="{CA7BF1D6-8226-4C59-AEAE-E885FC1F9A3B}" destId="{60B9BABA-45F5-4982-9487-7516027BAD53}" srcOrd="0" destOrd="0" parTransId="{634E0690-A5B7-4007-B071-A936C0D7C1A5}" sibTransId="{79D06961-8964-4B82-AADE-6A64B57711AC}"/>
    <dgm:cxn modelId="{3A8F8DA7-0E83-4112-9D7B-DB3C42076202}" srcId="{56E364F6-DEE7-4C25-9E3D-76B30BB2A8C4}" destId="{B488F1A6-1BA1-4024-8BD1-B02F3934421E}" srcOrd="1" destOrd="0" parTransId="{03D49876-26FE-46BB-B2A1-EE3165679974}" sibTransId="{6CFF2888-D7E3-4A9C-9FF6-2BCF742E2348}"/>
    <dgm:cxn modelId="{BADE13B3-0B2D-48BA-824E-EAC57D80CDC9}" srcId="{CA7BF1D6-8226-4C59-AEAE-E885FC1F9A3B}" destId="{56E364F6-DEE7-4C25-9E3D-76B30BB2A8C4}" srcOrd="2" destOrd="0" parTransId="{6F0AC9EB-8F03-463A-8677-E9CE02ED318F}" sibTransId="{36C82AE8-94E2-428D-AAE0-CA9262A260E5}"/>
    <dgm:cxn modelId="{C6F474D8-81C9-4BC2-BD57-BBC693ADC20E}" type="presOf" srcId="{60B9BABA-45F5-4982-9487-7516027BAD53}" destId="{758FB19D-BEA6-4AB6-A5BE-91CBE6B33C95}" srcOrd="0" destOrd="0" presId="urn:microsoft.com/office/officeart/2018/2/layout/IconLabelDescriptionList"/>
    <dgm:cxn modelId="{D660A0E3-15C5-4FB6-872E-2A4EDCAC54E0}" type="presOf" srcId="{FF4D547C-B7B1-4B7A-9906-7BEDB8409E6A}" destId="{AAD222A4-0EFA-4E9C-B984-57A29DD1B169}" srcOrd="0" destOrd="0" presId="urn:microsoft.com/office/officeart/2018/2/layout/IconLabelDescriptionList"/>
    <dgm:cxn modelId="{E68881E5-4487-4041-B558-CE773980409D}" srcId="{56E364F6-DEE7-4C25-9E3D-76B30BB2A8C4}" destId="{5D61A38E-ED69-4635-865C-851C4AB14669}" srcOrd="2" destOrd="0" parTransId="{D4271979-0304-4005-96C5-A02A6782255B}" sibTransId="{541C950A-5902-40A0-9654-EEF1DDF19367}"/>
    <dgm:cxn modelId="{73D9EDE9-1120-4700-AD53-910C16CA63C4}" srcId="{56E364F6-DEE7-4C25-9E3D-76B30BB2A8C4}" destId="{442E20E2-F9FB-43CE-8EBD-08CCA1932B5C}" srcOrd="0" destOrd="0" parTransId="{EBBAFB20-27F8-4F22-BB36-C0859E38A64D}" sibTransId="{F715B248-E8AC-44DB-890F-213D1EE26144}"/>
    <dgm:cxn modelId="{E79791F0-AE2B-4AA3-B293-EB95586359CC}" srcId="{CA7BF1D6-8226-4C59-AEAE-E885FC1F9A3B}" destId="{FF4D547C-B7B1-4B7A-9906-7BEDB8409E6A}" srcOrd="1" destOrd="0" parTransId="{B8CA404C-A117-4935-83F8-8EEB8608F383}" sibTransId="{7D8B8128-6FF9-4BA1-B14F-B3F307583358}"/>
    <dgm:cxn modelId="{6DF9DAA6-01CF-42FC-8039-F0EF4B504191}" type="presParOf" srcId="{6B2BD03E-FEE5-4C9B-9086-2EE1BCFDE315}" destId="{74598062-BFB7-488B-A68C-83A193658013}" srcOrd="0" destOrd="0" presId="urn:microsoft.com/office/officeart/2018/2/layout/IconLabelDescriptionList"/>
    <dgm:cxn modelId="{861474EA-CB75-4CEB-8192-595E5A4001D2}" type="presParOf" srcId="{74598062-BFB7-488B-A68C-83A193658013}" destId="{46658309-3E3F-4A8A-B766-DD16D96933AA}" srcOrd="0" destOrd="0" presId="urn:microsoft.com/office/officeart/2018/2/layout/IconLabelDescriptionList"/>
    <dgm:cxn modelId="{2D812131-20D2-4506-8D37-A9736A75ABED}" type="presParOf" srcId="{74598062-BFB7-488B-A68C-83A193658013}" destId="{6C7F8C06-8ACD-4E45-9C94-3C58C632E059}" srcOrd="1" destOrd="0" presId="urn:microsoft.com/office/officeart/2018/2/layout/IconLabelDescriptionList"/>
    <dgm:cxn modelId="{60E12DC4-D9F8-4F2D-A1EC-7B0B244295F2}" type="presParOf" srcId="{74598062-BFB7-488B-A68C-83A193658013}" destId="{758FB19D-BEA6-4AB6-A5BE-91CBE6B33C95}" srcOrd="2" destOrd="0" presId="urn:microsoft.com/office/officeart/2018/2/layout/IconLabelDescriptionList"/>
    <dgm:cxn modelId="{8C226A98-FA05-48BF-8E5A-740D99351814}" type="presParOf" srcId="{74598062-BFB7-488B-A68C-83A193658013}" destId="{B4FCF1BF-E1BC-4CF6-9D09-C04D83D0EE5B}" srcOrd="3" destOrd="0" presId="urn:microsoft.com/office/officeart/2018/2/layout/IconLabelDescriptionList"/>
    <dgm:cxn modelId="{3007B19E-1017-42ED-BA7A-039CF27A324D}" type="presParOf" srcId="{74598062-BFB7-488B-A68C-83A193658013}" destId="{E132FDDD-719E-4C43-87DF-1CC0A870ACAA}" srcOrd="4" destOrd="0" presId="urn:microsoft.com/office/officeart/2018/2/layout/IconLabelDescriptionList"/>
    <dgm:cxn modelId="{97842D50-BDBE-41B3-9D6D-AC6CBEE37EFF}" type="presParOf" srcId="{6B2BD03E-FEE5-4C9B-9086-2EE1BCFDE315}" destId="{15FAFCA4-010E-4A1B-B7DA-3656EBF3757F}" srcOrd="1" destOrd="0" presId="urn:microsoft.com/office/officeart/2018/2/layout/IconLabelDescriptionList"/>
    <dgm:cxn modelId="{63F53902-EA30-41F2-A3E5-CC08D1E3BCA8}" type="presParOf" srcId="{6B2BD03E-FEE5-4C9B-9086-2EE1BCFDE315}" destId="{DC5DA1D9-F215-4E21-9A2C-FCA180192ED5}" srcOrd="2" destOrd="0" presId="urn:microsoft.com/office/officeart/2018/2/layout/IconLabelDescriptionList"/>
    <dgm:cxn modelId="{69B1589E-8414-4644-8A46-049FC4457AC7}" type="presParOf" srcId="{DC5DA1D9-F215-4E21-9A2C-FCA180192ED5}" destId="{31CB2959-0E88-4748-B7AA-6470DE4F9E4F}" srcOrd="0" destOrd="0" presId="urn:microsoft.com/office/officeart/2018/2/layout/IconLabelDescriptionList"/>
    <dgm:cxn modelId="{9ECCBFDB-966C-4E4E-9FD3-52E5A30C9C6E}" type="presParOf" srcId="{DC5DA1D9-F215-4E21-9A2C-FCA180192ED5}" destId="{7448226C-A1EA-4FBD-BE67-57C1ADDABFF3}" srcOrd="1" destOrd="0" presId="urn:microsoft.com/office/officeart/2018/2/layout/IconLabelDescriptionList"/>
    <dgm:cxn modelId="{D7F44950-1B07-416D-8434-70CB311D55C5}" type="presParOf" srcId="{DC5DA1D9-F215-4E21-9A2C-FCA180192ED5}" destId="{AAD222A4-0EFA-4E9C-B984-57A29DD1B169}" srcOrd="2" destOrd="0" presId="urn:microsoft.com/office/officeart/2018/2/layout/IconLabelDescriptionList"/>
    <dgm:cxn modelId="{E133D60E-50B9-47EC-ADCD-977104DE380D}" type="presParOf" srcId="{DC5DA1D9-F215-4E21-9A2C-FCA180192ED5}" destId="{D4D5D80E-2E3B-4367-9CF5-2C68DBC8F81B}" srcOrd="3" destOrd="0" presId="urn:microsoft.com/office/officeart/2018/2/layout/IconLabelDescriptionList"/>
    <dgm:cxn modelId="{6672F573-5544-4A41-8C7D-CED77C6BEBF1}" type="presParOf" srcId="{DC5DA1D9-F215-4E21-9A2C-FCA180192ED5}" destId="{9C641790-5D02-4BEB-AA0B-6A5B948F0912}" srcOrd="4" destOrd="0" presId="urn:microsoft.com/office/officeart/2018/2/layout/IconLabelDescriptionList"/>
    <dgm:cxn modelId="{7C582F11-FAAE-4BEE-B241-FDE8474182A7}" type="presParOf" srcId="{6B2BD03E-FEE5-4C9B-9086-2EE1BCFDE315}" destId="{4E919213-BA39-4D86-A2FC-A70D1463CDE5}" srcOrd="3" destOrd="0" presId="urn:microsoft.com/office/officeart/2018/2/layout/IconLabelDescriptionList"/>
    <dgm:cxn modelId="{327850B4-9B93-403E-A0ED-E1E1739FF954}" type="presParOf" srcId="{6B2BD03E-FEE5-4C9B-9086-2EE1BCFDE315}" destId="{375D15FA-303F-41D2-92B0-F1A7DC7E5FC9}" srcOrd="4" destOrd="0" presId="urn:microsoft.com/office/officeart/2018/2/layout/IconLabelDescriptionList"/>
    <dgm:cxn modelId="{8A3991DD-020C-43AB-A847-421FC07D40BF}" type="presParOf" srcId="{375D15FA-303F-41D2-92B0-F1A7DC7E5FC9}" destId="{16CD96CD-D625-4AF9-8DED-2D169166A3DC}" srcOrd="0" destOrd="0" presId="urn:microsoft.com/office/officeart/2018/2/layout/IconLabelDescriptionList"/>
    <dgm:cxn modelId="{3036677B-730D-48B7-A6BB-A789C5FB8A7F}" type="presParOf" srcId="{375D15FA-303F-41D2-92B0-F1A7DC7E5FC9}" destId="{92D4C3DA-AA54-48C9-9596-C5DA41D1681B}" srcOrd="1" destOrd="0" presId="urn:microsoft.com/office/officeart/2018/2/layout/IconLabelDescriptionList"/>
    <dgm:cxn modelId="{64F32B71-4919-4CE3-8C24-32447643FAF0}" type="presParOf" srcId="{375D15FA-303F-41D2-92B0-F1A7DC7E5FC9}" destId="{957739F5-2368-4FEB-A39F-0BDFDF45A820}" srcOrd="2" destOrd="0" presId="urn:microsoft.com/office/officeart/2018/2/layout/IconLabelDescriptionList"/>
    <dgm:cxn modelId="{1E6BBE90-0E8C-4BF1-AB38-E8F0A9947CE1}" type="presParOf" srcId="{375D15FA-303F-41D2-92B0-F1A7DC7E5FC9}" destId="{19EF5EA9-2FD7-4E0A-B5A7-814F14797105}" srcOrd="3" destOrd="0" presId="urn:microsoft.com/office/officeart/2018/2/layout/IconLabelDescriptionList"/>
    <dgm:cxn modelId="{25C6B586-AE59-4B56-9C7D-A4B1A9B3EF01}" type="presParOf" srcId="{375D15FA-303F-41D2-92B0-F1A7DC7E5FC9}" destId="{60C997D9-A212-4B22-BACB-472E232586C5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658309-3E3F-4A8A-B766-DD16D96933AA}">
      <dsp:nvSpPr>
        <dsp:cNvPr id="0" name=""/>
        <dsp:cNvSpPr/>
      </dsp:nvSpPr>
      <dsp:spPr>
        <a:xfrm>
          <a:off x="393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FB19D-BEA6-4AB6-A5BE-91CBE6B33C95}">
      <dsp:nvSpPr>
        <dsp:cNvPr id="0" name=""/>
        <dsp:cNvSpPr/>
      </dsp:nvSpPr>
      <dsp:spPr>
        <a:xfrm>
          <a:off x="393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Gesprekken opdrachtgever</a:t>
          </a:r>
        </a:p>
      </dsp:txBody>
      <dsp:txXfrm>
        <a:off x="393" y="2087503"/>
        <a:ext cx="3138750" cy="470812"/>
      </dsp:txXfrm>
    </dsp:sp>
    <dsp:sp modelId="{E132FDDD-719E-4C43-87DF-1CC0A870ACAA}">
      <dsp:nvSpPr>
        <dsp:cNvPr id="0" name=""/>
        <dsp:cNvSpPr/>
      </dsp:nvSpPr>
      <dsp:spPr>
        <a:xfrm>
          <a:off x="393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B2959-0E88-4748-B7AA-6470DE4F9E4F}">
      <dsp:nvSpPr>
        <dsp:cNvPr id="0" name=""/>
        <dsp:cNvSpPr/>
      </dsp:nvSpPr>
      <dsp:spPr>
        <a:xfrm>
          <a:off x="3688425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D222A4-0EFA-4E9C-B984-57A29DD1B169}">
      <dsp:nvSpPr>
        <dsp:cNvPr id="0" name=""/>
        <dsp:cNvSpPr/>
      </dsp:nvSpPr>
      <dsp:spPr>
        <a:xfrm>
          <a:off x="3688425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Focus op de functionaliteit</a:t>
          </a:r>
        </a:p>
      </dsp:txBody>
      <dsp:txXfrm>
        <a:off x="3688425" y="2087503"/>
        <a:ext cx="3138750" cy="470812"/>
      </dsp:txXfrm>
    </dsp:sp>
    <dsp:sp modelId="{9C641790-5D02-4BEB-AA0B-6A5B948F0912}">
      <dsp:nvSpPr>
        <dsp:cNvPr id="0" name=""/>
        <dsp:cNvSpPr/>
      </dsp:nvSpPr>
      <dsp:spPr>
        <a:xfrm>
          <a:off x="3688425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CD96CD-D625-4AF9-8DED-2D169166A3DC}">
      <dsp:nvSpPr>
        <dsp:cNvPr id="0" name=""/>
        <dsp:cNvSpPr/>
      </dsp:nvSpPr>
      <dsp:spPr>
        <a:xfrm>
          <a:off x="7376456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7739F5-2368-4FEB-A39F-0BDFDF45A820}">
      <dsp:nvSpPr>
        <dsp:cNvPr id="0" name=""/>
        <dsp:cNvSpPr/>
      </dsp:nvSpPr>
      <dsp:spPr>
        <a:xfrm>
          <a:off x="7376456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Extra’s:</a:t>
          </a:r>
        </a:p>
      </dsp:txBody>
      <dsp:txXfrm>
        <a:off x="7376456" y="2087503"/>
        <a:ext cx="3138750" cy="470812"/>
      </dsp:txXfrm>
    </dsp:sp>
    <dsp:sp modelId="{60C997D9-A212-4B22-BACB-472E232586C5}">
      <dsp:nvSpPr>
        <dsp:cNvPr id="0" name=""/>
        <dsp:cNvSpPr/>
      </dsp:nvSpPr>
      <dsp:spPr>
        <a:xfrm>
          <a:off x="7376456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Akoestische waarneming (microfoon)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Nachtzichtcamera’s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3D locatie</a:t>
          </a:r>
        </a:p>
      </dsp:txBody>
      <dsp:txXfrm>
        <a:off x="7376456" y="2610251"/>
        <a:ext cx="3138750" cy="8638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9426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9556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442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09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48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7881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0513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91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835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0402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699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3874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file:///C:/Users/Dell/Downloads/Project5-6/Opleverset_Project_5-6/Ontwerpen/architecture-ontwerp-v2.drawio.sv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4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203A12-DAEC-3FDF-11FA-091060E37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4777739"/>
            <a:ext cx="3418990" cy="14121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 dirty="0"/>
              <a:t>Project 5/6 50% </a:t>
            </a:r>
            <a:r>
              <a:rPr lang="en-US" sz="3700" dirty="0" err="1"/>
              <a:t>presentatie</a:t>
            </a:r>
            <a:endParaRPr lang="en-US" sz="3700" dirty="0"/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3EC0C5B-1710-66BE-18F7-353467119C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467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sX0" fmla="*/ 0 w 1371600"/>
              <a:gd name="csY0" fmla="*/ 0 h 18288"/>
              <a:gd name="csX1" fmla="*/ 685800 w 1371600"/>
              <a:gd name="csY1" fmla="*/ 0 h 18288"/>
              <a:gd name="csX2" fmla="*/ 1371600 w 1371600"/>
              <a:gd name="csY2" fmla="*/ 0 h 18288"/>
              <a:gd name="csX3" fmla="*/ 1371600 w 1371600"/>
              <a:gd name="csY3" fmla="*/ 18288 h 18288"/>
              <a:gd name="csX4" fmla="*/ 713232 w 1371600"/>
              <a:gd name="csY4" fmla="*/ 18288 h 18288"/>
              <a:gd name="csX5" fmla="*/ 0 w 1371600"/>
              <a:gd name="csY5" fmla="*/ 18288 h 18288"/>
              <a:gd name="csX6" fmla="*/ 0 w 1371600"/>
              <a:gd name="csY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2DBD36-496A-DABE-366D-1747E8468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4" y="4777739"/>
            <a:ext cx="6897626" cy="13992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Tom </a:t>
            </a:r>
            <a:r>
              <a:rPr lang="en-US" sz="1500" dirty="0" err="1"/>
              <a:t>Heijmans</a:t>
            </a:r>
            <a:r>
              <a:rPr lang="en-US" sz="1500" dirty="0"/>
              <a:t>, 1079471,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Fabio Wolthuis, 1079471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Ali </a:t>
            </a:r>
            <a:r>
              <a:rPr lang="en-US" sz="1500" dirty="0" err="1"/>
              <a:t>Haimed</a:t>
            </a:r>
            <a:r>
              <a:rPr lang="en-US" sz="1500" dirty="0"/>
              <a:t>, 1103776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Dennis Zejnilovic, 1098617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3C378424-6660-6D18-00A8-0B58656568BF}"/>
              </a:ext>
            </a:extLst>
          </p:cNvPr>
          <p:cNvSpPr txBox="1">
            <a:spLocks/>
          </p:cNvSpPr>
          <p:nvPr/>
        </p:nvSpPr>
        <p:spPr>
          <a:xfrm>
            <a:off x="8103107" y="4751031"/>
            <a:ext cx="3418990" cy="141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700" dirty="0" err="1"/>
              <a:t>Detecteren</a:t>
            </a:r>
            <a:r>
              <a:rPr lang="en-US" sz="3700" dirty="0"/>
              <a:t> </a:t>
            </a:r>
            <a:r>
              <a:rPr lang="en-US" sz="3700" dirty="0" err="1"/>
              <a:t>en</a:t>
            </a:r>
            <a:r>
              <a:rPr lang="en-US" sz="3700" dirty="0"/>
              <a:t> </a:t>
            </a:r>
            <a:r>
              <a:rPr lang="en-US" sz="3700" dirty="0" err="1"/>
              <a:t>lokaliseren</a:t>
            </a:r>
            <a:r>
              <a:rPr lang="en-US" sz="3700" dirty="0"/>
              <a:t> van drones</a:t>
            </a:r>
          </a:p>
        </p:txBody>
      </p:sp>
    </p:spTree>
    <p:extLst>
      <p:ext uri="{BB962C8B-B14F-4D97-AF65-F5344CB8AC3E}">
        <p14:creationId xmlns:p14="http://schemas.microsoft.com/office/powerpoint/2010/main" val="3370430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D083C3-5619-A5C4-D177-724F6BB9A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/>
              <a:t>Inhoudsopgave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B11EB2-0A11-4DC3-14E2-9DAAEBC25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nl-NL" sz="2200" dirty="0"/>
              <a:t>De opdrachtgever</a:t>
            </a:r>
          </a:p>
          <a:p>
            <a:r>
              <a:rPr lang="nl-NL" sz="2200" dirty="0"/>
              <a:t>Probleemstelling</a:t>
            </a:r>
          </a:p>
          <a:p>
            <a:r>
              <a:rPr lang="nl-NL" sz="2200" dirty="0"/>
              <a:t>De opdracht</a:t>
            </a:r>
          </a:p>
          <a:p>
            <a:r>
              <a:rPr lang="nl-NL" sz="2200" dirty="0"/>
              <a:t>De scope</a:t>
            </a:r>
          </a:p>
          <a:p>
            <a:r>
              <a:rPr lang="nl-NL" sz="2200" dirty="0"/>
              <a:t>Wat we hebben gedaan</a:t>
            </a:r>
          </a:p>
          <a:p>
            <a:r>
              <a:rPr lang="nl-NL" sz="2200" dirty="0"/>
              <a:t>Demo</a:t>
            </a:r>
          </a:p>
          <a:p>
            <a:r>
              <a:rPr lang="nl-NL" sz="2200" dirty="0"/>
              <a:t>Zitten we op 50%?</a:t>
            </a:r>
          </a:p>
          <a:p>
            <a:r>
              <a:rPr lang="nl-NL" sz="2200" dirty="0"/>
              <a:t>Wat gaan we doen?/ De komende 50%</a:t>
            </a:r>
          </a:p>
          <a:p>
            <a:pPr marL="0" indent="0">
              <a:buNone/>
            </a:pPr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2072743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BD5C1-50A9-FAF7-65E7-490851801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opdrachtgever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3C502E-835C-B6AF-AF88-D4C9B0114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2400" dirty="0" err="1"/>
              <a:t>Tidalis</a:t>
            </a:r>
            <a:endParaRPr lang="nl-NL" sz="2400" dirty="0"/>
          </a:p>
          <a:p>
            <a:r>
              <a:rPr lang="nl-NL" sz="2400" dirty="0"/>
              <a:t>Scheepvaart-gerelateerde</a:t>
            </a:r>
          </a:p>
          <a:p>
            <a:r>
              <a:rPr lang="nl-NL" sz="2400" dirty="0" err="1"/>
              <a:t>Situational</a:t>
            </a:r>
            <a:r>
              <a:rPr lang="nl-NL" sz="2400" dirty="0"/>
              <a:t> awareness</a:t>
            </a:r>
          </a:p>
          <a:p>
            <a:r>
              <a:rPr lang="nl-NL" sz="2400" dirty="0"/>
              <a:t>Martijn </a:t>
            </a:r>
            <a:r>
              <a:rPr lang="nl-NL" sz="2400" dirty="0" err="1"/>
              <a:t>Nijënstein</a:t>
            </a:r>
            <a:endParaRPr lang="nl-NL" sz="2400" dirty="0"/>
          </a:p>
          <a:p>
            <a:r>
              <a:rPr lang="nl-NL" sz="2400" dirty="0"/>
              <a:t>Maarten </a:t>
            </a:r>
            <a:r>
              <a:rPr lang="nl-NL" sz="2400" dirty="0" err="1"/>
              <a:t>Tietge</a:t>
            </a:r>
            <a:endParaRPr lang="nl-NL" sz="24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96A188A-4DBF-2A03-EF5F-76D5ADCD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062" y="2154553"/>
            <a:ext cx="7048500" cy="4022410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72DC5032-78C5-4C55-C0CD-B3E1F9032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612" y="1509713"/>
            <a:ext cx="2552700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13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EC2E30-888A-B680-94C1-243CC0A79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nl-NL" sz="5400"/>
              <a:t>Probleemstelling</a:t>
            </a:r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F46591-3E2D-8CF4-06ED-6E16B36E0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nl-NL" sz="2200"/>
              <a:t>Surveillance</a:t>
            </a:r>
          </a:p>
          <a:p>
            <a:r>
              <a:rPr lang="nl-NL" sz="2200"/>
              <a:t>Camera’s</a:t>
            </a:r>
          </a:p>
          <a:p>
            <a:r>
              <a:rPr lang="nl-NL" sz="2200"/>
              <a:t>Concept</a:t>
            </a:r>
          </a:p>
          <a:p>
            <a:r>
              <a:rPr lang="nl-NL" sz="2200"/>
              <a:t>Hoofdvraag: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200"/>
              <a:t>Hoe kan je met het gebruik van Optische waarneming drones detecteren en lokaliseren?</a:t>
            </a:r>
          </a:p>
          <a:p>
            <a:endParaRPr lang="nl-NL" sz="22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69CDBE5-139B-39C3-61B3-AEDC700301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87" r="3" b="3"/>
          <a:stretch>
            <a:fillRect/>
          </a:stretch>
        </p:blipFill>
        <p:spPr>
          <a:xfrm>
            <a:off x="7863840" y="816790"/>
            <a:ext cx="4014216" cy="2454754"/>
          </a:xfrm>
          <a:prstGeom prst="rect">
            <a:avLst/>
          </a:prstGeom>
        </p:spPr>
      </p:pic>
      <p:pic>
        <p:nvPicPr>
          <p:cNvPr id="1026" name="Picture 2" descr="Containerschip, Container Vervoer">
            <a:extLst>
              <a:ext uri="{FF2B5EF4-FFF2-40B4-BE49-F238E27FC236}">
                <a16:creationId xmlns:a16="http://schemas.microsoft.com/office/drawing/2014/main" id="{A95E92AC-A928-FE2E-5343-3361CD8AC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6" r="3" b="824"/>
          <a:stretch>
            <a:fillRect/>
          </a:stretch>
        </p:blipFill>
        <p:spPr bwMode="auto">
          <a:xfrm>
            <a:off x="8082395" y="4079193"/>
            <a:ext cx="3558818" cy="217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6014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B6987-6B28-3BE9-FFD9-70122103C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dirty="0"/>
              <a:t>De </a:t>
            </a:r>
            <a:r>
              <a:rPr lang="en-US" sz="4800"/>
              <a:t>opdracht</a:t>
            </a:r>
            <a:endParaRPr lang="en-US" sz="4800" dirty="0"/>
          </a:p>
        </p:txBody>
      </p:sp>
      <p:sp>
        <p:nvSpPr>
          <p:cNvPr id="16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99B3D-2B12-EDC7-8F40-731239444F65}"/>
              </a:ext>
            </a:extLst>
          </p:cNvPr>
          <p:cNvSpPr txBox="1"/>
          <p:nvPr/>
        </p:nvSpPr>
        <p:spPr>
          <a:xfrm>
            <a:off x="5541263" y="457200"/>
            <a:ext cx="6007608" cy="1929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GUI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2D-grafiek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Live-feed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 err="1"/>
              <a:t>Afstand</a:t>
            </a:r>
            <a:r>
              <a:rPr lang="en-US" sz="2200" dirty="0"/>
              <a:t>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52D207-2EED-274B-46C9-290BB634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787" y="2650869"/>
            <a:ext cx="5468112" cy="3567942"/>
          </a:xfrm>
          <a:prstGeom prst="rect">
            <a:avLst/>
          </a:prstGeom>
        </p:spPr>
      </p:pic>
      <p:pic>
        <p:nvPicPr>
          <p:cNvPr id="4" name="Content Placeholder 3" descr="A screenshot of a graph&#10;&#10;AI-generated content may be incorrect.">
            <a:extLst>
              <a:ext uri="{FF2B5EF4-FFF2-40B4-BE49-F238E27FC236}">
                <a16:creationId xmlns:a16="http://schemas.microsoft.com/office/drawing/2014/main" id="{75B9311F-3C5B-F8A3-A070-E4B7463785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9338" y="2645406"/>
            <a:ext cx="5468112" cy="356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63C50-EBF7-4D28-AC94-D75C61AB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scope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39488D-F495-2B6A-4C21-726AEEBCCC5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2316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8FEEA1-82FD-0E61-7838-FF982BE73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368" y="667112"/>
            <a:ext cx="10168128" cy="1179576"/>
          </a:xfrm>
        </p:spPr>
        <p:txBody>
          <a:bodyPr>
            <a:normAutofit/>
          </a:bodyPr>
          <a:lstStyle/>
          <a:p>
            <a:r>
              <a:rPr lang="nl-NL" sz="4000" dirty="0"/>
              <a:t>Wat we hebben gedaan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7C9BC1-AAB5-8919-7FF0-EFA59C50F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nl-NL" sz="2200"/>
              <a:t>Camera’s</a:t>
            </a:r>
          </a:p>
          <a:p>
            <a:r>
              <a:rPr lang="nl-NL" sz="2200"/>
              <a:t>Raspberry PI</a:t>
            </a:r>
          </a:p>
          <a:p>
            <a:r>
              <a:rPr lang="nl-NL" sz="2200"/>
              <a:t>Object detectie</a:t>
            </a:r>
          </a:p>
          <a:p>
            <a:r>
              <a:rPr lang="nl-NL" sz="2200"/>
              <a:t>Begin afstandsbepaling</a:t>
            </a:r>
          </a:p>
          <a:p>
            <a:endParaRPr lang="nl-NL" sz="22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C8EF2B-F936-43C1-A407-EAB560071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4552784"/>
            <a:ext cx="5483646" cy="18475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D3B7BD-45B6-2663-F887-A560F639A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4403" y="329423"/>
            <a:ext cx="6062830" cy="11837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24B0B2-08D5-0369-2A56-0D96B4D0C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1604128"/>
            <a:ext cx="5402651" cy="285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205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1B657-A220-99FA-D24C-5FDD4AA9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351679" cy="1616203"/>
          </a:xfrm>
        </p:spPr>
        <p:txBody>
          <a:bodyPr anchor="b">
            <a:normAutofit/>
          </a:bodyPr>
          <a:lstStyle/>
          <a:p>
            <a:endParaRPr lang="en-US" sz="3200"/>
          </a:p>
        </p:txBody>
      </p:sp>
      <p:pic>
        <p:nvPicPr>
          <p:cNvPr id="7" name="20250923_134818_IMG_3972.mp4">
            <a:hlinkClick r:id="" action="ppaction://media"/>
            <a:extLst>
              <a:ext uri="{FF2B5EF4-FFF2-40B4-BE49-F238E27FC236}">
                <a16:creationId xmlns:a16="http://schemas.microsoft.com/office/drawing/2014/main" id="{53FD424E-8371-DF79-AF78-42AF874613AF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74010" y="1404258"/>
            <a:ext cx="7643980" cy="4299739"/>
          </a:xfrm>
        </p:spPr>
      </p:pic>
    </p:spTree>
    <p:extLst>
      <p:ext uri="{BB962C8B-B14F-4D97-AF65-F5344CB8AC3E}">
        <p14:creationId xmlns:p14="http://schemas.microsoft.com/office/powerpoint/2010/main" val="251027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5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4059D9B-2E55-47FE-A188-0F9BD734E0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938B951-7EFC-40A2-B198-E73D39DFB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2E4506E-6A0E-49A0-BC31-8CADBFF3E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EED4D51-65BF-4AEE-B596-7CB61A70B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4842CFA-C8A8-3FFA-2DC6-73E04E0D3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66639"/>
            <a:ext cx="11090274" cy="675441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endParaRPr lang="en-US" sz="4200"/>
          </a:p>
        </p:txBody>
      </p:sp>
      <p:pic>
        <p:nvPicPr>
          <p:cNvPr id="7" name="Content Placeholder 6" descr="A device with wires on a desk&#10;&#10;AI-generated content may be incorrect.">
            <a:extLst>
              <a:ext uri="{FF2B5EF4-FFF2-40B4-BE49-F238E27FC236}">
                <a16:creationId xmlns:a16="http://schemas.microsoft.com/office/drawing/2014/main" id="{E84D4EC7-8850-EFB6-6556-E582108954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6" t="12540" r="9524" b="21111"/>
          <a:stretch>
            <a:fillRect/>
          </a:stretch>
        </p:blipFill>
        <p:spPr>
          <a:xfrm>
            <a:off x="3999585" y="101209"/>
            <a:ext cx="3689045" cy="237236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pic>
        <p:nvPicPr>
          <p:cNvPr id="6" name="Picture 5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D6AE1807-A1CC-9B23-0F7C-1B2A58F5B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219"/>
          <a:stretch>
            <a:fillRect/>
          </a:stretch>
        </p:blipFill>
        <p:spPr>
          <a:xfrm>
            <a:off x="6441601" y="2738999"/>
            <a:ext cx="5307190" cy="3732814"/>
          </a:xfrm>
          <a:prstGeom prst="rect">
            <a:avLst/>
          </a:prstGeom>
        </p:spPr>
      </p:pic>
      <p:pic>
        <p:nvPicPr>
          <p:cNvPr id="5" name="Picture 4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969260FB-1FBC-3956-EDFE-50A469ED64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0" r="-1" b="-1"/>
          <a:stretch>
            <a:fillRect/>
          </a:stretch>
        </p:blipFill>
        <p:spPr>
          <a:xfrm>
            <a:off x="443211" y="2738999"/>
            <a:ext cx="5307190" cy="3732815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1415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DB821-1AE2-C78B-B4D1-7540789C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B630B02-4848-6030-20E1-60E37A2BB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397" y="180677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/>
              <a:t>Ontwerpen</a:t>
            </a:r>
          </a:p>
        </p:txBody>
      </p:sp>
      <p:pic>
        <p:nvPicPr>
          <p:cNvPr id="7" name="Content Placeholder 6" descr="A screen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687FAC66-58AB-EDD3-E447-8833D999E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0248" y="39810"/>
            <a:ext cx="3666790" cy="6697330"/>
          </a:xfrm>
          <a:prstGeom prst="rect">
            <a:avLst/>
          </a:prstGeom>
        </p:spPr>
      </p:pic>
      <p:pic>
        <p:nvPicPr>
          <p:cNvPr id="4" name="Picture 3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EF70F3A7-1B62-2DE7-2D42-B723706F23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6546" y="1705880"/>
            <a:ext cx="3425130" cy="3365190"/>
          </a:xfrm>
          <a:prstGeom prst="rect">
            <a:avLst/>
          </a:prstGeom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BFE428D-5C73-3622-6E79-D0DB2051D43A}"/>
              </a:ext>
            </a:extLst>
          </p:cNvPr>
          <p:cNvSpPr/>
          <p:nvPr/>
        </p:nvSpPr>
        <p:spPr>
          <a:xfrm>
            <a:off x="6275324" y="3055223"/>
            <a:ext cx="978408" cy="484632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396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31221D-267F-33BC-124E-E8D2D4E0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68BD5A-6D9A-B2BC-DAB9-29B2C418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Ontwerpen</a:t>
            </a:r>
          </a:p>
        </p:txBody>
      </p:sp>
      <p:pic>
        <p:nvPicPr>
          <p:cNvPr id="7" name="Content Placeholder 6" descr="A computer screen shot of a software diagram&#10;&#10;AI-generated content may be incorrect.">
            <a:extLst>
              <a:ext uri="{FF2B5EF4-FFF2-40B4-BE49-F238E27FC236}">
                <a16:creationId xmlns:a16="http://schemas.microsoft.com/office/drawing/2014/main" id="{DCEDA2B9-63D3-F49B-5E52-414F6FD37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037" y="394198"/>
            <a:ext cx="7456591" cy="6133046"/>
          </a:xfrm>
          <a:prstGeom prst="rect">
            <a:avLst/>
          </a:prstGeom>
        </p:spPr>
      </p:pic>
      <p:pic>
        <p:nvPicPr>
          <p:cNvPr id="9" name="Picture 8" descr="A diagram of a stereo processing pipeline&#10;&#10;AI-generated content may be incorrect.">
            <a:extLst>
              <a:ext uri="{FF2B5EF4-FFF2-40B4-BE49-F238E27FC236}">
                <a16:creationId xmlns:a16="http://schemas.microsoft.com/office/drawing/2014/main" id="{8C671605-9D8F-217F-830A-DAF347B3B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68" y="56307"/>
            <a:ext cx="2995632" cy="6610638"/>
          </a:xfrm>
          <a:prstGeom prst="rect">
            <a:avLst/>
          </a:prstGeom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EC59454-6544-066D-D1EE-5ABEAB47F7E5}"/>
              </a:ext>
            </a:extLst>
          </p:cNvPr>
          <p:cNvCxnSpPr>
            <a:cxnSpLocks/>
          </p:cNvCxnSpPr>
          <p:nvPr/>
        </p:nvCxnSpPr>
        <p:spPr>
          <a:xfrm rot="10800000">
            <a:off x="2544234" y="2167467"/>
            <a:ext cx="3599273" cy="1058672"/>
          </a:xfrm>
          <a:prstGeom prst="bentConnector3">
            <a:avLst>
              <a:gd name="adj1" fmla="val 55998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4221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4AD4335-DB6F-DDA3-8BCD-0B4F9C0AF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pic>
        <p:nvPicPr>
          <p:cNvPr id="11" name="Graphic 10" descr="Play">
            <a:extLst>
              <a:ext uri="{FF2B5EF4-FFF2-40B4-BE49-F238E27FC236}">
                <a16:creationId xmlns:a16="http://schemas.microsoft.com/office/drawing/2014/main" id="{D32AA7F0-25AC-EAB7-3171-EA4B869F0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3" name="Graphic 12" descr="Play">
            <a:extLst>
              <a:ext uri="{FF2B5EF4-FFF2-40B4-BE49-F238E27FC236}">
                <a16:creationId xmlns:a16="http://schemas.microsoft.com/office/drawing/2014/main" id="{B049F4F0-EE16-4C97-AB0C-9C0B7BB7F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9728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C49C9-2DE7-B0F3-9E50-BCB60A4E6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Zitten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we op 50%?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AC4B9-3BD5-32F1-CDD3-557C5C2D6C74}"/>
              </a:ext>
            </a:extLst>
          </p:cNvPr>
          <p:cNvSpPr txBox="1"/>
          <p:nvPr/>
        </p:nvSpPr>
        <p:spPr>
          <a:xfrm>
            <a:off x="4803341" y="1270740"/>
            <a:ext cx="2031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/>
              <a:t>Leerdoelen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E799E4-D4A3-E85F-8F74-60FC3278F429}"/>
              </a:ext>
            </a:extLst>
          </p:cNvPr>
          <p:cNvSpPr txBox="1"/>
          <p:nvPr/>
        </p:nvSpPr>
        <p:spPr>
          <a:xfrm>
            <a:off x="9067081" y="1270740"/>
            <a:ext cx="11310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Taken</a:t>
            </a:r>
            <a:endParaRPr lang="en-US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89AAB-B287-5850-B9CC-B9820E66575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0408" y="1793960"/>
            <a:ext cx="3304363" cy="3036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C54564-F936-9016-C94E-B78B8DC0E162}"/>
              </a:ext>
            </a:extLst>
          </p:cNvPr>
          <p:cNvSpPr txBox="1"/>
          <p:nvPr/>
        </p:nvSpPr>
        <p:spPr>
          <a:xfrm>
            <a:off x="6285763" y="5587260"/>
            <a:ext cx="3273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Gemiddelde</a:t>
            </a:r>
            <a:r>
              <a:rPr lang="en-US" sz="2400" dirty="0"/>
              <a:t>(</a:t>
            </a:r>
            <a:r>
              <a:rPr lang="en-US" sz="2400" dirty="0" err="1"/>
              <a:t>Af</a:t>
            </a:r>
            <a:r>
              <a:rPr lang="en-US" sz="2400" dirty="0"/>
              <a:t>): 47,5%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D6CC55CE-D247-7D0B-69A5-01142EBA7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872" y="1793960"/>
            <a:ext cx="2934610" cy="3036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650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7D60F01-DF12-68A3-DE46-A2C487E9E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l-NL" sz="5000"/>
              <a:t>Wat gaan we doen?/De komende 50%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5F3C2F9-7FD3-D860-9848-C7700A68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nl-NL" sz="2200" dirty="0"/>
              <a:t>Kalibreren</a:t>
            </a:r>
          </a:p>
          <a:p>
            <a:r>
              <a:rPr lang="nl-NL" sz="2200" dirty="0"/>
              <a:t>2D grafiek</a:t>
            </a:r>
          </a:p>
          <a:p>
            <a:r>
              <a:rPr lang="nl-NL" sz="2200" dirty="0"/>
              <a:t>GUI</a:t>
            </a:r>
          </a:p>
          <a:p>
            <a:r>
              <a:rPr lang="nl-NL" sz="2200" dirty="0"/>
              <a:t>Documenteren</a:t>
            </a:r>
          </a:p>
        </p:txBody>
      </p:sp>
    </p:spTree>
    <p:extLst>
      <p:ext uri="{BB962C8B-B14F-4D97-AF65-F5344CB8AC3E}">
        <p14:creationId xmlns:p14="http://schemas.microsoft.com/office/powerpoint/2010/main" val="3335657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9" name="Freeform: Shape 2058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A8615-FB19-4C98-3B61-5D2937041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Vragen?</a:t>
            </a:r>
          </a:p>
        </p:txBody>
      </p:sp>
      <p:pic>
        <p:nvPicPr>
          <p:cNvPr id="2052" name="Picture 4" descr="Question Mark Mystery Icon by dylanxh | Redbubble">
            <a:extLst>
              <a:ext uri="{FF2B5EF4-FFF2-40B4-BE49-F238E27FC236}">
                <a16:creationId xmlns:a16="http://schemas.microsoft.com/office/drawing/2014/main" id="{6F5E3CD3-C538-6C21-771F-BFC532EE81D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59892" y="578738"/>
            <a:ext cx="3780366" cy="5670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061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443</TotalTime>
  <Words>151</Words>
  <Application>Microsoft Macintosh PowerPoint</Application>
  <PresentationFormat>Widescreen</PresentationFormat>
  <Paragraphs>57</Paragraphs>
  <Slides>15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Courier New</vt:lpstr>
      <vt:lpstr>Office Theme</vt:lpstr>
      <vt:lpstr>Project 5/6 50% presentatie</vt:lpstr>
      <vt:lpstr>Inhoudsopgave</vt:lpstr>
      <vt:lpstr>De opdrachtgever</vt:lpstr>
      <vt:lpstr>Probleemstelling</vt:lpstr>
      <vt:lpstr>De opdracht</vt:lpstr>
      <vt:lpstr>De scope </vt:lpstr>
      <vt:lpstr>Wat we hebben gedaan</vt:lpstr>
      <vt:lpstr>PowerPoint Presentation</vt:lpstr>
      <vt:lpstr>PowerPoint Presentation</vt:lpstr>
      <vt:lpstr>Ontwerpen</vt:lpstr>
      <vt:lpstr>Ontwerpen</vt:lpstr>
      <vt:lpstr>Demo</vt:lpstr>
      <vt:lpstr>Zitten we op 50%?</vt:lpstr>
      <vt:lpstr>Wat gaan we doen?/De komende 50%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Heijmans</dc:creator>
  <cp:lastModifiedBy>Dennis Zejnilovic (1098617)</cp:lastModifiedBy>
  <cp:revision>5</cp:revision>
  <dcterms:created xsi:type="dcterms:W3CDTF">2025-11-12T13:42:07Z</dcterms:created>
  <dcterms:modified xsi:type="dcterms:W3CDTF">2025-11-14T10:32:34Z</dcterms:modified>
</cp:coreProperties>
</file>