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63" r:id="rId5"/>
    <p:sldId id="272" r:id="rId6"/>
    <p:sldId id="270" r:id="rId7"/>
    <p:sldId id="268" r:id="rId8"/>
    <p:sldId id="269" r:id="rId9"/>
    <p:sldId id="271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909"/>
    <p:restoredTop sz="94626"/>
  </p:normalViewPr>
  <p:slideViewPr>
    <p:cSldViewPr snapToGrid="0">
      <p:cViewPr varScale="1">
        <p:scale>
          <a:sx n="59" d="100"/>
          <a:sy n="59" d="100"/>
        </p:scale>
        <p:origin x="7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EDA3F3-9868-8245-B3FF-65DDF84A916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8C1CD0-4888-0941-98BC-540E360D3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35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8C1CD0-4888-0941-98BC-540E360D3A6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941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A793CC80-0271-7245-85B8-CB73D7C6100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441D1A74-31CA-714C-9307-283D852E8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720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CC80-0271-7245-85B8-CB73D7C6100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D1A74-31CA-714C-9307-283D852E8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875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793CC80-0271-7245-85B8-CB73D7C6100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41D1A74-31CA-714C-9307-283D852E8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718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CC80-0271-7245-85B8-CB73D7C6100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D1A74-31CA-714C-9307-283D852E8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273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CC80-0271-7245-85B8-CB73D7C6100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D1A74-31CA-714C-9307-283D852E8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581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CC80-0271-7245-85B8-CB73D7C6100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D1A74-31CA-714C-9307-283D852E8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277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CC80-0271-7245-85B8-CB73D7C6100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D1A74-31CA-714C-9307-283D852E8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716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CC80-0271-7245-85B8-CB73D7C6100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D1A74-31CA-714C-9307-283D852E8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230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CC80-0271-7245-85B8-CB73D7C6100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D1A74-31CA-714C-9307-283D852E8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974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CC80-0271-7245-85B8-CB73D7C6100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D1A74-31CA-714C-9307-283D852E8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167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793CC80-0271-7245-85B8-CB73D7C6100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41D1A74-31CA-714C-9307-283D852E8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7750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793CC80-0271-7245-85B8-CB73D7C6100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41D1A74-31CA-714C-9307-283D852E8857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642770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793CC80-0271-7245-85B8-CB73D7C6100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41D1A74-31CA-714C-9307-283D852E8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1157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CC80-0271-7245-85B8-CB73D7C6100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D1A74-31CA-714C-9307-283D852E8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8735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CC80-0271-7245-85B8-CB73D7C6100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D1A74-31CA-714C-9307-283D852E8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3348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CC80-0271-7245-85B8-CB73D7C6100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D1A74-31CA-714C-9307-283D852E8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9374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793CC80-0271-7245-85B8-CB73D7C6100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41D1A74-31CA-714C-9307-283D852E8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425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93CC80-0271-7245-85B8-CB73D7C6100F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1D1A74-31CA-714C-9307-283D852E8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7391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9A642-FB0A-0982-405F-D42A2A567D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0600" y="1665514"/>
            <a:ext cx="9448800" cy="1331615"/>
          </a:xfrm>
        </p:spPr>
        <p:txBody>
          <a:bodyPr/>
          <a:lstStyle/>
          <a:p>
            <a:r>
              <a:rPr lang="en-US" b="1" dirty="0"/>
              <a:t>Sprint meeting 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2192A0-C08E-D9AF-15AA-1332C28267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632200"/>
            <a:ext cx="4231758" cy="1825095"/>
          </a:xfrm>
        </p:spPr>
        <p:txBody>
          <a:bodyPr>
            <a:normAutofit/>
          </a:bodyPr>
          <a:lstStyle/>
          <a:p>
            <a:r>
              <a:rPr lang="en-US" dirty="0"/>
              <a:t>Dennis Zejnilovic	1098617</a:t>
            </a:r>
          </a:p>
          <a:p>
            <a:r>
              <a:rPr lang="en-US" dirty="0"/>
              <a:t>Fabio Wolthuis		1093379</a:t>
            </a:r>
          </a:p>
          <a:p>
            <a:r>
              <a:rPr lang="en-US" dirty="0"/>
              <a:t>Ali </a:t>
            </a:r>
            <a:r>
              <a:rPr lang="en-US" dirty="0" err="1"/>
              <a:t>Haimed</a:t>
            </a:r>
            <a:r>
              <a:rPr lang="en-US" dirty="0"/>
              <a:t>		1103776</a:t>
            </a:r>
          </a:p>
          <a:p>
            <a:r>
              <a:rPr lang="en-US" dirty="0"/>
              <a:t>Tom </a:t>
            </a:r>
            <a:r>
              <a:rPr lang="en-US" dirty="0" err="1"/>
              <a:t>Heijmans</a:t>
            </a:r>
            <a:r>
              <a:rPr lang="en-US" dirty="0"/>
              <a:t>	 	1079471</a:t>
            </a:r>
          </a:p>
        </p:txBody>
      </p:sp>
    </p:spTree>
    <p:extLst>
      <p:ext uri="{BB962C8B-B14F-4D97-AF65-F5344CB8AC3E}">
        <p14:creationId xmlns:p14="http://schemas.microsoft.com/office/powerpoint/2010/main" val="3074721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19C88-9EC4-29E0-62EE-610042111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Inhoudsopgave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98D1E8-2F9C-58D8-953E-E2BB20016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Sprint 6 review</a:t>
            </a:r>
          </a:p>
          <a:p>
            <a:r>
              <a:rPr lang="en-US" dirty="0"/>
              <a:t>Wat we </a:t>
            </a:r>
            <a:r>
              <a:rPr lang="en-US" dirty="0" err="1"/>
              <a:t>hebben</a:t>
            </a:r>
            <a:r>
              <a:rPr lang="en-US" dirty="0"/>
              <a:t> </a:t>
            </a:r>
            <a:r>
              <a:rPr lang="en-US" dirty="0" err="1"/>
              <a:t>gedaan</a:t>
            </a:r>
            <a:r>
              <a:rPr lang="en-US" dirty="0"/>
              <a:t>:</a:t>
            </a:r>
            <a:endParaRPr lang="en-US" sz="2000" dirty="0"/>
          </a:p>
          <a:p>
            <a:pPr marL="0" indent="0">
              <a:buNone/>
            </a:pPr>
            <a:endParaRPr lang="en-US" sz="1600" dirty="0">
              <a:solidFill>
                <a:schemeClr val="accent6"/>
              </a:solidFill>
            </a:endParaRPr>
          </a:p>
          <a:p>
            <a:pPr lvl="1"/>
            <a:r>
              <a:rPr lang="en-US" sz="1600" dirty="0">
                <a:solidFill>
                  <a:schemeClr val="accent6"/>
                </a:solidFill>
              </a:rPr>
              <a:t>Ai HATI+ </a:t>
            </a:r>
            <a:r>
              <a:rPr lang="en-US" sz="1600" dirty="0" err="1">
                <a:solidFill>
                  <a:schemeClr val="accent6"/>
                </a:solidFill>
              </a:rPr>
              <a:t>toevoegen</a:t>
            </a:r>
            <a:r>
              <a:rPr lang="en-US" sz="1600" dirty="0">
                <a:solidFill>
                  <a:schemeClr val="accent6"/>
                </a:solidFill>
              </a:rPr>
              <a:t> </a:t>
            </a:r>
          </a:p>
          <a:p>
            <a:pPr lvl="1"/>
            <a:r>
              <a:rPr lang="en-US" sz="1600" dirty="0">
                <a:solidFill>
                  <a:schemeClr val="accent6"/>
                </a:solidFill>
              </a:rPr>
              <a:t>Camera </a:t>
            </a:r>
            <a:r>
              <a:rPr lang="en-US" sz="1600" dirty="0" err="1">
                <a:solidFill>
                  <a:schemeClr val="accent6"/>
                </a:solidFill>
              </a:rPr>
              <a:t>houder</a:t>
            </a:r>
            <a:r>
              <a:rPr lang="en-US" sz="1600" dirty="0">
                <a:solidFill>
                  <a:schemeClr val="accent6"/>
                </a:solidFill>
              </a:rPr>
              <a:t> </a:t>
            </a:r>
            <a:r>
              <a:rPr lang="en-US" sz="1600" dirty="0" err="1">
                <a:solidFill>
                  <a:schemeClr val="accent6"/>
                </a:solidFill>
              </a:rPr>
              <a:t>opnieuw</a:t>
            </a:r>
            <a:r>
              <a:rPr lang="en-US" sz="1600" dirty="0">
                <a:solidFill>
                  <a:schemeClr val="accent6"/>
                </a:solidFill>
              </a:rPr>
              <a:t> </a:t>
            </a:r>
            <a:r>
              <a:rPr lang="en-US" sz="1600" dirty="0" err="1">
                <a:solidFill>
                  <a:schemeClr val="accent6"/>
                </a:solidFill>
              </a:rPr>
              <a:t>ontwerpen</a:t>
            </a:r>
            <a:endParaRPr lang="en-US" sz="1600" dirty="0">
              <a:solidFill>
                <a:schemeClr val="accent6"/>
              </a:solidFill>
            </a:endParaRPr>
          </a:p>
          <a:p>
            <a:pPr lvl="1"/>
            <a:r>
              <a:rPr lang="en-US" sz="1600" dirty="0">
                <a:solidFill>
                  <a:schemeClr val="accent6"/>
                </a:solidFill>
              </a:rPr>
              <a:t> Stereo-</a:t>
            </a:r>
            <a:r>
              <a:rPr lang="en-US" sz="1600" dirty="0" err="1">
                <a:solidFill>
                  <a:schemeClr val="accent6"/>
                </a:solidFill>
              </a:rPr>
              <a:t>visie</a:t>
            </a:r>
            <a:r>
              <a:rPr lang="en-US" sz="1600" dirty="0">
                <a:solidFill>
                  <a:schemeClr val="accent6"/>
                </a:solidFill>
              </a:rPr>
              <a:t> </a:t>
            </a:r>
            <a:r>
              <a:rPr lang="en-US" sz="1600" dirty="0" err="1">
                <a:solidFill>
                  <a:schemeClr val="accent6"/>
                </a:solidFill>
              </a:rPr>
              <a:t>verslag</a:t>
            </a:r>
            <a:r>
              <a:rPr lang="en-US" sz="1600" dirty="0">
                <a:solidFill>
                  <a:schemeClr val="accent6"/>
                </a:solidFill>
              </a:rPr>
              <a:t> is </a:t>
            </a:r>
            <a:r>
              <a:rPr lang="en-US" sz="1600" dirty="0" err="1">
                <a:solidFill>
                  <a:schemeClr val="accent6"/>
                </a:solidFill>
              </a:rPr>
              <a:t>af</a:t>
            </a:r>
            <a:endParaRPr lang="en-US" sz="1600" dirty="0">
              <a:solidFill>
                <a:schemeClr val="accent6"/>
              </a:solidFill>
            </a:endParaRPr>
          </a:p>
          <a:p>
            <a:pPr lvl="1"/>
            <a:r>
              <a:rPr lang="en-US" sz="1600" dirty="0" err="1">
                <a:solidFill>
                  <a:schemeClr val="accent6"/>
                </a:solidFill>
              </a:rPr>
              <a:t>Optimalisatie</a:t>
            </a:r>
            <a:r>
              <a:rPr lang="en-US" sz="1600" dirty="0">
                <a:solidFill>
                  <a:schemeClr val="accent6"/>
                </a:solidFill>
              </a:rPr>
              <a:t> </a:t>
            </a:r>
            <a:r>
              <a:rPr lang="en-US" sz="1600" dirty="0" err="1">
                <a:solidFill>
                  <a:schemeClr val="accent6"/>
                </a:solidFill>
              </a:rPr>
              <a:t>onderzoeksverslag</a:t>
            </a:r>
            <a:endParaRPr lang="en-US" sz="1600" dirty="0">
              <a:solidFill>
                <a:schemeClr val="accent6"/>
              </a:solidFill>
            </a:endParaRPr>
          </a:p>
          <a:p>
            <a:pPr lvl="1"/>
            <a:r>
              <a:rPr lang="en-US" sz="1600" dirty="0">
                <a:solidFill>
                  <a:schemeClr val="accent6"/>
                </a:solidFill>
              </a:rPr>
              <a:t>Verder </a:t>
            </a:r>
            <a:r>
              <a:rPr lang="en-US" sz="1600" dirty="0" err="1">
                <a:solidFill>
                  <a:schemeClr val="accent6"/>
                </a:solidFill>
              </a:rPr>
              <a:t>werken</a:t>
            </a:r>
            <a:r>
              <a:rPr lang="en-US" sz="1600" dirty="0">
                <a:solidFill>
                  <a:schemeClr val="accent6"/>
                </a:solidFill>
              </a:rPr>
              <a:t> </a:t>
            </a:r>
            <a:r>
              <a:rPr lang="en-US" sz="1600" dirty="0" err="1">
                <a:solidFill>
                  <a:schemeClr val="accent6"/>
                </a:solidFill>
              </a:rPr>
              <a:t>aan</a:t>
            </a:r>
            <a:r>
              <a:rPr lang="en-US" sz="1600" dirty="0">
                <a:solidFill>
                  <a:schemeClr val="accent6"/>
                </a:solidFill>
              </a:rPr>
              <a:t> </a:t>
            </a:r>
            <a:r>
              <a:rPr lang="en-US" sz="1600" dirty="0" err="1">
                <a:solidFill>
                  <a:schemeClr val="accent6"/>
                </a:solidFill>
              </a:rPr>
              <a:t>Kalibratie</a:t>
            </a:r>
            <a:r>
              <a:rPr lang="en-US" sz="1600" dirty="0">
                <a:solidFill>
                  <a:schemeClr val="accent6"/>
                </a:solidFill>
              </a:rPr>
              <a:t>/</a:t>
            </a:r>
            <a:r>
              <a:rPr lang="en-US" sz="1600" dirty="0" err="1">
                <a:solidFill>
                  <a:schemeClr val="accent6"/>
                </a:solidFill>
              </a:rPr>
              <a:t>afstandsbepaling</a:t>
            </a:r>
            <a:endParaRPr lang="en-US" sz="1600" dirty="0">
              <a:solidFill>
                <a:schemeClr val="accent6"/>
              </a:solidFill>
            </a:endParaRPr>
          </a:p>
          <a:p>
            <a:pPr lvl="1"/>
            <a:r>
              <a:rPr lang="en-US" sz="1600" dirty="0">
                <a:solidFill>
                  <a:schemeClr val="accent6"/>
                </a:solidFill>
              </a:rPr>
              <a:t>Verder </a:t>
            </a:r>
            <a:r>
              <a:rPr lang="en-US" sz="1600" dirty="0" err="1">
                <a:solidFill>
                  <a:schemeClr val="accent6"/>
                </a:solidFill>
              </a:rPr>
              <a:t>werken</a:t>
            </a:r>
            <a:r>
              <a:rPr lang="en-US" sz="1600" dirty="0">
                <a:solidFill>
                  <a:schemeClr val="accent6"/>
                </a:solidFill>
              </a:rPr>
              <a:t> </a:t>
            </a:r>
            <a:r>
              <a:rPr lang="en-US" sz="1600" dirty="0" err="1">
                <a:solidFill>
                  <a:schemeClr val="accent6"/>
                </a:solidFill>
              </a:rPr>
              <a:t>aan</a:t>
            </a:r>
            <a:r>
              <a:rPr lang="en-US" sz="1600" dirty="0">
                <a:solidFill>
                  <a:schemeClr val="accent6"/>
                </a:solidFill>
              </a:rPr>
              <a:t> de 2D </a:t>
            </a:r>
            <a:r>
              <a:rPr lang="en-US" sz="1600" dirty="0" err="1">
                <a:solidFill>
                  <a:schemeClr val="accent6"/>
                </a:solidFill>
              </a:rPr>
              <a:t>grafiek</a:t>
            </a:r>
            <a:endParaRPr lang="en-US" sz="1600" dirty="0">
              <a:solidFill>
                <a:schemeClr val="accent6"/>
              </a:solidFill>
            </a:endParaRPr>
          </a:p>
          <a:p>
            <a:pPr lvl="1"/>
            <a:endParaRPr lang="en-US" sz="1600" dirty="0">
              <a:solidFill>
                <a:schemeClr val="accent6"/>
              </a:solidFill>
            </a:endParaRPr>
          </a:p>
          <a:p>
            <a:r>
              <a:rPr lang="en-US" dirty="0"/>
              <a:t>Sprint 7 planning </a:t>
            </a:r>
          </a:p>
          <a:p>
            <a:r>
              <a:rPr lang="en-US" dirty="0"/>
              <a:t>Retrospective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612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D94F7C0-1344-4B3C-AFCB-E7F006BB5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EC584A2-4215-4DB8-AE1F-E3768D77E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E7B321-5074-24F2-7D97-3DF68BD62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114" y="265577"/>
            <a:ext cx="3977639" cy="677415"/>
          </a:xfrm>
        </p:spPr>
        <p:txBody>
          <a:bodyPr anchor="b">
            <a:normAutofit/>
          </a:bodyPr>
          <a:lstStyle/>
          <a:p>
            <a:pPr algn="l"/>
            <a:r>
              <a:rPr lang="en-US" sz="3200" dirty="0"/>
              <a:t>Sprint 6 review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006289-D700-18AA-C40E-CD2B8F764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65" y="1289049"/>
            <a:ext cx="8319635" cy="4900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684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DFADFB3-3D44-49A8-AE3B-A87C61607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B912AE0-CAD9-4F8F-A2A2-BDF07D4ED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A0AE57C-30AD-4D4E-9855-B5FBEAD661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4360126"/>
            <a:ext cx="12192000" cy="24978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89F95A-A82F-B85E-F48B-9843ED34B100}"/>
              </a:ext>
            </a:extLst>
          </p:cNvPr>
          <p:cNvSpPr txBox="1"/>
          <p:nvPr/>
        </p:nvSpPr>
        <p:spPr>
          <a:xfrm>
            <a:off x="3343465" y="476792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393219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B5835-CCF2-56B2-5FD0-AA5BBB1AD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3B9BF-7CA1-6ED1-F8B2-5C6331D12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133" y="332573"/>
            <a:ext cx="4775200" cy="1293028"/>
          </a:xfrm>
        </p:spPr>
        <p:txBody>
          <a:bodyPr>
            <a:normAutofit/>
          </a:bodyPr>
          <a:lstStyle/>
          <a:p>
            <a:r>
              <a:rPr lang="en-US" sz="3600" dirty="0" err="1"/>
              <a:t>afstandsbepaling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C8864-117E-0BFA-88AB-31AB17D039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8133" y="1813560"/>
            <a:ext cx="5367867" cy="540173"/>
          </a:xfrm>
        </p:spPr>
        <p:txBody>
          <a:bodyPr>
            <a:normAutofit/>
          </a:bodyPr>
          <a:lstStyle/>
          <a:p>
            <a:r>
              <a:rPr lang="en-US" dirty="0" err="1"/>
              <a:t>Afstand</a:t>
            </a:r>
            <a:r>
              <a:rPr lang="en-US" dirty="0"/>
              <a:t> </a:t>
            </a:r>
            <a:r>
              <a:rPr lang="en-US" dirty="0" err="1"/>
              <a:t>kan</a:t>
            </a:r>
            <a:r>
              <a:rPr lang="en-US" dirty="0"/>
              <a:t> </a:t>
            </a:r>
            <a:r>
              <a:rPr lang="en-US" dirty="0" err="1"/>
              <a:t>beter</a:t>
            </a:r>
            <a:r>
              <a:rPr lang="en-US" dirty="0"/>
              <a:t> </a:t>
            </a:r>
            <a:r>
              <a:rPr lang="en-US" dirty="0" err="1"/>
              <a:t>bepaald</a:t>
            </a:r>
            <a:r>
              <a:rPr lang="en-US" dirty="0"/>
              <a:t> </a:t>
            </a:r>
            <a:r>
              <a:rPr lang="en-US" dirty="0" err="1"/>
              <a:t>worden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9100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8A3F323-2AF0-0501-8948-D8F945B4B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BD946-F247-488C-2DD0-FD706792D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6800" y="2782486"/>
            <a:ext cx="2046514" cy="1293028"/>
          </a:xfrm>
        </p:spPr>
        <p:txBody>
          <a:bodyPr/>
          <a:lstStyle/>
          <a:p>
            <a:r>
              <a:rPr lang="en-US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491311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2F2CF-C616-2599-E240-79D8692B3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75683-123E-FC03-8AC0-A5F49078C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670" y="0"/>
            <a:ext cx="2619452" cy="1293028"/>
          </a:xfrm>
        </p:spPr>
        <p:txBody>
          <a:bodyPr/>
          <a:lstStyle/>
          <a:p>
            <a:r>
              <a:rPr lang="en-US" dirty="0"/>
              <a:t>2D </a:t>
            </a:r>
            <a:r>
              <a:rPr lang="en-US" dirty="0" err="1"/>
              <a:t>Kaart</a:t>
            </a:r>
            <a:endParaRPr lang="en-US" dirty="0"/>
          </a:p>
        </p:txBody>
      </p:sp>
      <p:pic>
        <p:nvPicPr>
          <p:cNvPr id="3" name="map">
            <a:hlinkClick r:id="" action="ppaction://media"/>
            <a:extLst>
              <a:ext uri="{FF2B5EF4-FFF2-40B4-BE49-F238E27FC236}">
                <a16:creationId xmlns:a16="http://schemas.microsoft.com/office/drawing/2014/main" id="{7CE6F67F-35BE-0099-A12F-6FC0BE1AB78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67834" y="1018116"/>
            <a:ext cx="8559800" cy="448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87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96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40998D-DF67-6E5F-B3FB-1677DC85D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A19E766-A219-ECA9-B0C2-CFC30CC59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1333D87-4B9E-1AC8-7556-21E4AD22FF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4D684B3-7CD1-34E1-D8BE-38146E41C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113" y="422430"/>
            <a:ext cx="6738257" cy="596590"/>
          </a:xfrm>
        </p:spPr>
        <p:txBody>
          <a:bodyPr anchor="b">
            <a:normAutofit/>
          </a:bodyPr>
          <a:lstStyle/>
          <a:p>
            <a:pPr algn="l"/>
            <a:r>
              <a:rPr lang="hu-HU" sz="2400" dirty="0"/>
              <a:t>optimalisatie onderzoeksverslag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765562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0BE565-4A59-8718-1570-E787C409B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2A27F81-FC5F-D89C-A085-871A4A2A08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B07995A-2ADC-74E4-961F-636453565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82C837B-31B8-6A17-500D-208CAFF68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920" y="303213"/>
            <a:ext cx="4800601" cy="596590"/>
          </a:xfrm>
        </p:spPr>
        <p:txBody>
          <a:bodyPr anchor="b">
            <a:normAutofit/>
          </a:bodyPr>
          <a:lstStyle/>
          <a:p>
            <a:pPr algn="l"/>
            <a:r>
              <a:rPr lang="en-US" sz="2400" dirty="0"/>
              <a:t>Test rapport update</a:t>
            </a:r>
          </a:p>
        </p:txBody>
      </p:sp>
    </p:spTree>
    <p:extLst>
      <p:ext uri="{BB962C8B-B14F-4D97-AF65-F5344CB8AC3E}">
        <p14:creationId xmlns:p14="http://schemas.microsoft.com/office/powerpoint/2010/main" val="827783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3F3CC-6179-A794-5F67-87B448E20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744" y="198315"/>
            <a:ext cx="5279571" cy="1293028"/>
          </a:xfrm>
        </p:spPr>
        <p:txBody>
          <a:bodyPr/>
          <a:lstStyle/>
          <a:p>
            <a:r>
              <a:rPr lang="en-US" dirty="0"/>
              <a:t>Sprint planning 7</a:t>
            </a:r>
          </a:p>
        </p:txBody>
      </p:sp>
    </p:spTree>
    <p:extLst>
      <p:ext uri="{BB962C8B-B14F-4D97-AF65-F5344CB8AC3E}">
        <p14:creationId xmlns:p14="http://schemas.microsoft.com/office/powerpoint/2010/main" val="7798699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6D6B3-AE8C-AE86-F4D4-2E68C21B8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3029"/>
            <a:ext cx="4484914" cy="1175658"/>
          </a:xfrm>
        </p:spPr>
        <p:txBody>
          <a:bodyPr/>
          <a:lstStyle/>
          <a:p>
            <a:r>
              <a:rPr lang="en-US" dirty="0"/>
              <a:t>Retrospective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D17877-38C8-BE0F-75B1-33BB261AF833}"/>
              </a:ext>
            </a:extLst>
          </p:cNvPr>
          <p:cNvSpPr txBox="1"/>
          <p:nvPr/>
        </p:nvSpPr>
        <p:spPr>
          <a:xfrm>
            <a:off x="1012372" y="2120598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Goed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Positieve</a:t>
            </a:r>
            <a:r>
              <a:rPr lang="en-US" dirty="0"/>
              <a:t> </a:t>
            </a:r>
            <a:r>
              <a:rPr lang="en-US" dirty="0" err="1"/>
              <a:t>inzet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Fout:</a:t>
            </a:r>
          </a:p>
          <a:p>
            <a:pPr lvl="1"/>
            <a:r>
              <a:rPr lang="en-US" dirty="0" err="1"/>
              <a:t>Niet</a:t>
            </a:r>
            <a:r>
              <a:rPr lang="en-US" dirty="0"/>
              <a:t> alle taken </a:t>
            </a:r>
            <a:r>
              <a:rPr lang="en-US" dirty="0" err="1"/>
              <a:t>compleet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Kan </a:t>
            </a:r>
            <a:r>
              <a:rPr lang="en-US" dirty="0" err="1"/>
              <a:t>beter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Proactiver</a:t>
            </a:r>
            <a:r>
              <a:rPr lang="en-US" dirty="0"/>
              <a:t> </a:t>
            </a:r>
            <a:r>
              <a:rPr lang="en-US" dirty="0" err="1"/>
              <a:t>werken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Hoe:</a:t>
            </a:r>
          </a:p>
          <a:p>
            <a:pPr lvl="1"/>
            <a:r>
              <a:rPr lang="en-US" dirty="0" err="1"/>
              <a:t>Acties</a:t>
            </a:r>
            <a:r>
              <a:rPr lang="en-US" dirty="0"/>
              <a:t> </a:t>
            </a:r>
            <a:r>
              <a:rPr lang="en-US" dirty="0" err="1"/>
              <a:t>concreet</a:t>
            </a:r>
            <a:r>
              <a:rPr lang="en-US" dirty="0"/>
              <a:t> </a:t>
            </a:r>
            <a:r>
              <a:rPr lang="en-US" dirty="0" err="1"/>
              <a:t>maken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651172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411</TotalTime>
  <Words>106</Words>
  <Application>Microsoft Office PowerPoint</Application>
  <PresentationFormat>Widescreen</PresentationFormat>
  <Paragraphs>40</Paragraphs>
  <Slides>11</Slides>
  <Notes>1</Notes>
  <HiddenSlides>2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Century Gothic</vt:lpstr>
      <vt:lpstr>Vapor Trail</vt:lpstr>
      <vt:lpstr>Sprint meeting 6</vt:lpstr>
      <vt:lpstr>Inhoudsopgave</vt:lpstr>
      <vt:lpstr>Sprint 6 review</vt:lpstr>
      <vt:lpstr>PowerPoint Presentation</vt:lpstr>
      <vt:lpstr>afstandsbepaling</vt:lpstr>
      <vt:lpstr>DEMO</vt:lpstr>
      <vt:lpstr>2D Kaart</vt:lpstr>
      <vt:lpstr>optimalisatie onderzoeksverslag</vt:lpstr>
      <vt:lpstr>Test rapport update</vt:lpstr>
      <vt:lpstr>Sprint planning 7</vt:lpstr>
      <vt:lpstr>Retrospective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Dennis Zejnilovic (1098617)</dc:creator>
  <cp:lastModifiedBy>Ali Haimed (1103776)</cp:lastModifiedBy>
  <cp:revision>17</cp:revision>
  <dcterms:created xsi:type="dcterms:W3CDTF">2025-11-18T11:21:54Z</dcterms:created>
  <dcterms:modified xsi:type="dcterms:W3CDTF">2026-01-13T11:03:45Z</dcterms:modified>
</cp:coreProperties>
</file>